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6"/>
  </p:notesMasterIdLst>
  <p:sldIdLst>
    <p:sldId id="256" r:id="rId2"/>
    <p:sldId id="258" r:id="rId3"/>
    <p:sldId id="257" r:id="rId4"/>
    <p:sldId id="259" r:id="rId5"/>
  </p:sldIdLst>
  <p:sldSz cx="9144000" cy="1625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1A00"/>
    <a:srgbClr val="980C0C"/>
    <a:srgbClr val="000000"/>
    <a:srgbClr val="E9C46A"/>
    <a:srgbClr val="2E0E00"/>
    <a:srgbClr val="922D00"/>
    <a:srgbClr val="D12A1D"/>
    <a:srgbClr val="8AB17D"/>
    <a:srgbClr val="E76F51"/>
    <a:srgbClr val="AFCA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1230" y="-8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306FC3-D7B1-47A2-82B3-A97E6E460856}" type="datetimeFigureOut">
              <a:rPr lang="es-ES" smtClean="0"/>
              <a:t>04/10/2025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0103F-20FF-4491-9527-E8A837482C8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7590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0103F-20FF-4491-9527-E8A837482C80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69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60416"/>
            <a:ext cx="7772400" cy="565949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8538164"/>
            <a:ext cx="6858000" cy="392476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391BA-7940-4304-9E42-0636FA8A890F}" type="datetimeFigureOut">
              <a:rPr lang="es-ES" smtClean="0"/>
              <a:t>04/10/2025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96503-F079-42A0-A6E5-CA8037AAE84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7987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391BA-7940-4304-9E42-0636FA8A890F}" type="datetimeFigureOut">
              <a:rPr lang="es-ES" smtClean="0"/>
              <a:t>04/10/2025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96503-F079-42A0-A6E5-CA8037AAE84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470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4052716"/>
            <a:ext cx="7886700" cy="676204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10878731"/>
            <a:ext cx="7886700" cy="35559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391BA-7940-4304-9E42-0636FA8A890F}" type="datetimeFigureOut">
              <a:rPr lang="es-ES" smtClean="0"/>
              <a:t>04/10/2025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96503-F079-42A0-A6E5-CA8037AAE84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1562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4327407"/>
            <a:ext cx="3886200" cy="103142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4327407"/>
            <a:ext cx="3886200" cy="103142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391BA-7940-4304-9E42-0636FA8A890F}" type="datetimeFigureOut">
              <a:rPr lang="es-ES" smtClean="0"/>
              <a:t>04/10/2025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96503-F079-42A0-A6E5-CA8037AAE84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5263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865485"/>
            <a:ext cx="7886700" cy="31420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3984979"/>
            <a:ext cx="3868340" cy="19529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5937956"/>
            <a:ext cx="3868340" cy="87338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3984979"/>
            <a:ext cx="3887391" cy="19529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5937956"/>
            <a:ext cx="3887391" cy="87338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391BA-7940-4304-9E42-0636FA8A890F}" type="datetimeFigureOut">
              <a:rPr lang="es-ES" smtClean="0"/>
              <a:t>04/10/2025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96503-F079-42A0-A6E5-CA8037AAE84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6651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391BA-7940-4304-9E42-0636FA8A890F}" type="datetimeFigureOut">
              <a:rPr lang="es-ES" smtClean="0"/>
              <a:t>04/10/2025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96503-F079-42A0-A6E5-CA8037AAE84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9626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391BA-7940-4304-9E42-0636FA8A890F}" type="datetimeFigureOut">
              <a:rPr lang="es-ES" smtClean="0"/>
              <a:t>04/10/2025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96503-F079-42A0-A6E5-CA8037AAE84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7726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083733"/>
            <a:ext cx="2949178" cy="37930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2340567"/>
            <a:ext cx="4629150" cy="115522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876800"/>
            <a:ext cx="2949178" cy="90348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391BA-7940-4304-9E42-0636FA8A890F}" type="datetimeFigureOut">
              <a:rPr lang="es-ES" smtClean="0"/>
              <a:t>04/10/2025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96503-F079-42A0-A6E5-CA8037AAE84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403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083733"/>
            <a:ext cx="2949178" cy="37930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2340567"/>
            <a:ext cx="4629150" cy="11552296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876800"/>
            <a:ext cx="2949178" cy="90348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391BA-7940-4304-9E42-0636FA8A890F}" type="datetimeFigureOut">
              <a:rPr lang="es-ES" smtClean="0"/>
              <a:t>04/10/2025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96503-F079-42A0-A6E5-CA8037AAE84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631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391BA-7940-4304-9E42-0636FA8A890F}" type="datetimeFigureOut">
              <a:rPr lang="es-ES" smtClean="0"/>
              <a:t>04/10/2025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96503-F079-42A0-A6E5-CA8037AAE84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1989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865481"/>
            <a:ext cx="1971675" cy="1377620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865481"/>
            <a:ext cx="5800725" cy="1377620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391BA-7940-4304-9E42-0636FA8A890F}" type="datetimeFigureOut">
              <a:rPr lang="es-ES" smtClean="0"/>
              <a:t>04/10/2025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96503-F079-42A0-A6E5-CA8037AAE84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9921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865485"/>
            <a:ext cx="7886700" cy="3142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4327407"/>
            <a:ext cx="7886700" cy="10314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15066908"/>
            <a:ext cx="20574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0391BA-7940-4304-9E42-0636FA8A890F}" type="datetimeFigureOut">
              <a:rPr lang="es-ES" smtClean="0"/>
              <a:t>04/10/2025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15066908"/>
            <a:ext cx="30861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15066908"/>
            <a:ext cx="20574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196503-F079-42A0-A6E5-CA8037AAE84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8339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1" name="Conector recto 240">
            <a:extLst>
              <a:ext uri="{FF2B5EF4-FFF2-40B4-BE49-F238E27FC236}">
                <a16:creationId xmlns:a16="http://schemas.microsoft.com/office/drawing/2014/main" id="{EC710D2B-5743-8B89-9B04-0DD42F54583F}"/>
              </a:ext>
            </a:extLst>
          </p:cNvPr>
          <p:cNvCxnSpPr>
            <a:cxnSpLocks/>
            <a:stCxn id="26" idx="4"/>
            <a:endCxn id="47" idx="0"/>
          </p:cNvCxnSpPr>
          <p:nvPr/>
        </p:nvCxnSpPr>
        <p:spPr>
          <a:xfrm flipH="1">
            <a:off x="1723884" y="6638183"/>
            <a:ext cx="5284653" cy="2985743"/>
          </a:xfrm>
          <a:prstGeom prst="line">
            <a:avLst/>
          </a:prstGeom>
          <a:ln>
            <a:solidFill>
              <a:srgbClr val="AFC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ector recto 242">
            <a:extLst>
              <a:ext uri="{FF2B5EF4-FFF2-40B4-BE49-F238E27FC236}">
                <a16:creationId xmlns:a16="http://schemas.microsoft.com/office/drawing/2014/main" id="{4033E279-4528-3BF0-5F34-6CA29596A347}"/>
              </a:ext>
            </a:extLst>
          </p:cNvPr>
          <p:cNvCxnSpPr>
            <a:cxnSpLocks/>
            <a:stCxn id="26" idx="4"/>
            <a:endCxn id="48" idx="0"/>
          </p:cNvCxnSpPr>
          <p:nvPr/>
        </p:nvCxnSpPr>
        <p:spPr>
          <a:xfrm flipH="1">
            <a:off x="2752800" y="6638183"/>
            <a:ext cx="4255737" cy="2985743"/>
          </a:xfrm>
          <a:prstGeom prst="line">
            <a:avLst/>
          </a:prstGeom>
          <a:ln>
            <a:solidFill>
              <a:srgbClr val="AFC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ector recto 245">
            <a:extLst>
              <a:ext uri="{FF2B5EF4-FFF2-40B4-BE49-F238E27FC236}">
                <a16:creationId xmlns:a16="http://schemas.microsoft.com/office/drawing/2014/main" id="{4C336056-2373-41C1-1B2C-48C7314A3407}"/>
              </a:ext>
            </a:extLst>
          </p:cNvPr>
          <p:cNvCxnSpPr>
            <a:cxnSpLocks/>
            <a:stCxn id="26" idx="4"/>
            <a:endCxn id="50" idx="0"/>
          </p:cNvCxnSpPr>
          <p:nvPr/>
        </p:nvCxnSpPr>
        <p:spPr>
          <a:xfrm flipH="1">
            <a:off x="3781716" y="6638183"/>
            <a:ext cx="3226821" cy="2985743"/>
          </a:xfrm>
          <a:prstGeom prst="line">
            <a:avLst/>
          </a:prstGeom>
          <a:ln>
            <a:solidFill>
              <a:srgbClr val="AFC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ector recto 247">
            <a:extLst>
              <a:ext uri="{FF2B5EF4-FFF2-40B4-BE49-F238E27FC236}">
                <a16:creationId xmlns:a16="http://schemas.microsoft.com/office/drawing/2014/main" id="{56607E01-8AA4-718A-0561-1D2AAB42D41A}"/>
              </a:ext>
            </a:extLst>
          </p:cNvPr>
          <p:cNvCxnSpPr>
            <a:cxnSpLocks/>
            <a:stCxn id="26" idx="4"/>
            <a:endCxn id="49" idx="0"/>
          </p:cNvCxnSpPr>
          <p:nvPr/>
        </p:nvCxnSpPr>
        <p:spPr>
          <a:xfrm flipH="1">
            <a:off x="4810632" y="6638183"/>
            <a:ext cx="2197905" cy="2985743"/>
          </a:xfrm>
          <a:prstGeom prst="line">
            <a:avLst/>
          </a:prstGeom>
          <a:ln>
            <a:solidFill>
              <a:srgbClr val="AFC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ector recto 251">
            <a:extLst>
              <a:ext uri="{FF2B5EF4-FFF2-40B4-BE49-F238E27FC236}">
                <a16:creationId xmlns:a16="http://schemas.microsoft.com/office/drawing/2014/main" id="{FC06F426-0172-FAF9-1046-65B5E7B35C9E}"/>
              </a:ext>
            </a:extLst>
          </p:cNvPr>
          <p:cNvCxnSpPr>
            <a:cxnSpLocks/>
            <a:stCxn id="26" idx="4"/>
            <a:endCxn id="51" idx="0"/>
          </p:cNvCxnSpPr>
          <p:nvPr/>
        </p:nvCxnSpPr>
        <p:spPr>
          <a:xfrm flipH="1">
            <a:off x="5839548" y="6638183"/>
            <a:ext cx="1168989" cy="2985743"/>
          </a:xfrm>
          <a:prstGeom prst="line">
            <a:avLst/>
          </a:prstGeom>
          <a:ln>
            <a:solidFill>
              <a:srgbClr val="AFC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ector recto 253">
            <a:extLst>
              <a:ext uri="{FF2B5EF4-FFF2-40B4-BE49-F238E27FC236}">
                <a16:creationId xmlns:a16="http://schemas.microsoft.com/office/drawing/2014/main" id="{0CECF3FC-66B7-754D-81EB-0E740E349BFD}"/>
              </a:ext>
            </a:extLst>
          </p:cNvPr>
          <p:cNvCxnSpPr>
            <a:cxnSpLocks/>
            <a:stCxn id="26" idx="4"/>
            <a:endCxn id="52" idx="0"/>
          </p:cNvCxnSpPr>
          <p:nvPr/>
        </p:nvCxnSpPr>
        <p:spPr>
          <a:xfrm flipH="1">
            <a:off x="6868464" y="6638183"/>
            <a:ext cx="140073" cy="2985743"/>
          </a:xfrm>
          <a:prstGeom prst="line">
            <a:avLst/>
          </a:prstGeom>
          <a:ln>
            <a:solidFill>
              <a:srgbClr val="AFC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ector recto 255">
            <a:extLst>
              <a:ext uri="{FF2B5EF4-FFF2-40B4-BE49-F238E27FC236}">
                <a16:creationId xmlns:a16="http://schemas.microsoft.com/office/drawing/2014/main" id="{2DAF2BC6-A782-9F01-33B2-937AC168982F}"/>
              </a:ext>
            </a:extLst>
          </p:cNvPr>
          <p:cNvCxnSpPr>
            <a:cxnSpLocks/>
            <a:stCxn id="26" idx="4"/>
            <a:endCxn id="53" idx="0"/>
          </p:cNvCxnSpPr>
          <p:nvPr/>
        </p:nvCxnSpPr>
        <p:spPr>
          <a:xfrm>
            <a:off x="7008537" y="6638183"/>
            <a:ext cx="888843" cy="2985743"/>
          </a:xfrm>
          <a:prstGeom prst="line">
            <a:avLst/>
          </a:prstGeom>
          <a:ln>
            <a:solidFill>
              <a:srgbClr val="AFC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2" name="Grupo 351">
            <a:extLst>
              <a:ext uri="{FF2B5EF4-FFF2-40B4-BE49-F238E27FC236}">
                <a16:creationId xmlns:a16="http://schemas.microsoft.com/office/drawing/2014/main" id="{2C39D0DF-004B-891A-8596-0B762369D60C}"/>
              </a:ext>
            </a:extLst>
          </p:cNvPr>
          <p:cNvGrpSpPr/>
          <p:nvPr/>
        </p:nvGrpSpPr>
        <p:grpSpPr>
          <a:xfrm>
            <a:off x="1463534" y="9623926"/>
            <a:ext cx="6694196" cy="520700"/>
            <a:chOff x="1713285" y="9531731"/>
            <a:chExt cx="6694196" cy="520700"/>
          </a:xfrm>
          <a:solidFill>
            <a:srgbClr val="E76F51"/>
          </a:solidFill>
        </p:grpSpPr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DDC9F8F0-E3AF-FC7F-20BA-EBEA35DCE4FE}"/>
                </a:ext>
              </a:extLst>
            </p:cNvPr>
            <p:cNvSpPr/>
            <p:nvPr/>
          </p:nvSpPr>
          <p:spPr>
            <a:xfrm>
              <a:off x="1713285" y="9531731"/>
              <a:ext cx="520700" cy="520700"/>
            </a:xfrm>
            <a:prstGeom prst="ellipse">
              <a:avLst/>
            </a:prstGeom>
            <a:grpFill/>
            <a:ln>
              <a:solidFill>
                <a:srgbClr val="E76F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A4D177F4-F53F-CC16-788B-2A26028521DC}"/>
                </a:ext>
              </a:extLst>
            </p:cNvPr>
            <p:cNvSpPr/>
            <p:nvPr/>
          </p:nvSpPr>
          <p:spPr>
            <a:xfrm>
              <a:off x="2742201" y="9531731"/>
              <a:ext cx="520700" cy="520700"/>
            </a:xfrm>
            <a:prstGeom prst="ellipse">
              <a:avLst/>
            </a:prstGeom>
            <a:grpFill/>
            <a:ln>
              <a:solidFill>
                <a:srgbClr val="E76F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EE16FD42-328B-8241-DF83-974E81D669C0}"/>
                </a:ext>
              </a:extLst>
            </p:cNvPr>
            <p:cNvSpPr/>
            <p:nvPr/>
          </p:nvSpPr>
          <p:spPr>
            <a:xfrm>
              <a:off x="4800033" y="9531731"/>
              <a:ext cx="520700" cy="520700"/>
            </a:xfrm>
            <a:prstGeom prst="ellipse">
              <a:avLst/>
            </a:prstGeom>
            <a:grpFill/>
            <a:ln>
              <a:solidFill>
                <a:srgbClr val="E76F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861522BD-EAEE-E666-2589-A260F39342E8}"/>
                </a:ext>
              </a:extLst>
            </p:cNvPr>
            <p:cNvSpPr/>
            <p:nvPr/>
          </p:nvSpPr>
          <p:spPr>
            <a:xfrm>
              <a:off x="3771117" y="9531731"/>
              <a:ext cx="520700" cy="520700"/>
            </a:xfrm>
            <a:prstGeom prst="ellipse">
              <a:avLst/>
            </a:prstGeom>
            <a:grpFill/>
            <a:ln>
              <a:solidFill>
                <a:srgbClr val="E76F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1" name="Elipse 50">
              <a:extLst>
                <a:ext uri="{FF2B5EF4-FFF2-40B4-BE49-F238E27FC236}">
                  <a16:creationId xmlns:a16="http://schemas.microsoft.com/office/drawing/2014/main" id="{E2EF22E2-A149-0FFA-B823-8DB6474684E0}"/>
                </a:ext>
              </a:extLst>
            </p:cNvPr>
            <p:cNvSpPr/>
            <p:nvPr/>
          </p:nvSpPr>
          <p:spPr>
            <a:xfrm>
              <a:off x="5828949" y="9531731"/>
              <a:ext cx="520700" cy="520700"/>
            </a:xfrm>
            <a:prstGeom prst="ellipse">
              <a:avLst/>
            </a:prstGeom>
            <a:grpFill/>
            <a:ln>
              <a:solidFill>
                <a:srgbClr val="E76F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2" name="Elipse 51">
              <a:extLst>
                <a:ext uri="{FF2B5EF4-FFF2-40B4-BE49-F238E27FC236}">
                  <a16:creationId xmlns:a16="http://schemas.microsoft.com/office/drawing/2014/main" id="{842E9A03-5619-470F-0787-94699468B08D}"/>
                </a:ext>
              </a:extLst>
            </p:cNvPr>
            <p:cNvSpPr/>
            <p:nvPr/>
          </p:nvSpPr>
          <p:spPr>
            <a:xfrm>
              <a:off x="6857865" y="9531731"/>
              <a:ext cx="520700" cy="520700"/>
            </a:xfrm>
            <a:prstGeom prst="ellipse">
              <a:avLst/>
            </a:prstGeom>
            <a:grpFill/>
            <a:ln>
              <a:solidFill>
                <a:srgbClr val="E76F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649E3C0A-CBD5-F8DC-D32F-9DAF1F010A11}"/>
                </a:ext>
              </a:extLst>
            </p:cNvPr>
            <p:cNvSpPr/>
            <p:nvPr/>
          </p:nvSpPr>
          <p:spPr>
            <a:xfrm>
              <a:off x="7886781" y="9531731"/>
              <a:ext cx="520700" cy="520700"/>
            </a:xfrm>
            <a:prstGeom prst="ellipse">
              <a:avLst/>
            </a:prstGeom>
            <a:grpFill/>
            <a:ln>
              <a:solidFill>
                <a:srgbClr val="E76F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348" name="Grupo 347">
            <a:extLst>
              <a:ext uri="{FF2B5EF4-FFF2-40B4-BE49-F238E27FC236}">
                <a16:creationId xmlns:a16="http://schemas.microsoft.com/office/drawing/2014/main" id="{2784E33C-E14C-B0A3-786C-CF82F8365AC2}"/>
              </a:ext>
            </a:extLst>
          </p:cNvPr>
          <p:cNvGrpSpPr/>
          <p:nvPr/>
        </p:nvGrpSpPr>
        <p:grpSpPr>
          <a:xfrm>
            <a:off x="4644962" y="5124068"/>
            <a:ext cx="229367" cy="883730"/>
            <a:chOff x="4842567" y="5688139"/>
            <a:chExt cx="229367" cy="883730"/>
          </a:xfrm>
        </p:grpSpPr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7FC0BC41-9F97-2D0B-F2C0-3C436EE8A8FE}"/>
                </a:ext>
              </a:extLst>
            </p:cNvPr>
            <p:cNvSpPr/>
            <p:nvPr/>
          </p:nvSpPr>
          <p:spPr>
            <a:xfrm>
              <a:off x="4842567" y="5688139"/>
              <a:ext cx="227050" cy="227050"/>
            </a:xfrm>
            <a:prstGeom prst="ellipse">
              <a:avLst/>
            </a:prstGeom>
            <a:solidFill>
              <a:srgbClr val="45788C"/>
            </a:solidFill>
            <a:ln>
              <a:solidFill>
                <a:srgbClr val="4578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83B7A162-302B-1817-3AA8-270591835C0E}"/>
                </a:ext>
              </a:extLst>
            </p:cNvPr>
            <p:cNvSpPr/>
            <p:nvPr/>
          </p:nvSpPr>
          <p:spPr>
            <a:xfrm>
              <a:off x="4844884" y="6013900"/>
              <a:ext cx="227050" cy="227050"/>
            </a:xfrm>
            <a:prstGeom prst="ellipse">
              <a:avLst/>
            </a:prstGeom>
            <a:solidFill>
              <a:srgbClr val="45788C"/>
            </a:solidFill>
            <a:ln>
              <a:solidFill>
                <a:srgbClr val="4578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5EF9BD6E-0BE6-34FC-7045-359264B8EC8E}"/>
                </a:ext>
              </a:extLst>
            </p:cNvPr>
            <p:cNvSpPr/>
            <p:nvPr/>
          </p:nvSpPr>
          <p:spPr>
            <a:xfrm>
              <a:off x="4842567" y="6344819"/>
              <a:ext cx="227050" cy="227050"/>
            </a:xfrm>
            <a:prstGeom prst="ellipse">
              <a:avLst/>
            </a:prstGeom>
            <a:solidFill>
              <a:srgbClr val="45788C"/>
            </a:solidFill>
            <a:ln>
              <a:solidFill>
                <a:srgbClr val="4578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353" name="Grupo 352">
            <a:extLst>
              <a:ext uri="{FF2B5EF4-FFF2-40B4-BE49-F238E27FC236}">
                <a16:creationId xmlns:a16="http://schemas.microsoft.com/office/drawing/2014/main" id="{C7A2F3D6-E19B-86D8-8101-A8CDB0E8CDEF}"/>
              </a:ext>
            </a:extLst>
          </p:cNvPr>
          <p:cNvGrpSpPr/>
          <p:nvPr/>
        </p:nvGrpSpPr>
        <p:grpSpPr>
          <a:xfrm>
            <a:off x="1463534" y="1949873"/>
            <a:ext cx="6694196" cy="3407282"/>
            <a:chOff x="1608994" y="2513944"/>
            <a:chExt cx="6694196" cy="3407282"/>
          </a:xfrm>
        </p:grpSpPr>
        <p:grpSp>
          <p:nvGrpSpPr>
            <p:cNvPr id="326" name="Grupo 325">
              <a:extLst>
                <a:ext uri="{FF2B5EF4-FFF2-40B4-BE49-F238E27FC236}">
                  <a16:creationId xmlns:a16="http://schemas.microsoft.com/office/drawing/2014/main" id="{CE625766-1071-6FE6-1B2E-CB77634047F2}"/>
                </a:ext>
              </a:extLst>
            </p:cNvPr>
            <p:cNvGrpSpPr/>
            <p:nvPr/>
          </p:nvGrpSpPr>
          <p:grpSpPr>
            <a:xfrm>
              <a:off x="1608994" y="2513944"/>
              <a:ext cx="6694196" cy="520700"/>
              <a:chOff x="1608994" y="2513944"/>
              <a:chExt cx="6694196" cy="520700"/>
            </a:xfrm>
          </p:grpSpPr>
          <p:sp>
            <p:nvSpPr>
              <p:cNvPr id="28" name="Elipse 27">
                <a:extLst>
                  <a:ext uri="{FF2B5EF4-FFF2-40B4-BE49-F238E27FC236}">
                    <a16:creationId xmlns:a16="http://schemas.microsoft.com/office/drawing/2014/main" id="{D11DD3AD-D507-E02B-1552-26B900D9700E}"/>
                  </a:ext>
                </a:extLst>
              </p:cNvPr>
              <p:cNvSpPr/>
              <p:nvPr/>
            </p:nvSpPr>
            <p:spPr>
              <a:xfrm>
                <a:off x="1608994" y="2513944"/>
                <a:ext cx="520700" cy="520700"/>
              </a:xfrm>
              <a:prstGeom prst="ellipse">
                <a:avLst/>
              </a:prstGeom>
              <a:solidFill>
                <a:srgbClr val="E76F51"/>
              </a:solidFill>
              <a:ln>
                <a:solidFill>
                  <a:srgbClr val="E76F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29" name="Elipse 28">
                <a:extLst>
                  <a:ext uri="{FF2B5EF4-FFF2-40B4-BE49-F238E27FC236}">
                    <a16:creationId xmlns:a16="http://schemas.microsoft.com/office/drawing/2014/main" id="{D328C2C5-204D-0ABE-0530-1B60369C6BEA}"/>
                  </a:ext>
                </a:extLst>
              </p:cNvPr>
              <p:cNvSpPr/>
              <p:nvPr/>
            </p:nvSpPr>
            <p:spPr>
              <a:xfrm>
                <a:off x="2637910" y="2513944"/>
                <a:ext cx="520700" cy="520700"/>
              </a:xfrm>
              <a:prstGeom prst="ellipse">
                <a:avLst/>
              </a:prstGeom>
              <a:solidFill>
                <a:srgbClr val="E76F51"/>
              </a:solidFill>
              <a:ln>
                <a:solidFill>
                  <a:srgbClr val="E76F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30" name="Elipse 29">
                <a:extLst>
                  <a:ext uri="{FF2B5EF4-FFF2-40B4-BE49-F238E27FC236}">
                    <a16:creationId xmlns:a16="http://schemas.microsoft.com/office/drawing/2014/main" id="{CF3D7253-9577-400D-9F2F-294ADF948B7B}"/>
                  </a:ext>
                </a:extLst>
              </p:cNvPr>
              <p:cNvSpPr/>
              <p:nvPr/>
            </p:nvSpPr>
            <p:spPr>
              <a:xfrm>
                <a:off x="4695742" y="2513944"/>
                <a:ext cx="520700" cy="520700"/>
              </a:xfrm>
              <a:prstGeom prst="ellipse">
                <a:avLst/>
              </a:prstGeom>
              <a:solidFill>
                <a:srgbClr val="E76F51"/>
              </a:solidFill>
              <a:ln>
                <a:solidFill>
                  <a:srgbClr val="E76F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31" name="Elipse 30">
                <a:extLst>
                  <a:ext uri="{FF2B5EF4-FFF2-40B4-BE49-F238E27FC236}">
                    <a16:creationId xmlns:a16="http://schemas.microsoft.com/office/drawing/2014/main" id="{34A8F739-8061-3736-E4F8-21E7016FCE38}"/>
                  </a:ext>
                </a:extLst>
              </p:cNvPr>
              <p:cNvSpPr/>
              <p:nvPr/>
            </p:nvSpPr>
            <p:spPr>
              <a:xfrm>
                <a:off x="3666826" y="2513944"/>
                <a:ext cx="520700" cy="520700"/>
              </a:xfrm>
              <a:prstGeom prst="ellipse">
                <a:avLst/>
              </a:prstGeom>
              <a:solidFill>
                <a:srgbClr val="E76F51"/>
              </a:solidFill>
              <a:ln>
                <a:solidFill>
                  <a:srgbClr val="E76F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32" name="Elipse 31">
                <a:extLst>
                  <a:ext uri="{FF2B5EF4-FFF2-40B4-BE49-F238E27FC236}">
                    <a16:creationId xmlns:a16="http://schemas.microsoft.com/office/drawing/2014/main" id="{13A23C2E-9638-055B-DEAF-98A66531DAB0}"/>
                  </a:ext>
                </a:extLst>
              </p:cNvPr>
              <p:cNvSpPr/>
              <p:nvPr/>
            </p:nvSpPr>
            <p:spPr>
              <a:xfrm>
                <a:off x="5724658" y="2513944"/>
                <a:ext cx="520700" cy="520700"/>
              </a:xfrm>
              <a:prstGeom prst="ellipse">
                <a:avLst/>
              </a:prstGeom>
              <a:solidFill>
                <a:srgbClr val="E76F51"/>
              </a:solidFill>
              <a:ln>
                <a:solidFill>
                  <a:srgbClr val="E76F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34" name="Elipse 33">
                <a:extLst>
                  <a:ext uri="{FF2B5EF4-FFF2-40B4-BE49-F238E27FC236}">
                    <a16:creationId xmlns:a16="http://schemas.microsoft.com/office/drawing/2014/main" id="{EA2BB003-4515-CA79-F418-43165F0F9271}"/>
                  </a:ext>
                </a:extLst>
              </p:cNvPr>
              <p:cNvSpPr/>
              <p:nvPr/>
            </p:nvSpPr>
            <p:spPr>
              <a:xfrm>
                <a:off x="6753574" y="2513944"/>
                <a:ext cx="520700" cy="520700"/>
              </a:xfrm>
              <a:prstGeom prst="ellipse">
                <a:avLst/>
              </a:prstGeom>
              <a:solidFill>
                <a:srgbClr val="E76F51"/>
              </a:solidFill>
              <a:ln>
                <a:solidFill>
                  <a:srgbClr val="E76F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35" name="Elipse 34">
                <a:extLst>
                  <a:ext uri="{FF2B5EF4-FFF2-40B4-BE49-F238E27FC236}">
                    <a16:creationId xmlns:a16="http://schemas.microsoft.com/office/drawing/2014/main" id="{5B17B058-5520-0845-FD5C-109B7B18D604}"/>
                  </a:ext>
                </a:extLst>
              </p:cNvPr>
              <p:cNvSpPr/>
              <p:nvPr/>
            </p:nvSpPr>
            <p:spPr>
              <a:xfrm>
                <a:off x="7782490" y="2513944"/>
                <a:ext cx="520700" cy="520700"/>
              </a:xfrm>
              <a:prstGeom prst="ellipse">
                <a:avLst/>
              </a:prstGeom>
              <a:solidFill>
                <a:srgbClr val="E76F51"/>
              </a:solidFill>
              <a:ln>
                <a:solidFill>
                  <a:srgbClr val="E76F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EF61B4C0-43D1-3F74-B1B2-4560B74378B3}"/>
                </a:ext>
              </a:extLst>
            </p:cNvPr>
            <p:cNvCxnSpPr>
              <a:cxnSpLocks/>
              <a:stCxn id="28" idx="4"/>
              <a:endCxn id="37" idx="0"/>
            </p:cNvCxnSpPr>
            <p:nvPr/>
          </p:nvCxnSpPr>
          <p:spPr>
            <a:xfrm>
              <a:off x="1869344" y="3034644"/>
              <a:ext cx="4839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193171C9-2018-F2E7-ABC1-C25B481EE918}"/>
                </a:ext>
              </a:extLst>
            </p:cNvPr>
            <p:cNvCxnSpPr>
              <a:cxnSpLocks/>
              <a:stCxn id="29" idx="4"/>
              <a:endCxn id="37" idx="0"/>
            </p:cNvCxnSpPr>
            <p:nvPr/>
          </p:nvCxnSpPr>
          <p:spPr>
            <a:xfrm flipH="1">
              <a:off x="2353334" y="3034644"/>
              <a:ext cx="54492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893130A8-CD79-D226-0CFC-DEEFD11B6B5E}"/>
                </a:ext>
              </a:extLst>
            </p:cNvPr>
            <p:cNvCxnSpPr>
              <a:cxnSpLocks/>
              <a:stCxn id="37" idx="0"/>
              <a:endCxn id="31" idx="4"/>
            </p:cNvCxnSpPr>
            <p:nvPr/>
          </p:nvCxnSpPr>
          <p:spPr>
            <a:xfrm flipV="1">
              <a:off x="2353334" y="3034644"/>
              <a:ext cx="157384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cto 65">
              <a:extLst>
                <a:ext uri="{FF2B5EF4-FFF2-40B4-BE49-F238E27FC236}">
                  <a16:creationId xmlns:a16="http://schemas.microsoft.com/office/drawing/2014/main" id="{94A77037-4219-55B3-FB82-FA195ABE7AF5}"/>
                </a:ext>
              </a:extLst>
            </p:cNvPr>
            <p:cNvCxnSpPr>
              <a:cxnSpLocks/>
              <a:stCxn id="37" idx="0"/>
              <a:endCxn id="30" idx="4"/>
            </p:cNvCxnSpPr>
            <p:nvPr/>
          </p:nvCxnSpPr>
          <p:spPr>
            <a:xfrm flipV="1">
              <a:off x="2353334" y="3034644"/>
              <a:ext cx="260275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 recto 68">
              <a:extLst>
                <a:ext uri="{FF2B5EF4-FFF2-40B4-BE49-F238E27FC236}">
                  <a16:creationId xmlns:a16="http://schemas.microsoft.com/office/drawing/2014/main" id="{9DA347C7-F3C8-7D1E-56F1-131493C2B662}"/>
                </a:ext>
              </a:extLst>
            </p:cNvPr>
            <p:cNvCxnSpPr>
              <a:cxnSpLocks/>
              <a:stCxn id="37" idx="0"/>
              <a:endCxn id="32" idx="4"/>
            </p:cNvCxnSpPr>
            <p:nvPr/>
          </p:nvCxnSpPr>
          <p:spPr>
            <a:xfrm flipV="1">
              <a:off x="2353334" y="3034644"/>
              <a:ext cx="3631674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recto 70">
              <a:extLst>
                <a:ext uri="{FF2B5EF4-FFF2-40B4-BE49-F238E27FC236}">
                  <a16:creationId xmlns:a16="http://schemas.microsoft.com/office/drawing/2014/main" id="{B31928B8-28BF-50DC-CDEF-B7F164D4E8F2}"/>
                </a:ext>
              </a:extLst>
            </p:cNvPr>
            <p:cNvCxnSpPr>
              <a:cxnSpLocks/>
              <a:stCxn id="37" idx="0"/>
              <a:endCxn id="34" idx="4"/>
            </p:cNvCxnSpPr>
            <p:nvPr/>
          </p:nvCxnSpPr>
          <p:spPr>
            <a:xfrm flipV="1">
              <a:off x="2353334" y="3034644"/>
              <a:ext cx="46605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2AF62ED3-4443-F903-F991-9A5EAAC32495}"/>
                </a:ext>
              </a:extLst>
            </p:cNvPr>
            <p:cNvCxnSpPr>
              <a:cxnSpLocks/>
              <a:stCxn id="37" idx="0"/>
              <a:endCxn id="35" idx="4"/>
            </p:cNvCxnSpPr>
            <p:nvPr/>
          </p:nvCxnSpPr>
          <p:spPr>
            <a:xfrm flipV="1">
              <a:off x="2353334" y="3034644"/>
              <a:ext cx="568950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cto 74">
              <a:extLst>
                <a:ext uri="{FF2B5EF4-FFF2-40B4-BE49-F238E27FC236}">
                  <a16:creationId xmlns:a16="http://schemas.microsoft.com/office/drawing/2014/main" id="{C37724DC-A761-3F8D-337C-5245BE3D7E17}"/>
                </a:ext>
              </a:extLst>
            </p:cNvPr>
            <p:cNvCxnSpPr>
              <a:cxnSpLocks/>
              <a:stCxn id="39" idx="0"/>
              <a:endCxn id="28" idx="4"/>
            </p:cNvCxnSpPr>
            <p:nvPr/>
          </p:nvCxnSpPr>
          <p:spPr>
            <a:xfrm flipH="1" flipV="1">
              <a:off x="1869344" y="3034644"/>
              <a:ext cx="151290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6FCB88B8-94FE-6E62-9BAB-B7734C1C82E8}"/>
                </a:ext>
              </a:extLst>
            </p:cNvPr>
            <p:cNvCxnSpPr>
              <a:cxnSpLocks/>
              <a:stCxn id="39" idx="0"/>
              <a:endCxn id="29" idx="4"/>
            </p:cNvCxnSpPr>
            <p:nvPr/>
          </p:nvCxnSpPr>
          <p:spPr>
            <a:xfrm flipH="1" flipV="1">
              <a:off x="2898260" y="3034644"/>
              <a:ext cx="4839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43FAD545-BC8A-7356-9072-A4EB59DED79E}"/>
                </a:ext>
              </a:extLst>
            </p:cNvPr>
            <p:cNvCxnSpPr>
              <a:cxnSpLocks/>
              <a:stCxn id="39" idx="0"/>
              <a:endCxn id="31" idx="4"/>
            </p:cNvCxnSpPr>
            <p:nvPr/>
          </p:nvCxnSpPr>
          <p:spPr>
            <a:xfrm flipV="1">
              <a:off x="3382250" y="3034644"/>
              <a:ext cx="54492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3B08681F-6257-8A1B-24B3-AB2D307C8968}"/>
                </a:ext>
              </a:extLst>
            </p:cNvPr>
            <p:cNvCxnSpPr>
              <a:cxnSpLocks/>
              <a:stCxn id="39" idx="0"/>
              <a:endCxn id="30" idx="4"/>
            </p:cNvCxnSpPr>
            <p:nvPr/>
          </p:nvCxnSpPr>
          <p:spPr>
            <a:xfrm flipV="1">
              <a:off x="3382250" y="3034644"/>
              <a:ext cx="157384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82">
              <a:extLst>
                <a:ext uri="{FF2B5EF4-FFF2-40B4-BE49-F238E27FC236}">
                  <a16:creationId xmlns:a16="http://schemas.microsoft.com/office/drawing/2014/main" id="{FE935BBD-A4AC-84AA-F394-CC5076BA318D}"/>
                </a:ext>
              </a:extLst>
            </p:cNvPr>
            <p:cNvCxnSpPr>
              <a:cxnSpLocks/>
              <a:stCxn id="39" idx="0"/>
              <a:endCxn id="32" idx="4"/>
            </p:cNvCxnSpPr>
            <p:nvPr/>
          </p:nvCxnSpPr>
          <p:spPr>
            <a:xfrm flipV="1">
              <a:off x="3382250" y="3034644"/>
              <a:ext cx="260275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84">
              <a:extLst>
                <a:ext uri="{FF2B5EF4-FFF2-40B4-BE49-F238E27FC236}">
                  <a16:creationId xmlns:a16="http://schemas.microsoft.com/office/drawing/2014/main" id="{3E54B786-AE18-4F46-660B-28AEA0638233}"/>
                </a:ext>
              </a:extLst>
            </p:cNvPr>
            <p:cNvCxnSpPr>
              <a:cxnSpLocks/>
              <a:stCxn id="39" idx="0"/>
              <a:endCxn id="34" idx="5"/>
            </p:cNvCxnSpPr>
            <p:nvPr/>
          </p:nvCxnSpPr>
          <p:spPr>
            <a:xfrm flipV="1">
              <a:off x="3382250" y="2958389"/>
              <a:ext cx="3815769" cy="1658931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AAB20E47-05B6-5401-BB29-2958A1ED2CBA}"/>
                </a:ext>
              </a:extLst>
            </p:cNvPr>
            <p:cNvCxnSpPr>
              <a:cxnSpLocks/>
              <a:stCxn id="39" idx="0"/>
              <a:endCxn id="35" idx="4"/>
            </p:cNvCxnSpPr>
            <p:nvPr/>
          </p:nvCxnSpPr>
          <p:spPr>
            <a:xfrm flipV="1">
              <a:off x="3382250" y="3034644"/>
              <a:ext cx="46605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ector recto 88">
              <a:extLst>
                <a:ext uri="{FF2B5EF4-FFF2-40B4-BE49-F238E27FC236}">
                  <a16:creationId xmlns:a16="http://schemas.microsoft.com/office/drawing/2014/main" id="{4E27C8C9-D4EE-80F2-D95A-4406BA7F95D5}"/>
                </a:ext>
              </a:extLst>
            </p:cNvPr>
            <p:cNvCxnSpPr>
              <a:cxnSpLocks/>
              <a:stCxn id="38" idx="0"/>
              <a:endCxn id="28" idx="4"/>
            </p:cNvCxnSpPr>
            <p:nvPr/>
          </p:nvCxnSpPr>
          <p:spPr>
            <a:xfrm flipH="1" flipV="1">
              <a:off x="1869344" y="3034644"/>
              <a:ext cx="254182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ector recto 90">
              <a:extLst>
                <a:ext uri="{FF2B5EF4-FFF2-40B4-BE49-F238E27FC236}">
                  <a16:creationId xmlns:a16="http://schemas.microsoft.com/office/drawing/2014/main" id="{91685625-4259-4C3F-D056-740215ED6F5B}"/>
                </a:ext>
              </a:extLst>
            </p:cNvPr>
            <p:cNvCxnSpPr>
              <a:cxnSpLocks/>
              <a:stCxn id="38" idx="0"/>
              <a:endCxn id="29" idx="4"/>
            </p:cNvCxnSpPr>
            <p:nvPr/>
          </p:nvCxnSpPr>
          <p:spPr>
            <a:xfrm flipH="1" flipV="1">
              <a:off x="2898260" y="3034644"/>
              <a:ext cx="151290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ector recto 92">
              <a:extLst>
                <a:ext uri="{FF2B5EF4-FFF2-40B4-BE49-F238E27FC236}">
                  <a16:creationId xmlns:a16="http://schemas.microsoft.com/office/drawing/2014/main" id="{2FD79EA1-1893-26CE-96AF-39FC1EC99D5D}"/>
                </a:ext>
              </a:extLst>
            </p:cNvPr>
            <p:cNvCxnSpPr>
              <a:cxnSpLocks/>
              <a:stCxn id="38" idx="0"/>
              <a:endCxn id="31" idx="4"/>
            </p:cNvCxnSpPr>
            <p:nvPr/>
          </p:nvCxnSpPr>
          <p:spPr>
            <a:xfrm flipH="1" flipV="1">
              <a:off x="3927176" y="3034644"/>
              <a:ext cx="4839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ector recto 94">
              <a:extLst>
                <a:ext uri="{FF2B5EF4-FFF2-40B4-BE49-F238E27FC236}">
                  <a16:creationId xmlns:a16="http://schemas.microsoft.com/office/drawing/2014/main" id="{8C033E2D-7F79-461B-85A7-8E1716039C8A}"/>
                </a:ext>
              </a:extLst>
            </p:cNvPr>
            <p:cNvCxnSpPr>
              <a:cxnSpLocks/>
              <a:stCxn id="38" idx="0"/>
              <a:endCxn id="30" idx="4"/>
            </p:cNvCxnSpPr>
            <p:nvPr/>
          </p:nvCxnSpPr>
          <p:spPr>
            <a:xfrm flipV="1">
              <a:off x="4411166" y="3034644"/>
              <a:ext cx="54492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ector recto 96">
              <a:extLst>
                <a:ext uri="{FF2B5EF4-FFF2-40B4-BE49-F238E27FC236}">
                  <a16:creationId xmlns:a16="http://schemas.microsoft.com/office/drawing/2014/main" id="{57C99283-122B-68C9-F1F4-C7F394BECE32}"/>
                </a:ext>
              </a:extLst>
            </p:cNvPr>
            <p:cNvCxnSpPr>
              <a:cxnSpLocks/>
              <a:stCxn id="38" idx="0"/>
              <a:endCxn id="32" idx="4"/>
            </p:cNvCxnSpPr>
            <p:nvPr/>
          </p:nvCxnSpPr>
          <p:spPr>
            <a:xfrm flipV="1">
              <a:off x="4411166" y="3034644"/>
              <a:ext cx="157384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ector recto 98">
              <a:extLst>
                <a:ext uri="{FF2B5EF4-FFF2-40B4-BE49-F238E27FC236}">
                  <a16:creationId xmlns:a16="http://schemas.microsoft.com/office/drawing/2014/main" id="{D8BFB154-38B7-3A70-6B05-4E3EC534EA9D}"/>
                </a:ext>
              </a:extLst>
            </p:cNvPr>
            <p:cNvCxnSpPr>
              <a:cxnSpLocks/>
              <a:stCxn id="38" idx="0"/>
              <a:endCxn id="34" idx="4"/>
            </p:cNvCxnSpPr>
            <p:nvPr/>
          </p:nvCxnSpPr>
          <p:spPr>
            <a:xfrm flipV="1">
              <a:off x="4411166" y="3034644"/>
              <a:ext cx="260275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ector recto 100">
              <a:extLst>
                <a:ext uri="{FF2B5EF4-FFF2-40B4-BE49-F238E27FC236}">
                  <a16:creationId xmlns:a16="http://schemas.microsoft.com/office/drawing/2014/main" id="{A7502B21-3B3B-FFC8-674E-2C7DA86C403B}"/>
                </a:ext>
              </a:extLst>
            </p:cNvPr>
            <p:cNvCxnSpPr>
              <a:cxnSpLocks/>
              <a:stCxn id="38" idx="0"/>
              <a:endCxn id="35" idx="4"/>
            </p:cNvCxnSpPr>
            <p:nvPr/>
          </p:nvCxnSpPr>
          <p:spPr>
            <a:xfrm flipV="1">
              <a:off x="4411166" y="3034644"/>
              <a:ext cx="3631674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ector recto 102">
              <a:extLst>
                <a:ext uri="{FF2B5EF4-FFF2-40B4-BE49-F238E27FC236}">
                  <a16:creationId xmlns:a16="http://schemas.microsoft.com/office/drawing/2014/main" id="{C4CF040D-98FC-6F06-95BC-FC34336E7F11}"/>
                </a:ext>
              </a:extLst>
            </p:cNvPr>
            <p:cNvCxnSpPr>
              <a:cxnSpLocks/>
              <a:stCxn id="40" idx="0"/>
              <a:endCxn id="28" idx="4"/>
            </p:cNvCxnSpPr>
            <p:nvPr/>
          </p:nvCxnSpPr>
          <p:spPr>
            <a:xfrm flipH="1" flipV="1">
              <a:off x="1869344" y="3034644"/>
              <a:ext cx="357073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ector recto 104">
              <a:extLst>
                <a:ext uri="{FF2B5EF4-FFF2-40B4-BE49-F238E27FC236}">
                  <a16:creationId xmlns:a16="http://schemas.microsoft.com/office/drawing/2014/main" id="{45F0C226-A48E-88EC-8AFF-CDF2B31806D3}"/>
                </a:ext>
              </a:extLst>
            </p:cNvPr>
            <p:cNvCxnSpPr>
              <a:cxnSpLocks/>
              <a:stCxn id="40" idx="0"/>
              <a:endCxn id="28" idx="4"/>
            </p:cNvCxnSpPr>
            <p:nvPr/>
          </p:nvCxnSpPr>
          <p:spPr>
            <a:xfrm flipH="1" flipV="1">
              <a:off x="1869344" y="3034644"/>
              <a:ext cx="357073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ector recto 108">
              <a:extLst>
                <a:ext uri="{FF2B5EF4-FFF2-40B4-BE49-F238E27FC236}">
                  <a16:creationId xmlns:a16="http://schemas.microsoft.com/office/drawing/2014/main" id="{C74E087D-723E-39E6-B8DC-6231A1074921}"/>
                </a:ext>
              </a:extLst>
            </p:cNvPr>
            <p:cNvCxnSpPr>
              <a:cxnSpLocks/>
              <a:stCxn id="40" idx="0"/>
              <a:endCxn id="31" idx="4"/>
            </p:cNvCxnSpPr>
            <p:nvPr/>
          </p:nvCxnSpPr>
          <p:spPr>
            <a:xfrm flipH="1" flipV="1">
              <a:off x="3927176" y="3034644"/>
              <a:ext cx="151290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ector recto 110">
              <a:extLst>
                <a:ext uri="{FF2B5EF4-FFF2-40B4-BE49-F238E27FC236}">
                  <a16:creationId xmlns:a16="http://schemas.microsoft.com/office/drawing/2014/main" id="{A9DCA557-49D6-0234-C87A-ADE80E729280}"/>
                </a:ext>
              </a:extLst>
            </p:cNvPr>
            <p:cNvCxnSpPr>
              <a:cxnSpLocks/>
              <a:stCxn id="40" idx="0"/>
              <a:endCxn id="30" idx="4"/>
            </p:cNvCxnSpPr>
            <p:nvPr/>
          </p:nvCxnSpPr>
          <p:spPr>
            <a:xfrm flipH="1" flipV="1">
              <a:off x="4956092" y="3034644"/>
              <a:ext cx="4839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ector recto 112">
              <a:extLst>
                <a:ext uri="{FF2B5EF4-FFF2-40B4-BE49-F238E27FC236}">
                  <a16:creationId xmlns:a16="http://schemas.microsoft.com/office/drawing/2014/main" id="{2F82DC64-43FA-C19E-F5F0-AA842225EA98}"/>
                </a:ext>
              </a:extLst>
            </p:cNvPr>
            <p:cNvCxnSpPr>
              <a:cxnSpLocks/>
              <a:stCxn id="40" idx="0"/>
              <a:endCxn id="32" idx="4"/>
            </p:cNvCxnSpPr>
            <p:nvPr/>
          </p:nvCxnSpPr>
          <p:spPr>
            <a:xfrm flipV="1">
              <a:off x="5440082" y="3034644"/>
              <a:ext cx="54492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ector recto 114">
              <a:extLst>
                <a:ext uri="{FF2B5EF4-FFF2-40B4-BE49-F238E27FC236}">
                  <a16:creationId xmlns:a16="http://schemas.microsoft.com/office/drawing/2014/main" id="{09E9B7A6-A3FE-54DC-F55A-43863C99B33E}"/>
                </a:ext>
              </a:extLst>
            </p:cNvPr>
            <p:cNvCxnSpPr>
              <a:cxnSpLocks/>
              <a:stCxn id="40" idx="0"/>
              <a:endCxn id="34" idx="4"/>
            </p:cNvCxnSpPr>
            <p:nvPr/>
          </p:nvCxnSpPr>
          <p:spPr>
            <a:xfrm flipV="1">
              <a:off x="5440082" y="3034644"/>
              <a:ext cx="157384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ector recto 116">
              <a:extLst>
                <a:ext uri="{FF2B5EF4-FFF2-40B4-BE49-F238E27FC236}">
                  <a16:creationId xmlns:a16="http://schemas.microsoft.com/office/drawing/2014/main" id="{F1138C77-7D0A-8D28-AC92-34850C970878}"/>
                </a:ext>
              </a:extLst>
            </p:cNvPr>
            <p:cNvCxnSpPr>
              <a:cxnSpLocks/>
              <a:stCxn id="40" idx="0"/>
              <a:endCxn id="35" idx="4"/>
            </p:cNvCxnSpPr>
            <p:nvPr/>
          </p:nvCxnSpPr>
          <p:spPr>
            <a:xfrm flipV="1">
              <a:off x="5440082" y="3034644"/>
              <a:ext cx="260275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ector recto 119">
              <a:extLst>
                <a:ext uri="{FF2B5EF4-FFF2-40B4-BE49-F238E27FC236}">
                  <a16:creationId xmlns:a16="http://schemas.microsoft.com/office/drawing/2014/main" id="{2EC92D65-3F6E-2A69-16F3-451B5437B0D5}"/>
                </a:ext>
              </a:extLst>
            </p:cNvPr>
            <p:cNvCxnSpPr>
              <a:cxnSpLocks/>
              <a:stCxn id="41" idx="0"/>
              <a:endCxn id="28" idx="4"/>
            </p:cNvCxnSpPr>
            <p:nvPr/>
          </p:nvCxnSpPr>
          <p:spPr>
            <a:xfrm flipH="1" flipV="1">
              <a:off x="1869344" y="3034644"/>
              <a:ext cx="4599654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ector recto 121">
              <a:extLst>
                <a:ext uri="{FF2B5EF4-FFF2-40B4-BE49-F238E27FC236}">
                  <a16:creationId xmlns:a16="http://schemas.microsoft.com/office/drawing/2014/main" id="{99677BD8-268B-8996-7327-C052FE2D7B3F}"/>
                </a:ext>
              </a:extLst>
            </p:cNvPr>
            <p:cNvCxnSpPr>
              <a:cxnSpLocks/>
              <a:stCxn id="41" idx="0"/>
              <a:endCxn id="29" idx="4"/>
            </p:cNvCxnSpPr>
            <p:nvPr/>
          </p:nvCxnSpPr>
          <p:spPr>
            <a:xfrm flipH="1" flipV="1">
              <a:off x="2898260" y="3034644"/>
              <a:ext cx="357073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ector recto 123">
              <a:extLst>
                <a:ext uri="{FF2B5EF4-FFF2-40B4-BE49-F238E27FC236}">
                  <a16:creationId xmlns:a16="http://schemas.microsoft.com/office/drawing/2014/main" id="{BBB1D774-E1D8-B99E-72CC-D67D9F233FAB}"/>
                </a:ext>
              </a:extLst>
            </p:cNvPr>
            <p:cNvCxnSpPr>
              <a:cxnSpLocks/>
              <a:stCxn id="41" idx="0"/>
              <a:endCxn id="31" idx="4"/>
            </p:cNvCxnSpPr>
            <p:nvPr/>
          </p:nvCxnSpPr>
          <p:spPr>
            <a:xfrm flipH="1" flipV="1">
              <a:off x="3927176" y="3034644"/>
              <a:ext cx="254182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ector recto 125">
              <a:extLst>
                <a:ext uri="{FF2B5EF4-FFF2-40B4-BE49-F238E27FC236}">
                  <a16:creationId xmlns:a16="http://schemas.microsoft.com/office/drawing/2014/main" id="{83E2E18C-5366-8A9E-EDA7-70759DD72B52}"/>
                </a:ext>
              </a:extLst>
            </p:cNvPr>
            <p:cNvCxnSpPr>
              <a:cxnSpLocks/>
              <a:stCxn id="41" idx="0"/>
              <a:endCxn id="30" idx="4"/>
            </p:cNvCxnSpPr>
            <p:nvPr/>
          </p:nvCxnSpPr>
          <p:spPr>
            <a:xfrm flipH="1" flipV="1">
              <a:off x="4956092" y="3034644"/>
              <a:ext cx="151290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ector recto 127">
              <a:extLst>
                <a:ext uri="{FF2B5EF4-FFF2-40B4-BE49-F238E27FC236}">
                  <a16:creationId xmlns:a16="http://schemas.microsoft.com/office/drawing/2014/main" id="{20D1BFF7-74BC-F0B7-A7B4-6549EE7400A2}"/>
                </a:ext>
              </a:extLst>
            </p:cNvPr>
            <p:cNvCxnSpPr>
              <a:cxnSpLocks/>
              <a:stCxn id="41" idx="0"/>
              <a:endCxn id="32" idx="4"/>
            </p:cNvCxnSpPr>
            <p:nvPr/>
          </p:nvCxnSpPr>
          <p:spPr>
            <a:xfrm flipH="1" flipV="1">
              <a:off x="5985008" y="3034644"/>
              <a:ext cx="4839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ector recto 130">
              <a:extLst>
                <a:ext uri="{FF2B5EF4-FFF2-40B4-BE49-F238E27FC236}">
                  <a16:creationId xmlns:a16="http://schemas.microsoft.com/office/drawing/2014/main" id="{4675006F-D549-77F4-7E0F-62B9BF4E8A84}"/>
                </a:ext>
              </a:extLst>
            </p:cNvPr>
            <p:cNvCxnSpPr>
              <a:cxnSpLocks/>
              <a:stCxn id="41" idx="0"/>
              <a:endCxn id="34" idx="4"/>
            </p:cNvCxnSpPr>
            <p:nvPr/>
          </p:nvCxnSpPr>
          <p:spPr>
            <a:xfrm flipV="1">
              <a:off x="6468998" y="3034644"/>
              <a:ext cx="54492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ector recto 132">
              <a:extLst>
                <a:ext uri="{FF2B5EF4-FFF2-40B4-BE49-F238E27FC236}">
                  <a16:creationId xmlns:a16="http://schemas.microsoft.com/office/drawing/2014/main" id="{960EF58A-253A-8616-DC7A-E39252EC2171}"/>
                </a:ext>
              </a:extLst>
            </p:cNvPr>
            <p:cNvCxnSpPr>
              <a:cxnSpLocks/>
              <a:stCxn id="41" idx="0"/>
              <a:endCxn id="35" idx="4"/>
            </p:cNvCxnSpPr>
            <p:nvPr/>
          </p:nvCxnSpPr>
          <p:spPr>
            <a:xfrm flipV="1">
              <a:off x="6468998" y="3034644"/>
              <a:ext cx="157384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ector recto 134">
              <a:extLst>
                <a:ext uri="{FF2B5EF4-FFF2-40B4-BE49-F238E27FC236}">
                  <a16:creationId xmlns:a16="http://schemas.microsoft.com/office/drawing/2014/main" id="{4AEC5558-A227-5FD5-89BA-BC3A44741D61}"/>
                </a:ext>
              </a:extLst>
            </p:cNvPr>
            <p:cNvCxnSpPr>
              <a:cxnSpLocks/>
              <a:stCxn id="42" idx="0"/>
              <a:endCxn id="28" idx="4"/>
            </p:cNvCxnSpPr>
            <p:nvPr/>
          </p:nvCxnSpPr>
          <p:spPr>
            <a:xfrm flipH="1" flipV="1">
              <a:off x="1869344" y="3034644"/>
              <a:ext cx="562857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ector recto 136">
              <a:extLst>
                <a:ext uri="{FF2B5EF4-FFF2-40B4-BE49-F238E27FC236}">
                  <a16:creationId xmlns:a16="http://schemas.microsoft.com/office/drawing/2014/main" id="{A323F132-E628-DA34-A872-04FAD5DD6D8E}"/>
                </a:ext>
              </a:extLst>
            </p:cNvPr>
            <p:cNvCxnSpPr>
              <a:cxnSpLocks/>
              <a:stCxn id="42" idx="0"/>
              <a:endCxn id="29" idx="4"/>
            </p:cNvCxnSpPr>
            <p:nvPr/>
          </p:nvCxnSpPr>
          <p:spPr>
            <a:xfrm flipH="1" flipV="1">
              <a:off x="2898260" y="3034644"/>
              <a:ext cx="4599654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ector recto 138">
              <a:extLst>
                <a:ext uri="{FF2B5EF4-FFF2-40B4-BE49-F238E27FC236}">
                  <a16:creationId xmlns:a16="http://schemas.microsoft.com/office/drawing/2014/main" id="{04C5F14E-31A5-ECAE-57DB-F6F369A71229}"/>
                </a:ext>
              </a:extLst>
            </p:cNvPr>
            <p:cNvCxnSpPr>
              <a:cxnSpLocks/>
              <a:stCxn id="42" idx="0"/>
              <a:endCxn id="31" idx="4"/>
            </p:cNvCxnSpPr>
            <p:nvPr/>
          </p:nvCxnSpPr>
          <p:spPr>
            <a:xfrm flipH="1" flipV="1">
              <a:off x="3927176" y="3034644"/>
              <a:ext cx="357073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ector recto 140">
              <a:extLst>
                <a:ext uri="{FF2B5EF4-FFF2-40B4-BE49-F238E27FC236}">
                  <a16:creationId xmlns:a16="http://schemas.microsoft.com/office/drawing/2014/main" id="{68A6BA0B-8DA9-7DB9-F3C7-E757313FFA84}"/>
                </a:ext>
              </a:extLst>
            </p:cNvPr>
            <p:cNvCxnSpPr>
              <a:cxnSpLocks/>
              <a:stCxn id="42" idx="0"/>
              <a:endCxn id="30" idx="4"/>
            </p:cNvCxnSpPr>
            <p:nvPr/>
          </p:nvCxnSpPr>
          <p:spPr>
            <a:xfrm flipH="1" flipV="1">
              <a:off x="4956092" y="3034644"/>
              <a:ext cx="254182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ector recto 143">
              <a:extLst>
                <a:ext uri="{FF2B5EF4-FFF2-40B4-BE49-F238E27FC236}">
                  <a16:creationId xmlns:a16="http://schemas.microsoft.com/office/drawing/2014/main" id="{28AA9336-8F39-FCAB-2B5E-CDE02CCF3FD3}"/>
                </a:ext>
              </a:extLst>
            </p:cNvPr>
            <p:cNvCxnSpPr>
              <a:cxnSpLocks/>
              <a:stCxn id="42" idx="0"/>
              <a:endCxn id="32" idx="4"/>
            </p:cNvCxnSpPr>
            <p:nvPr/>
          </p:nvCxnSpPr>
          <p:spPr>
            <a:xfrm flipH="1" flipV="1">
              <a:off x="5985008" y="3034644"/>
              <a:ext cx="151290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ector recto 145">
              <a:extLst>
                <a:ext uri="{FF2B5EF4-FFF2-40B4-BE49-F238E27FC236}">
                  <a16:creationId xmlns:a16="http://schemas.microsoft.com/office/drawing/2014/main" id="{3553620E-27BD-ABE5-59CA-0DF0769E5FFE}"/>
                </a:ext>
              </a:extLst>
            </p:cNvPr>
            <p:cNvCxnSpPr>
              <a:cxnSpLocks/>
              <a:stCxn id="42" idx="0"/>
              <a:endCxn id="34" idx="4"/>
            </p:cNvCxnSpPr>
            <p:nvPr/>
          </p:nvCxnSpPr>
          <p:spPr>
            <a:xfrm flipH="1" flipV="1">
              <a:off x="7013924" y="3034644"/>
              <a:ext cx="4839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ector recto 147">
              <a:extLst>
                <a:ext uri="{FF2B5EF4-FFF2-40B4-BE49-F238E27FC236}">
                  <a16:creationId xmlns:a16="http://schemas.microsoft.com/office/drawing/2014/main" id="{0FD2B905-47E9-4736-7E48-B64AE81AB294}"/>
                </a:ext>
              </a:extLst>
            </p:cNvPr>
            <p:cNvCxnSpPr>
              <a:cxnSpLocks/>
              <a:stCxn id="42" idx="0"/>
              <a:endCxn id="35" idx="4"/>
            </p:cNvCxnSpPr>
            <p:nvPr/>
          </p:nvCxnSpPr>
          <p:spPr>
            <a:xfrm flipV="1">
              <a:off x="7497914" y="3034644"/>
              <a:ext cx="54492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9" name="Grupo 348">
              <a:extLst>
                <a:ext uri="{FF2B5EF4-FFF2-40B4-BE49-F238E27FC236}">
                  <a16:creationId xmlns:a16="http://schemas.microsoft.com/office/drawing/2014/main" id="{C485CD26-B4B7-3C03-5E30-D2E1041DC2CC}"/>
                </a:ext>
              </a:extLst>
            </p:cNvPr>
            <p:cNvGrpSpPr/>
            <p:nvPr/>
          </p:nvGrpSpPr>
          <p:grpSpPr>
            <a:xfrm>
              <a:off x="2092984" y="4617320"/>
              <a:ext cx="5665280" cy="1303906"/>
              <a:chOff x="2092984" y="4617320"/>
              <a:chExt cx="5665280" cy="1303906"/>
            </a:xfrm>
          </p:grpSpPr>
          <p:cxnSp>
            <p:nvCxnSpPr>
              <p:cNvPr id="27" name="Conector recto 26">
                <a:extLst>
                  <a:ext uri="{FF2B5EF4-FFF2-40B4-BE49-F238E27FC236}">
                    <a16:creationId xmlns:a16="http://schemas.microsoft.com/office/drawing/2014/main" id="{7143DD51-CB00-0889-28E4-4E65D22D28D1}"/>
                  </a:ext>
                </a:extLst>
              </p:cNvPr>
              <p:cNvCxnSpPr>
                <a:cxnSpLocks/>
                <a:stCxn id="42" idx="4"/>
              </p:cNvCxnSpPr>
              <p:nvPr/>
            </p:nvCxnSpPr>
            <p:spPr>
              <a:xfrm flipH="1">
                <a:off x="7235725" y="5138020"/>
                <a:ext cx="262189" cy="783206"/>
              </a:xfrm>
              <a:prstGeom prst="line">
                <a:avLst/>
              </a:prstGeom>
              <a:ln>
                <a:solidFill>
                  <a:srgbClr val="3F748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Conector recto 20">
                <a:extLst>
                  <a:ext uri="{FF2B5EF4-FFF2-40B4-BE49-F238E27FC236}">
                    <a16:creationId xmlns:a16="http://schemas.microsoft.com/office/drawing/2014/main" id="{8473394B-F9E9-C0CF-12DD-CA9536C68B53}"/>
                  </a:ext>
                </a:extLst>
              </p:cNvPr>
              <p:cNvCxnSpPr>
                <a:cxnSpLocks/>
                <a:stCxn id="41" idx="4"/>
              </p:cNvCxnSpPr>
              <p:nvPr/>
            </p:nvCxnSpPr>
            <p:spPr>
              <a:xfrm flipH="1">
                <a:off x="6349649" y="5138020"/>
                <a:ext cx="119349" cy="665707"/>
              </a:xfrm>
              <a:prstGeom prst="line">
                <a:avLst/>
              </a:prstGeom>
              <a:ln>
                <a:solidFill>
                  <a:srgbClr val="3F748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ector recto 14">
                <a:extLst>
                  <a:ext uri="{FF2B5EF4-FFF2-40B4-BE49-F238E27FC236}">
                    <a16:creationId xmlns:a16="http://schemas.microsoft.com/office/drawing/2014/main" id="{796FF391-C80C-3A3B-AA34-BF6425F5A9FC}"/>
                  </a:ext>
                </a:extLst>
              </p:cNvPr>
              <p:cNvCxnSpPr>
                <a:cxnSpLocks/>
                <a:stCxn id="40" idx="4"/>
              </p:cNvCxnSpPr>
              <p:nvPr/>
            </p:nvCxnSpPr>
            <p:spPr>
              <a:xfrm flipH="1">
                <a:off x="5284263" y="5138020"/>
                <a:ext cx="155819" cy="628077"/>
              </a:xfrm>
              <a:prstGeom prst="line">
                <a:avLst/>
              </a:prstGeom>
              <a:ln>
                <a:solidFill>
                  <a:srgbClr val="3F748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ector recto 11">
                <a:extLst>
                  <a:ext uri="{FF2B5EF4-FFF2-40B4-BE49-F238E27FC236}">
                    <a16:creationId xmlns:a16="http://schemas.microsoft.com/office/drawing/2014/main" id="{2646B054-7E8C-0D56-86DF-65DCE81D8A52}"/>
                  </a:ext>
                </a:extLst>
              </p:cNvPr>
              <p:cNvCxnSpPr>
                <a:cxnSpLocks/>
                <a:stCxn id="38" idx="4"/>
              </p:cNvCxnSpPr>
              <p:nvPr/>
            </p:nvCxnSpPr>
            <p:spPr>
              <a:xfrm>
                <a:off x="4411166" y="5138020"/>
                <a:ext cx="160834" cy="716061"/>
              </a:xfrm>
              <a:prstGeom prst="line">
                <a:avLst/>
              </a:prstGeom>
              <a:ln>
                <a:solidFill>
                  <a:srgbClr val="3F748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ector recto 42">
                <a:extLst>
                  <a:ext uri="{FF2B5EF4-FFF2-40B4-BE49-F238E27FC236}">
                    <a16:creationId xmlns:a16="http://schemas.microsoft.com/office/drawing/2014/main" id="{37811B76-100B-BE47-3FD5-D1D55C7C403C}"/>
                  </a:ext>
                </a:extLst>
              </p:cNvPr>
              <p:cNvCxnSpPr>
                <a:cxnSpLocks/>
                <a:stCxn id="39" idx="4"/>
              </p:cNvCxnSpPr>
              <p:nvPr/>
            </p:nvCxnSpPr>
            <p:spPr>
              <a:xfrm>
                <a:off x="3382250" y="5138020"/>
                <a:ext cx="128984" cy="758603"/>
              </a:xfrm>
              <a:prstGeom prst="line">
                <a:avLst/>
              </a:prstGeom>
              <a:ln>
                <a:solidFill>
                  <a:srgbClr val="3F748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Conector recto 6">
                <a:extLst>
                  <a:ext uri="{FF2B5EF4-FFF2-40B4-BE49-F238E27FC236}">
                    <a16:creationId xmlns:a16="http://schemas.microsoft.com/office/drawing/2014/main" id="{CCB49DFC-CFD9-B93A-3264-DFE6EC4DDECB}"/>
                  </a:ext>
                </a:extLst>
              </p:cNvPr>
              <p:cNvCxnSpPr>
                <a:cxnSpLocks/>
                <a:stCxn id="37" idx="4"/>
              </p:cNvCxnSpPr>
              <p:nvPr/>
            </p:nvCxnSpPr>
            <p:spPr>
              <a:xfrm>
                <a:off x="2353334" y="5138020"/>
                <a:ext cx="117777" cy="783206"/>
              </a:xfrm>
              <a:prstGeom prst="line">
                <a:avLst/>
              </a:prstGeom>
              <a:ln>
                <a:solidFill>
                  <a:srgbClr val="3F748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7" name="Grupo 326">
                <a:extLst>
                  <a:ext uri="{FF2B5EF4-FFF2-40B4-BE49-F238E27FC236}">
                    <a16:creationId xmlns:a16="http://schemas.microsoft.com/office/drawing/2014/main" id="{0FD0AB3A-DE89-4D9F-B634-7D8B72458D4E}"/>
                  </a:ext>
                </a:extLst>
              </p:cNvPr>
              <p:cNvGrpSpPr/>
              <p:nvPr/>
            </p:nvGrpSpPr>
            <p:grpSpPr>
              <a:xfrm>
                <a:off x="2092984" y="4617320"/>
                <a:ext cx="5665280" cy="520700"/>
                <a:chOff x="2092984" y="4617320"/>
                <a:chExt cx="5665280" cy="520700"/>
              </a:xfrm>
            </p:grpSpPr>
            <p:sp>
              <p:nvSpPr>
                <p:cNvPr id="37" name="Elipse 36">
                  <a:extLst>
                    <a:ext uri="{FF2B5EF4-FFF2-40B4-BE49-F238E27FC236}">
                      <a16:creationId xmlns:a16="http://schemas.microsoft.com/office/drawing/2014/main" id="{7DA819CD-47DF-5B34-9961-A0694466EBE2}"/>
                    </a:ext>
                  </a:extLst>
                </p:cNvPr>
                <p:cNvSpPr/>
                <p:nvPr/>
              </p:nvSpPr>
              <p:spPr>
                <a:xfrm>
                  <a:off x="2092984" y="4617320"/>
                  <a:ext cx="520700" cy="520700"/>
                </a:xfrm>
                <a:prstGeom prst="ellipse">
                  <a:avLst/>
                </a:prstGeom>
                <a:solidFill>
                  <a:srgbClr val="264653"/>
                </a:solidFill>
                <a:ln>
                  <a:solidFill>
                    <a:srgbClr val="26465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38" name="Elipse 37">
                  <a:extLst>
                    <a:ext uri="{FF2B5EF4-FFF2-40B4-BE49-F238E27FC236}">
                      <a16:creationId xmlns:a16="http://schemas.microsoft.com/office/drawing/2014/main" id="{87D301D5-F3F0-813D-DB08-B7296B6D2EF1}"/>
                    </a:ext>
                  </a:extLst>
                </p:cNvPr>
                <p:cNvSpPr/>
                <p:nvPr/>
              </p:nvSpPr>
              <p:spPr>
                <a:xfrm>
                  <a:off x="4150816" y="4617320"/>
                  <a:ext cx="520700" cy="520700"/>
                </a:xfrm>
                <a:prstGeom prst="ellipse">
                  <a:avLst/>
                </a:prstGeom>
                <a:solidFill>
                  <a:srgbClr val="264653"/>
                </a:solidFill>
                <a:ln>
                  <a:solidFill>
                    <a:srgbClr val="26465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39" name="Elipse 38">
                  <a:extLst>
                    <a:ext uri="{FF2B5EF4-FFF2-40B4-BE49-F238E27FC236}">
                      <a16:creationId xmlns:a16="http://schemas.microsoft.com/office/drawing/2014/main" id="{DDA7997D-B575-FC43-0601-01659B4C1F6D}"/>
                    </a:ext>
                  </a:extLst>
                </p:cNvPr>
                <p:cNvSpPr/>
                <p:nvPr/>
              </p:nvSpPr>
              <p:spPr>
                <a:xfrm>
                  <a:off x="3121900" y="4617320"/>
                  <a:ext cx="520700" cy="520700"/>
                </a:xfrm>
                <a:prstGeom prst="ellipse">
                  <a:avLst/>
                </a:prstGeom>
                <a:solidFill>
                  <a:srgbClr val="264653"/>
                </a:solidFill>
                <a:ln>
                  <a:solidFill>
                    <a:srgbClr val="26465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40" name="Elipse 39">
                  <a:extLst>
                    <a:ext uri="{FF2B5EF4-FFF2-40B4-BE49-F238E27FC236}">
                      <a16:creationId xmlns:a16="http://schemas.microsoft.com/office/drawing/2014/main" id="{5B0690B1-5B32-1D44-97BB-1BCAC70BD930}"/>
                    </a:ext>
                  </a:extLst>
                </p:cNvPr>
                <p:cNvSpPr/>
                <p:nvPr/>
              </p:nvSpPr>
              <p:spPr>
                <a:xfrm>
                  <a:off x="5179732" y="4617320"/>
                  <a:ext cx="520700" cy="520700"/>
                </a:xfrm>
                <a:prstGeom prst="ellipse">
                  <a:avLst/>
                </a:prstGeom>
                <a:solidFill>
                  <a:srgbClr val="264653"/>
                </a:solidFill>
                <a:ln>
                  <a:solidFill>
                    <a:srgbClr val="26465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41" name="Elipse 40">
                  <a:extLst>
                    <a:ext uri="{FF2B5EF4-FFF2-40B4-BE49-F238E27FC236}">
                      <a16:creationId xmlns:a16="http://schemas.microsoft.com/office/drawing/2014/main" id="{FA958725-7DD8-B147-F79C-5D646D9730AB}"/>
                    </a:ext>
                  </a:extLst>
                </p:cNvPr>
                <p:cNvSpPr/>
                <p:nvPr/>
              </p:nvSpPr>
              <p:spPr>
                <a:xfrm>
                  <a:off x="6208648" y="4617320"/>
                  <a:ext cx="520700" cy="520700"/>
                </a:xfrm>
                <a:prstGeom prst="ellipse">
                  <a:avLst/>
                </a:prstGeom>
                <a:solidFill>
                  <a:srgbClr val="264653"/>
                </a:solidFill>
                <a:ln>
                  <a:solidFill>
                    <a:srgbClr val="26465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42" name="Elipse 41">
                  <a:extLst>
                    <a:ext uri="{FF2B5EF4-FFF2-40B4-BE49-F238E27FC236}">
                      <a16:creationId xmlns:a16="http://schemas.microsoft.com/office/drawing/2014/main" id="{1842949E-48FA-4147-15B0-C126814BDBC4}"/>
                    </a:ext>
                  </a:extLst>
                </p:cNvPr>
                <p:cNvSpPr/>
                <p:nvPr/>
              </p:nvSpPr>
              <p:spPr>
                <a:xfrm>
                  <a:off x="7237564" y="4617320"/>
                  <a:ext cx="520700" cy="520700"/>
                </a:xfrm>
                <a:prstGeom prst="ellipse">
                  <a:avLst/>
                </a:prstGeom>
                <a:solidFill>
                  <a:srgbClr val="264653"/>
                </a:solidFill>
                <a:ln>
                  <a:solidFill>
                    <a:srgbClr val="26465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cxnSp>
            <p:nvCxnSpPr>
              <p:cNvPr id="88" name="Conector recto 87">
                <a:extLst>
                  <a:ext uri="{FF2B5EF4-FFF2-40B4-BE49-F238E27FC236}">
                    <a16:creationId xmlns:a16="http://schemas.microsoft.com/office/drawing/2014/main" id="{43207251-E9FE-8710-67C0-E268F84853D8}"/>
                  </a:ext>
                </a:extLst>
              </p:cNvPr>
              <p:cNvCxnSpPr>
                <a:cxnSpLocks/>
                <a:stCxn id="37" idx="4"/>
              </p:cNvCxnSpPr>
              <p:nvPr/>
            </p:nvCxnSpPr>
            <p:spPr>
              <a:xfrm>
                <a:off x="2353334" y="5138020"/>
                <a:ext cx="438258" cy="753750"/>
              </a:xfrm>
              <a:prstGeom prst="line">
                <a:avLst/>
              </a:prstGeom>
              <a:ln>
                <a:solidFill>
                  <a:srgbClr val="3F748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Conector recto 93">
                <a:extLst>
                  <a:ext uri="{FF2B5EF4-FFF2-40B4-BE49-F238E27FC236}">
                    <a16:creationId xmlns:a16="http://schemas.microsoft.com/office/drawing/2014/main" id="{00315D2D-FDE5-9743-4519-12B4B7EE584E}"/>
                  </a:ext>
                </a:extLst>
              </p:cNvPr>
              <p:cNvCxnSpPr>
                <a:cxnSpLocks/>
                <a:stCxn id="39" idx="4"/>
              </p:cNvCxnSpPr>
              <p:nvPr/>
            </p:nvCxnSpPr>
            <p:spPr>
              <a:xfrm>
                <a:off x="3382250" y="5138020"/>
                <a:ext cx="438258" cy="742953"/>
              </a:xfrm>
              <a:prstGeom prst="line">
                <a:avLst/>
              </a:prstGeom>
              <a:ln>
                <a:solidFill>
                  <a:srgbClr val="3F748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Conector recto 99">
                <a:extLst>
                  <a:ext uri="{FF2B5EF4-FFF2-40B4-BE49-F238E27FC236}">
                    <a16:creationId xmlns:a16="http://schemas.microsoft.com/office/drawing/2014/main" id="{D6C0CDD0-DACE-E2DB-A248-D55EC703E6FB}"/>
                  </a:ext>
                </a:extLst>
              </p:cNvPr>
              <p:cNvCxnSpPr>
                <a:cxnSpLocks/>
                <a:stCxn id="38" idx="4"/>
              </p:cNvCxnSpPr>
              <p:nvPr/>
            </p:nvCxnSpPr>
            <p:spPr>
              <a:xfrm flipH="1">
                <a:off x="4354863" y="5138020"/>
                <a:ext cx="56303" cy="676375"/>
              </a:xfrm>
              <a:prstGeom prst="line">
                <a:avLst/>
              </a:prstGeom>
              <a:ln>
                <a:solidFill>
                  <a:srgbClr val="3F748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Conector recto 105">
                <a:extLst>
                  <a:ext uri="{FF2B5EF4-FFF2-40B4-BE49-F238E27FC236}">
                    <a16:creationId xmlns:a16="http://schemas.microsoft.com/office/drawing/2014/main" id="{CDB6F13E-FB9D-874E-7274-C6EAAF20AFDE}"/>
                  </a:ext>
                </a:extLst>
              </p:cNvPr>
              <p:cNvCxnSpPr>
                <a:cxnSpLocks/>
                <a:stCxn id="40" idx="4"/>
              </p:cNvCxnSpPr>
              <p:nvPr/>
            </p:nvCxnSpPr>
            <p:spPr>
              <a:xfrm>
                <a:off x="5440082" y="5138020"/>
                <a:ext cx="173265" cy="628077"/>
              </a:xfrm>
              <a:prstGeom prst="line">
                <a:avLst/>
              </a:prstGeom>
              <a:ln>
                <a:solidFill>
                  <a:srgbClr val="3F748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Conector recto 109">
                <a:extLst>
                  <a:ext uri="{FF2B5EF4-FFF2-40B4-BE49-F238E27FC236}">
                    <a16:creationId xmlns:a16="http://schemas.microsoft.com/office/drawing/2014/main" id="{21A86960-BC9C-3ADA-EDFC-3676B07BB180}"/>
                  </a:ext>
                </a:extLst>
              </p:cNvPr>
              <p:cNvCxnSpPr>
                <a:cxnSpLocks/>
                <a:stCxn id="41" idx="4"/>
              </p:cNvCxnSpPr>
              <p:nvPr/>
            </p:nvCxnSpPr>
            <p:spPr>
              <a:xfrm>
                <a:off x="6468998" y="5138020"/>
                <a:ext cx="203893" cy="652344"/>
              </a:xfrm>
              <a:prstGeom prst="line">
                <a:avLst/>
              </a:prstGeom>
              <a:ln>
                <a:solidFill>
                  <a:srgbClr val="3F748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Conector recto 117">
                <a:extLst>
                  <a:ext uri="{FF2B5EF4-FFF2-40B4-BE49-F238E27FC236}">
                    <a16:creationId xmlns:a16="http://schemas.microsoft.com/office/drawing/2014/main" id="{E5543FD4-7AFB-79F9-833C-4044CB4D8386}"/>
                  </a:ext>
                </a:extLst>
              </p:cNvPr>
              <p:cNvCxnSpPr>
                <a:cxnSpLocks/>
                <a:stCxn id="42" idx="4"/>
              </p:cNvCxnSpPr>
              <p:nvPr/>
            </p:nvCxnSpPr>
            <p:spPr>
              <a:xfrm>
                <a:off x="7497914" y="5138020"/>
                <a:ext cx="0" cy="746177"/>
              </a:xfrm>
              <a:prstGeom prst="line">
                <a:avLst/>
              </a:prstGeom>
              <a:ln>
                <a:solidFill>
                  <a:srgbClr val="3F748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91" name="Conector recto 190">
            <a:extLst>
              <a:ext uri="{FF2B5EF4-FFF2-40B4-BE49-F238E27FC236}">
                <a16:creationId xmlns:a16="http://schemas.microsoft.com/office/drawing/2014/main" id="{0E3716ED-C4C7-0FB6-AD60-24DFAA534E9A}"/>
              </a:ext>
            </a:extLst>
          </p:cNvPr>
          <p:cNvCxnSpPr>
            <a:cxnSpLocks/>
            <a:stCxn id="179" idx="120"/>
            <a:endCxn id="47" idx="0"/>
          </p:cNvCxnSpPr>
          <p:nvPr/>
        </p:nvCxnSpPr>
        <p:spPr>
          <a:xfrm flipH="1">
            <a:off x="1723884" y="7352685"/>
            <a:ext cx="941112" cy="2271241"/>
          </a:xfrm>
          <a:prstGeom prst="line">
            <a:avLst/>
          </a:prstGeom>
          <a:ln>
            <a:solidFill>
              <a:srgbClr val="F8C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ector recto 193">
            <a:extLst>
              <a:ext uri="{FF2B5EF4-FFF2-40B4-BE49-F238E27FC236}">
                <a16:creationId xmlns:a16="http://schemas.microsoft.com/office/drawing/2014/main" id="{D28756D2-DA05-C9D2-85BE-A6D30B8197A0}"/>
              </a:ext>
            </a:extLst>
          </p:cNvPr>
          <p:cNvCxnSpPr>
            <a:cxnSpLocks/>
            <a:stCxn id="179" idx="120"/>
            <a:endCxn id="48" idx="7"/>
          </p:cNvCxnSpPr>
          <p:nvPr/>
        </p:nvCxnSpPr>
        <p:spPr>
          <a:xfrm>
            <a:off x="2664996" y="7352685"/>
            <a:ext cx="271899" cy="2347496"/>
          </a:xfrm>
          <a:prstGeom prst="line">
            <a:avLst/>
          </a:prstGeom>
          <a:ln>
            <a:solidFill>
              <a:srgbClr val="F8C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ector recto 197">
            <a:extLst>
              <a:ext uri="{FF2B5EF4-FFF2-40B4-BE49-F238E27FC236}">
                <a16:creationId xmlns:a16="http://schemas.microsoft.com/office/drawing/2014/main" id="{5BF0ECE9-BB0D-6C9E-75B2-4B62CDD98CB5}"/>
              </a:ext>
            </a:extLst>
          </p:cNvPr>
          <p:cNvCxnSpPr>
            <a:cxnSpLocks/>
            <a:stCxn id="179" idx="120"/>
            <a:endCxn id="50" idx="0"/>
          </p:cNvCxnSpPr>
          <p:nvPr/>
        </p:nvCxnSpPr>
        <p:spPr>
          <a:xfrm>
            <a:off x="2664996" y="7352685"/>
            <a:ext cx="1116720" cy="2271241"/>
          </a:xfrm>
          <a:prstGeom prst="line">
            <a:avLst/>
          </a:prstGeom>
          <a:ln>
            <a:solidFill>
              <a:srgbClr val="F8C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ector recto 199">
            <a:extLst>
              <a:ext uri="{FF2B5EF4-FFF2-40B4-BE49-F238E27FC236}">
                <a16:creationId xmlns:a16="http://schemas.microsoft.com/office/drawing/2014/main" id="{18B0F3BF-B211-761D-0A8A-00EAD549A255}"/>
              </a:ext>
            </a:extLst>
          </p:cNvPr>
          <p:cNvCxnSpPr>
            <a:cxnSpLocks/>
            <a:stCxn id="179" idx="120"/>
            <a:endCxn id="49" idx="0"/>
          </p:cNvCxnSpPr>
          <p:nvPr/>
        </p:nvCxnSpPr>
        <p:spPr>
          <a:xfrm>
            <a:off x="2664996" y="7352685"/>
            <a:ext cx="2145636" cy="2271241"/>
          </a:xfrm>
          <a:prstGeom prst="line">
            <a:avLst/>
          </a:prstGeom>
          <a:ln>
            <a:solidFill>
              <a:srgbClr val="F8C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ector recto 201">
            <a:extLst>
              <a:ext uri="{FF2B5EF4-FFF2-40B4-BE49-F238E27FC236}">
                <a16:creationId xmlns:a16="http://schemas.microsoft.com/office/drawing/2014/main" id="{08AF1241-827D-799F-9F85-8E2D876F3816}"/>
              </a:ext>
            </a:extLst>
          </p:cNvPr>
          <p:cNvCxnSpPr>
            <a:cxnSpLocks/>
            <a:stCxn id="179" idx="120"/>
            <a:endCxn id="51" idx="0"/>
          </p:cNvCxnSpPr>
          <p:nvPr/>
        </p:nvCxnSpPr>
        <p:spPr>
          <a:xfrm>
            <a:off x="2664996" y="7352685"/>
            <a:ext cx="3174552" cy="2271241"/>
          </a:xfrm>
          <a:prstGeom prst="line">
            <a:avLst/>
          </a:prstGeom>
          <a:ln>
            <a:solidFill>
              <a:srgbClr val="F8C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ector recto 203">
            <a:extLst>
              <a:ext uri="{FF2B5EF4-FFF2-40B4-BE49-F238E27FC236}">
                <a16:creationId xmlns:a16="http://schemas.microsoft.com/office/drawing/2014/main" id="{0FA9B62C-EBFC-08C0-9F2F-DDC1F77DCE21}"/>
              </a:ext>
            </a:extLst>
          </p:cNvPr>
          <p:cNvCxnSpPr>
            <a:cxnSpLocks/>
            <a:stCxn id="179" idx="120"/>
            <a:endCxn id="52" idx="0"/>
          </p:cNvCxnSpPr>
          <p:nvPr/>
        </p:nvCxnSpPr>
        <p:spPr>
          <a:xfrm>
            <a:off x="2664996" y="7352685"/>
            <a:ext cx="4203468" cy="2271241"/>
          </a:xfrm>
          <a:prstGeom prst="line">
            <a:avLst/>
          </a:prstGeom>
          <a:ln>
            <a:solidFill>
              <a:srgbClr val="F8C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ector recto 205">
            <a:extLst>
              <a:ext uri="{FF2B5EF4-FFF2-40B4-BE49-F238E27FC236}">
                <a16:creationId xmlns:a16="http://schemas.microsoft.com/office/drawing/2014/main" id="{7CF2E60B-BE2F-90D3-E2A7-EB4769233D2A}"/>
              </a:ext>
            </a:extLst>
          </p:cNvPr>
          <p:cNvCxnSpPr>
            <a:cxnSpLocks/>
            <a:stCxn id="179" idx="120"/>
            <a:endCxn id="53" idx="0"/>
          </p:cNvCxnSpPr>
          <p:nvPr/>
        </p:nvCxnSpPr>
        <p:spPr>
          <a:xfrm>
            <a:off x="2664996" y="7352685"/>
            <a:ext cx="5232384" cy="2271241"/>
          </a:xfrm>
          <a:prstGeom prst="line">
            <a:avLst/>
          </a:prstGeom>
          <a:ln>
            <a:solidFill>
              <a:srgbClr val="F8C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ector recto 207">
            <a:extLst>
              <a:ext uri="{FF2B5EF4-FFF2-40B4-BE49-F238E27FC236}">
                <a16:creationId xmlns:a16="http://schemas.microsoft.com/office/drawing/2014/main" id="{A91686F0-3471-422A-B65E-E8B7E9649B84}"/>
              </a:ext>
            </a:extLst>
          </p:cNvPr>
          <p:cNvCxnSpPr>
            <a:cxnSpLocks/>
            <a:stCxn id="184" idx="149"/>
            <a:endCxn id="47" idx="0"/>
          </p:cNvCxnSpPr>
          <p:nvPr/>
        </p:nvCxnSpPr>
        <p:spPr>
          <a:xfrm flipH="1">
            <a:off x="1723884" y="7218450"/>
            <a:ext cx="2456707" cy="2405476"/>
          </a:xfrm>
          <a:prstGeom prst="line">
            <a:avLst/>
          </a:prstGeom>
          <a:ln>
            <a:solidFill>
              <a:srgbClr val="F1DA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ector recto 209">
            <a:extLst>
              <a:ext uri="{FF2B5EF4-FFF2-40B4-BE49-F238E27FC236}">
                <a16:creationId xmlns:a16="http://schemas.microsoft.com/office/drawing/2014/main" id="{4E378AA8-1056-7A1E-4554-8ECD48CBF7A2}"/>
              </a:ext>
            </a:extLst>
          </p:cNvPr>
          <p:cNvCxnSpPr>
            <a:cxnSpLocks/>
            <a:stCxn id="184" idx="139"/>
            <a:endCxn id="48" idx="0"/>
          </p:cNvCxnSpPr>
          <p:nvPr/>
        </p:nvCxnSpPr>
        <p:spPr>
          <a:xfrm flipH="1">
            <a:off x="2752800" y="7221186"/>
            <a:ext cx="1391363" cy="2402740"/>
          </a:xfrm>
          <a:prstGeom prst="line">
            <a:avLst/>
          </a:prstGeom>
          <a:ln>
            <a:solidFill>
              <a:srgbClr val="F1DA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ector recto 211">
            <a:extLst>
              <a:ext uri="{FF2B5EF4-FFF2-40B4-BE49-F238E27FC236}">
                <a16:creationId xmlns:a16="http://schemas.microsoft.com/office/drawing/2014/main" id="{8EFC3C51-2C3D-C10D-27BD-63504162B03D}"/>
              </a:ext>
            </a:extLst>
          </p:cNvPr>
          <p:cNvCxnSpPr>
            <a:cxnSpLocks/>
            <a:stCxn id="184" idx="139"/>
            <a:endCxn id="50" idx="0"/>
          </p:cNvCxnSpPr>
          <p:nvPr/>
        </p:nvCxnSpPr>
        <p:spPr>
          <a:xfrm flipH="1">
            <a:off x="3781716" y="7221186"/>
            <a:ext cx="362447" cy="2402740"/>
          </a:xfrm>
          <a:prstGeom prst="line">
            <a:avLst/>
          </a:prstGeom>
          <a:ln>
            <a:solidFill>
              <a:srgbClr val="F1DA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ector recto 213">
            <a:extLst>
              <a:ext uri="{FF2B5EF4-FFF2-40B4-BE49-F238E27FC236}">
                <a16:creationId xmlns:a16="http://schemas.microsoft.com/office/drawing/2014/main" id="{FB73DE89-54DB-92A3-F598-82B43A6FECC7}"/>
              </a:ext>
            </a:extLst>
          </p:cNvPr>
          <p:cNvCxnSpPr>
            <a:cxnSpLocks/>
            <a:stCxn id="184" idx="130"/>
            <a:endCxn id="49" idx="0"/>
          </p:cNvCxnSpPr>
          <p:nvPr/>
        </p:nvCxnSpPr>
        <p:spPr>
          <a:xfrm>
            <a:off x="4109965" y="7229866"/>
            <a:ext cx="700667" cy="2394060"/>
          </a:xfrm>
          <a:prstGeom prst="line">
            <a:avLst/>
          </a:prstGeom>
          <a:ln>
            <a:solidFill>
              <a:srgbClr val="F1DA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ector recto 215">
            <a:extLst>
              <a:ext uri="{FF2B5EF4-FFF2-40B4-BE49-F238E27FC236}">
                <a16:creationId xmlns:a16="http://schemas.microsoft.com/office/drawing/2014/main" id="{C2BCE6AE-A8CF-6E1C-E663-2FAC0DD4D388}"/>
              </a:ext>
            </a:extLst>
          </p:cNvPr>
          <p:cNvCxnSpPr>
            <a:cxnSpLocks/>
            <a:stCxn id="184" idx="130"/>
            <a:endCxn id="51" idx="0"/>
          </p:cNvCxnSpPr>
          <p:nvPr/>
        </p:nvCxnSpPr>
        <p:spPr>
          <a:xfrm>
            <a:off x="4109965" y="7229866"/>
            <a:ext cx="1729583" cy="2394060"/>
          </a:xfrm>
          <a:prstGeom prst="line">
            <a:avLst/>
          </a:prstGeom>
          <a:ln>
            <a:solidFill>
              <a:srgbClr val="F1DA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ector recto 217">
            <a:extLst>
              <a:ext uri="{FF2B5EF4-FFF2-40B4-BE49-F238E27FC236}">
                <a16:creationId xmlns:a16="http://schemas.microsoft.com/office/drawing/2014/main" id="{A2985F33-7201-DC9C-5443-3AB13C7AF799}"/>
              </a:ext>
            </a:extLst>
          </p:cNvPr>
          <p:cNvCxnSpPr>
            <a:cxnSpLocks/>
            <a:stCxn id="184" idx="130"/>
            <a:endCxn id="52" idx="0"/>
          </p:cNvCxnSpPr>
          <p:nvPr/>
        </p:nvCxnSpPr>
        <p:spPr>
          <a:xfrm>
            <a:off x="4109965" y="7229866"/>
            <a:ext cx="2758499" cy="2394060"/>
          </a:xfrm>
          <a:prstGeom prst="line">
            <a:avLst/>
          </a:prstGeom>
          <a:ln>
            <a:solidFill>
              <a:srgbClr val="F1DA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ector recto 219">
            <a:extLst>
              <a:ext uri="{FF2B5EF4-FFF2-40B4-BE49-F238E27FC236}">
                <a16:creationId xmlns:a16="http://schemas.microsoft.com/office/drawing/2014/main" id="{1E90046A-E2FE-FAA8-E92B-385116631A95}"/>
              </a:ext>
            </a:extLst>
          </p:cNvPr>
          <p:cNvCxnSpPr>
            <a:cxnSpLocks/>
            <a:stCxn id="184" idx="130"/>
            <a:endCxn id="53" idx="0"/>
          </p:cNvCxnSpPr>
          <p:nvPr/>
        </p:nvCxnSpPr>
        <p:spPr>
          <a:xfrm>
            <a:off x="4109965" y="7229866"/>
            <a:ext cx="3787415" cy="2394060"/>
          </a:xfrm>
          <a:prstGeom prst="line">
            <a:avLst/>
          </a:prstGeom>
          <a:ln>
            <a:solidFill>
              <a:srgbClr val="F1DA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ector recto 221">
            <a:extLst>
              <a:ext uri="{FF2B5EF4-FFF2-40B4-BE49-F238E27FC236}">
                <a16:creationId xmlns:a16="http://schemas.microsoft.com/office/drawing/2014/main" id="{27DFB619-8FAE-7A7E-BFF0-EC8306718162}"/>
              </a:ext>
            </a:extLst>
          </p:cNvPr>
          <p:cNvCxnSpPr>
            <a:cxnSpLocks/>
            <a:stCxn id="189" idx="142"/>
            <a:endCxn id="47" idx="0"/>
          </p:cNvCxnSpPr>
          <p:nvPr/>
        </p:nvCxnSpPr>
        <p:spPr>
          <a:xfrm flipH="1">
            <a:off x="1723884" y="7620499"/>
            <a:ext cx="3870092" cy="2003427"/>
          </a:xfrm>
          <a:prstGeom prst="line">
            <a:avLst/>
          </a:prstGeom>
          <a:ln>
            <a:solidFill>
              <a:srgbClr val="5E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ector recto 225">
            <a:extLst>
              <a:ext uri="{FF2B5EF4-FFF2-40B4-BE49-F238E27FC236}">
                <a16:creationId xmlns:a16="http://schemas.microsoft.com/office/drawing/2014/main" id="{04D062F4-B27F-2E0B-D6ED-01CBBC706AC2}"/>
              </a:ext>
            </a:extLst>
          </p:cNvPr>
          <p:cNvCxnSpPr>
            <a:cxnSpLocks/>
            <a:stCxn id="189" idx="142"/>
            <a:endCxn id="48" idx="0"/>
          </p:cNvCxnSpPr>
          <p:nvPr/>
        </p:nvCxnSpPr>
        <p:spPr>
          <a:xfrm flipH="1">
            <a:off x="2752800" y="7620499"/>
            <a:ext cx="2841176" cy="2003427"/>
          </a:xfrm>
          <a:prstGeom prst="line">
            <a:avLst/>
          </a:prstGeom>
          <a:ln>
            <a:solidFill>
              <a:srgbClr val="5E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ector recto 227">
            <a:extLst>
              <a:ext uri="{FF2B5EF4-FFF2-40B4-BE49-F238E27FC236}">
                <a16:creationId xmlns:a16="http://schemas.microsoft.com/office/drawing/2014/main" id="{41538E08-DDDF-43D9-D498-2C30913B4331}"/>
              </a:ext>
            </a:extLst>
          </p:cNvPr>
          <p:cNvCxnSpPr>
            <a:cxnSpLocks/>
            <a:stCxn id="189" idx="154"/>
            <a:endCxn id="50" idx="0"/>
          </p:cNvCxnSpPr>
          <p:nvPr/>
        </p:nvCxnSpPr>
        <p:spPr>
          <a:xfrm flipH="1">
            <a:off x="3781716" y="7619014"/>
            <a:ext cx="1767594" cy="2004912"/>
          </a:xfrm>
          <a:prstGeom prst="line">
            <a:avLst/>
          </a:prstGeom>
          <a:ln>
            <a:solidFill>
              <a:srgbClr val="5E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ector recto 229">
            <a:extLst>
              <a:ext uri="{FF2B5EF4-FFF2-40B4-BE49-F238E27FC236}">
                <a16:creationId xmlns:a16="http://schemas.microsoft.com/office/drawing/2014/main" id="{F2A47909-CB70-8F27-173C-1D399A4FF1D7}"/>
              </a:ext>
            </a:extLst>
          </p:cNvPr>
          <p:cNvCxnSpPr>
            <a:cxnSpLocks/>
            <a:stCxn id="189" idx="154"/>
            <a:endCxn id="49" idx="0"/>
          </p:cNvCxnSpPr>
          <p:nvPr/>
        </p:nvCxnSpPr>
        <p:spPr>
          <a:xfrm flipH="1">
            <a:off x="4810632" y="7619014"/>
            <a:ext cx="738678" cy="2004912"/>
          </a:xfrm>
          <a:prstGeom prst="line">
            <a:avLst/>
          </a:prstGeom>
          <a:ln>
            <a:solidFill>
              <a:srgbClr val="5E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ector recto 231">
            <a:extLst>
              <a:ext uri="{FF2B5EF4-FFF2-40B4-BE49-F238E27FC236}">
                <a16:creationId xmlns:a16="http://schemas.microsoft.com/office/drawing/2014/main" id="{E7B8710D-C144-D69E-DBCD-8DDE5428F72E}"/>
              </a:ext>
            </a:extLst>
          </p:cNvPr>
          <p:cNvCxnSpPr>
            <a:cxnSpLocks/>
            <a:stCxn id="189" idx="154"/>
            <a:endCxn id="51" idx="0"/>
          </p:cNvCxnSpPr>
          <p:nvPr/>
        </p:nvCxnSpPr>
        <p:spPr>
          <a:xfrm>
            <a:off x="5549310" y="7619014"/>
            <a:ext cx="290238" cy="2004912"/>
          </a:xfrm>
          <a:prstGeom prst="line">
            <a:avLst/>
          </a:prstGeom>
          <a:ln>
            <a:solidFill>
              <a:srgbClr val="5E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ector recto 233">
            <a:extLst>
              <a:ext uri="{FF2B5EF4-FFF2-40B4-BE49-F238E27FC236}">
                <a16:creationId xmlns:a16="http://schemas.microsoft.com/office/drawing/2014/main" id="{85685C35-06F4-E3E8-CB3E-73EDD2FFB038}"/>
              </a:ext>
            </a:extLst>
          </p:cNvPr>
          <p:cNvCxnSpPr>
            <a:cxnSpLocks/>
            <a:stCxn id="189" idx="162"/>
            <a:endCxn id="52" idx="0"/>
          </p:cNvCxnSpPr>
          <p:nvPr/>
        </p:nvCxnSpPr>
        <p:spPr>
          <a:xfrm>
            <a:off x="5518280" y="7620178"/>
            <a:ext cx="1350184" cy="2003748"/>
          </a:xfrm>
          <a:prstGeom prst="line">
            <a:avLst/>
          </a:prstGeom>
          <a:ln>
            <a:solidFill>
              <a:srgbClr val="5E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ector recto 235">
            <a:extLst>
              <a:ext uri="{FF2B5EF4-FFF2-40B4-BE49-F238E27FC236}">
                <a16:creationId xmlns:a16="http://schemas.microsoft.com/office/drawing/2014/main" id="{E804B1A1-54EE-4BB3-6FF8-8CEC2FCB9766}"/>
              </a:ext>
            </a:extLst>
          </p:cNvPr>
          <p:cNvCxnSpPr>
            <a:cxnSpLocks/>
            <a:stCxn id="189" idx="162"/>
            <a:endCxn id="53" idx="0"/>
          </p:cNvCxnSpPr>
          <p:nvPr/>
        </p:nvCxnSpPr>
        <p:spPr>
          <a:xfrm>
            <a:off x="5518280" y="7620178"/>
            <a:ext cx="2379100" cy="2003748"/>
          </a:xfrm>
          <a:prstGeom prst="line">
            <a:avLst/>
          </a:prstGeom>
          <a:ln>
            <a:solidFill>
              <a:srgbClr val="5E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cto 122">
            <a:extLst>
              <a:ext uri="{FF2B5EF4-FFF2-40B4-BE49-F238E27FC236}">
                <a16:creationId xmlns:a16="http://schemas.microsoft.com/office/drawing/2014/main" id="{8AD7800E-E4DF-EB60-A10F-B1874985A044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2455868" y="5563354"/>
            <a:ext cx="193754" cy="553745"/>
          </a:xfrm>
          <a:prstGeom prst="line">
            <a:avLst/>
          </a:prstGeom>
          <a:solidFill>
            <a:srgbClr val="F4A261"/>
          </a:solidFill>
          <a:ln>
            <a:solidFill>
              <a:srgbClr val="3F7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ector recto 128">
            <a:extLst>
              <a:ext uri="{FF2B5EF4-FFF2-40B4-BE49-F238E27FC236}">
                <a16:creationId xmlns:a16="http://schemas.microsoft.com/office/drawing/2014/main" id="{A40DF697-3893-30C0-259C-E951CF026A90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2649622" y="5481389"/>
            <a:ext cx="0" cy="635710"/>
          </a:xfrm>
          <a:prstGeom prst="line">
            <a:avLst/>
          </a:prstGeom>
          <a:solidFill>
            <a:srgbClr val="F4A261"/>
          </a:solidFill>
          <a:ln>
            <a:solidFill>
              <a:srgbClr val="3F7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recto 133">
            <a:extLst>
              <a:ext uri="{FF2B5EF4-FFF2-40B4-BE49-F238E27FC236}">
                <a16:creationId xmlns:a16="http://schemas.microsoft.com/office/drawing/2014/main" id="{9BB6324D-2850-5336-B97E-EE32C6E332D5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2649622" y="5555275"/>
            <a:ext cx="205939" cy="561824"/>
          </a:xfrm>
          <a:prstGeom prst="line">
            <a:avLst/>
          </a:prstGeom>
          <a:solidFill>
            <a:srgbClr val="F4A261"/>
          </a:solidFill>
          <a:ln>
            <a:solidFill>
              <a:srgbClr val="3F7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recto 151">
            <a:extLst>
              <a:ext uri="{FF2B5EF4-FFF2-40B4-BE49-F238E27FC236}">
                <a16:creationId xmlns:a16="http://schemas.microsoft.com/office/drawing/2014/main" id="{30C032D0-BDCE-6631-9FE2-E268ECF75883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3900719" y="5555275"/>
            <a:ext cx="206401" cy="561824"/>
          </a:xfrm>
          <a:prstGeom prst="line">
            <a:avLst/>
          </a:prstGeom>
          <a:ln>
            <a:solidFill>
              <a:srgbClr val="3F7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recto 152">
            <a:extLst>
              <a:ext uri="{FF2B5EF4-FFF2-40B4-BE49-F238E27FC236}">
                <a16:creationId xmlns:a16="http://schemas.microsoft.com/office/drawing/2014/main" id="{877CF586-2638-C28F-C728-D8284159AF40}"/>
              </a:ext>
            </a:extLst>
          </p:cNvPr>
          <p:cNvCxnSpPr>
            <a:cxnSpLocks/>
            <a:stCxn id="23" idx="0"/>
          </p:cNvCxnSpPr>
          <p:nvPr/>
        </p:nvCxnSpPr>
        <p:spPr>
          <a:xfrm flipH="1" flipV="1">
            <a:off x="4075779" y="5539036"/>
            <a:ext cx="31341" cy="578063"/>
          </a:xfrm>
          <a:prstGeom prst="line">
            <a:avLst/>
          </a:prstGeom>
          <a:ln>
            <a:solidFill>
              <a:srgbClr val="3F7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recto 153">
            <a:extLst>
              <a:ext uri="{FF2B5EF4-FFF2-40B4-BE49-F238E27FC236}">
                <a16:creationId xmlns:a16="http://schemas.microsoft.com/office/drawing/2014/main" id="{A49B26DB-258A-E489-C0BD-40D28239F74A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4107120" y="5539036"/>
            <a:ext cx="161125" cy="578063"/>
          </a:xfrm>
          <a:prstGeom prst="line">
            <a:avLst/>
          </a:prstGeom>
          <a:ln>
            <a:solidFill>
              <a:srgbClr val="3F7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ector recto 154">
            <a:extLst>
              <a:ext uri="{FF2B5EF4-FFF2-40B4-BE49-F238E27FC236}">
                <a16:creationId xmlns:a16="http://schemas.microsoft.com/office/drawing/2014/main" id="{28A2987D-E7FF-6BA7-9A8C-D48E8E32FEE8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5377173" y="5539049"/>
            <a:ext cx="187444" cy="553745"/>
          </a:xfrm>
          <a:prstGeom prst="line">
            <a:avLst/>
          </a:prstGeom>
          <a:ln>
            <a:solidFill>
              <a:srgbClr val="3F7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ector recto 155">
            <a:extLst>
              <a:ext uri="{FF2B5EF4-FFF2-40B4-BE49-F238E27FC236}">
                <a16:creationId xmlns:a16="http://schemas.microsoft.com/office/drawing/2014/main" id="{9D1704D5-6EB8-B0AE-B7C1-A8C04964BCFB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5564617" y="5539049"/>
            <a:ext cx="0" cy="553745"/>
          </a:xfrm>
          <a:prstGeom prst="line">
            <a:avLst/>
          </a:prstGeom>
          <a:ln>
            <a:solidFill>
              <a:srgbClr val="3F7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ector recto 156">
            <a:extLst>
              <a:ext uri="{FF2B5EF4-FFF2-40B4-BE49-F238E27FC236}">
                <a16:creationId xmlns:a16="http://schemas.microsoft.com/office/drawing/2014/main" id="{51BAAA5B-D133-B387-A96F-BA7F761A9F16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5564617" y="5522145"/>
            <a:ext cx="259095" cy="570649"/>
          </a:xfrm>
          <a:prstGeom prst="line">
            <a:avLst/>
          </a:prstGeom>
          <a:ln>
            <a:solidFill>
              <a:srgbClr val="3F7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1" name="Grupo 160">
            <a:extLst>
              <a:ext uri="{FF2B5EF4-FFF2-40B4-BE49-F238E27FC236}">
                <a16:creationId xmlns:a16="http://schemas.microsoft.com/office/drawing/2014/main" id="{6C20D0CF-7401-1469-F266-F0DB1125F0B6}"/>
              </a:ext>
            </a:extLst>
          </p:cNvPr>
          <p:cNvGrpSpPr/>
          <p:nvPr/>
        </p:nvGrpSpPr>
        <p:grpSpPr>
          <a:xfrm>
            <a:off x="6308787" y="6277696"/>
            <a:ext cx="1399789" cy="366814"/>
            <a:chOff x="6046749" y="7450915"/>
            <a:chExt cx="1399789" cy="366814"/>
          </a:xfrm>
          <a:solidFill>
            <a:srgbClr val="8AB17D"/>
          </a:solidFill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4BC4EFC1-EBD9-AAA6-6117-D15763F0987D}"/>
                </a:ext>
              </a:extLst>
            </p:cNvPr>
            <p:cNvSpPr/>
            <p:nvPr/>
          </p:nvSpPr>
          <p:spPr>
            <a:xfrm>
              <a:off x="7102009" y="7473200"/>
              <a:ext cx="344529" cy="344529"/>
            </a:xfrm>
            <a:prstGeom prst="ellipse">
              <a:avLst/>
            </a:prstGeom>
            <a:grpFill/>
            <a:ln>
              <a:solidFill>
                <a:srgbClr val="8AB17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8C6E08D8-1535-724D-BE67-C83FAD71C27C}"/>
                </a:ext>
              </a:extLst>
            </p:cNvPr>
            <p:cNvSpPr/>
            <p:nvPr/>
          </p:nvSpPr>
          <p:spPr>
            <a:xfrm>
              <a:off x="6046749" y="7450915"/>
              <a:ext cx="344529" cy="344529"/>
            </a:xfrm>
            <a:prstGeom prst="ellipse">
              <a:avLst/>
            </a:prstGeom>
            <a:grpFill/>
            <a:ln>
              <a:solidFill>
                <a:srgbClr val="8AB17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D744AEA-36B7-9419-430C-7DF4EFA3F37F}"/>
                </a:ext>
              </a:extLst>
            </p:cNvPr>
            <p:cNvSpPr/>
            <p:nvPr/>
          </p:nvSpPr>
          <p:spPr>
            <a:xfrm>
              <a:off x="6574234" y="7466873"/>
              <a:ext cx="344529" cy="344529"/>
            </a:xfrm>
            <a:prstGeom prst="ellipse">
              <a:avLst/>
            </a:prstGeom>
            <a:grpFill/>
            <a:ln>
              <a:solidFill>
                <a:srgbClr val="8AB17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2" name="Elipse 21">
            <a:extLst>
              <a:ext uri="{FF2B5EF4-FFF2-40B4-BE49-F238E27FC236}">
                <a16:creationId xmlns:a16="http://schemas.microsoft.com/office/drawing/2014/main" id="{359E70F8-D4E5-42B0-6091-4DFDC6B4C8A8}"/>
              </a:ext>
            </a:extLst>
          </p:cNvPr>
          <p:cNvSpPr/>
          <p:nvPr/>
        </p:nvSpPr>
        <p:spPr>
          <a:xfrm>
            <a:off x="2260171" y="6117099"/>
            <a:ext cx="778902" cy="778902"/>
          </a:xfrm>
          <a:prstGeom prst="ellipse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  <a:latin typeface="FrankRuehl" panose="020E0503060101010101" pitchFamily="34" charset="-79"/>
                <a:cs typeface="FrankRuehl" panose="020E0503060101010101" pitchFamily="34" charset="-79"/>
              </a:rPr>
              <a:t>Spots</a:t>
            </a:r>
            <a:endParaRPr lang="es-ES" sz="1400" dirty="0">
              <a:solidFill>
                <a:schemeClr val="tx1"/>
              </a:solidFill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00B89035-0711-A724-A00B-533CC6B0B7A4}"/>
              </a:ext>
            </a:extLst>
          </p:cNvPr>
          <p:cNvSpPr/>
          <p:nvPr/>
        </p:nvSpPr>
        <p:spPr>
          <a:xfrm>
            <a:off x="3717669" y="6117099"/>
            <a:ext cx="778902" cy="778902"/>
          </a:xfrm>
          <a:prstGeom prst="ellipse">
            <a:avLst/>
          </a:prstGeom>
          <a:solidFill>
            <a:srgbClr val="E9C46A"/>
          </a:solidFill>
          <a:ln>
            <a:solidFill>
              <a:srgbClr val="E9C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>
                <a:solidFill>
                  <a:schemeClr val="tx1"/>
                </a:solidFill>
                <a:latin typeface="FrankRuehl" panose="020E0503060101010101" pitchFamily="34" charset="-79"/>
                <a:cs typeface="FrankRuehl" panose="020E0503060101010101" pitchFamily="34" charset="-79"/>
              </a:rPr>
              <a:t>Fac’s</a:t>
            </a:r>
            <a:endParaRPr lang="es-ES" sz="1200" dirty="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C5ADC66F-D672-9C77-147F-9C30D9181D0E}"/>
              </a:ext>
            </a:extLst>
          </p:cNvPr>
          <p:cNvSpPr/>
          <p:nvPr/>
        </p:nvSpPr>
        <p:spPr>
          <a:xfrm>
            <a:off x="5175166" y="6092794"/>
            <a:ext cx="778902" cy="778902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  <a:latin typeface="FrankRuehl" panose="020E0503060101010101" pitchFamily="34" charset="-79"/>
                <a:cs typeface="FrankRuehl" panose="020E0503060101010101" pitchFamily="34" charset="-79"/>
              </a:rPr>
              <a:t>CO</a:t>
            </a:r>
            <a:r>
              <a:rPr lang="es-ES" baseline="-25000" dirty="0">
                <a:solidFill>
                  <a:schemeClr val="tx1"/>
                </a:solidFill>
                <a:latin typeface="FrankRuehl" panose="020E0503060101010101" pitchFamily="34" charset="-79"/>
                <a:cs typeface="FrankRuehl" panose="020E0503060101010101" pitchFamily="34" charset="-79"/>
              </a:rPr>
              <a:t>2</a:t>
            </a:r>
            <a:endParaRPr lang="es-ES" baseline="-25000" dirty="0"/>
          </a:p>
        </p:txBody>
      </p:sp>
      <p:sp>
        <p:nvSpPr>
          <p:cNvPr id="179" name="Forma libre: forma 178">
            <a:extLst>
              <a:ext uri="{FF2B5EF4-FFF2-40B4-BE49-F238E27FC236}">
                <a16:creationId xmlns:a16="http://schemas.microsoft.com/office/drawing/2014/main" id="{1B3D4E09-1828-BD99-E305-79F3F2805019}"/>
              </a:ext>
            </a:extLst>
          </p:cNvPr>
          <p:cNvSpPr/>
          <p:nvPr/>
        </p:nvSpPr>
        <p:spPr>
          <a:xfrm>
            <a:off x="2128399" y="6836498"/>
            <a:ext cx="1236043" cy="736842"/>
          </a:xfrm>
          <a:custGeom>
            <a:avLst/>
            <a:gdLst>
              <a:gd name="connsiteX0" fmla="*/ 0 w 1236043"/>
              <a:gd name="connsiteY0" fmla="*/ 56718 h 736842"/>
              <a:gd name="connsiteX1" fmla="*/ 1782 w 1236043"/>
              <a:gd name="connsiteY1" fmla="*/ 102143 h 736842"/>
              <a:gd name="connsiteX2" fmla="*/ 3607 w 1236043"/>
              <a:gd name="connsiteY2" fmla="*/ 0 h 736842"/>
              <a:gd name="connsiteX3" fmla="*/ 5476 w 1236043"/>
              <a:gd name="connsiteY3" fmla="*/ 23736 h 736842"/>
              <a:gd name="connsiteX4" fmla="*/ 7395 w 1236043"/>
              <a:gd name="connsiteY4" fmla="*/ 97360 h 736842"/>
              <a:gd name="connsiteX5" fmla="*/ 9364 w 1236043"/>
              <a:gd name="connsiteY5" fmla="*/ 194969 h 736842"/>
              <a:gd name="connsiteX6" fmla="*/ 11381 w 1236043"/>
              <a:gd name="connsiteY6" fmla="*/ 231591 h 736842"/>
              <a:gd name="connsiteX7" fmla="*/ 13452 w 1236043"/>
              <a:gd name="connsiteY7" fmla="*/ 234286 h 736842"/>
              <a:gd name="connsiteX8" fmla="*/ 15578 w 1236043"/>
              <a:gd name="connsiteY8" fmla="*/ 246864 h 736842"/>
              <a:gd name="connsiteX9" fmla="*/ 17758 w 1236043"/>
              <a:gd name="connsiteY9" fmla="*/ 164043 h 736842"/>
              <a:gd name="connsiteX10" fmla="*/ 19999 w 1236043"/>
              <a:gd name="connsiteY10" fmla="*/ 152951 h 736842"/>
              <a:gd name="connsiteX11" fmla="*/ 22297 w 1236043"/>
              <a:gd name="connsiteY11" fmla="*/ 169054 h 736842"/>
              <a:gd name="connsiteX12" fmla="*/ 24657 w 1236043"/>
              <a:gd name="connsiteY12" fmla="*/ 222722 h 736842"/>
              <a:gd name="connsiteX13" fmla="*/ 29572 w 1236043"/>
              <a:gd name="connsiteY13" fmla="*/ 303482 h 736842"/>
              <a:gd name="connsiteX14" fmla="*/ 32129 w 1236043"/>
              <a:gd name="connsiteY14" fmla="*/ 316640 h 736842"/>
              <a:gd name="connsiteX15" fmla="*/ 34757 w 1236043"/>
              <a:gd name="connsiteY15" fmla="*/ 319296 h 736842"/>
              <a:gd name="connsiteX16" fmla="*/ 37456 w 1236043"/>
              <a:gd name="connsiteY16" fmla="*/ 314588 h 736842"/>
              <a:gd name="connsiteX17" fmla="*/ 40229 w 1236043"/>
              <a:gd name="connsiteY17" fmla="*/ 221028 h 736842"/>
              <a:gd name="connsiteX18" fmla="*/ 46001 w 1236043"/>
              <a:gd name="connsiteY18" fmla="*/ 312103 h 736842"/>
              <a:gd name="connsiteX19" fmla="*/ 49006 w 1236043"/>
              <a:gd name="connsiteY19" fmla="*/ 350298 h 736842"/>
              <a:gd name="connsiteX20" fmla="*/ 52092 w 1236043"/>
              <a:gd name="connsiteY20" fmla="*/ 309335 h 736842"/>
              <a:gd name="connsiteX21" fmla="*/ 55261 w 1236043"/>
              <a:gd name="connsiteY21" fmla="*/ 361740 h 736842"/>
              <a:gd name="connsiteX22" fmla="*/ 58514 w 1236043"/>
              <a:gd name="connsiteY22" fmla="*/ 388360 h 736842"/>
              <a:gd name="connsiteX23" fmla="*/ 61851 w 1236043"/>
              <a:gd name="connsiteY23" fmla="*/ 356769 h 736842"/>
              <a:gd name="connsiteX24" fmla="*/ 65279 w 1236043"/>
              <a:gd name="connsiteY24" fmla="*/ 366611 h 736842"/>
              <a:gd name="connsiteX25" fmla="*/ 68795 w 1236043"/>
              <a:gd name="connsiteY25" fmla="*/ 392254 h 736842"/>
              <a:gd name="connsiteX26" fmla="*/ 72398 w 1236043"/>
              <a:gd name="connsiteY26" fmla="*/ 406928 h 736842"/>
              <a:gd name="connsiteX27" fmla="*/ 76094 w 1236043"/>
              <a:gd name="connsiteY27" fmla="*/ 411789 h 736842"/>
              <a:gd name="connsiteX28" fmla="*/ 79879 w 1236043"/>
              <a:gd name="connsiteY28" fmla="*/ 403994 h 736842"/>
              <a:gd name="connsiteX29" fmla="*/ 83756 w 1236043"/>
              <a:gd name="connsiteY29" fmla="*/ 415254 h 736842"/>
              <a:gd name="connsiteX30" fmla="*/ 87724 w 1236043"/>
              <a:gd name="connsiteY30" fmla="*/ 421786 h 736842"/>
              <a:gd name="connsiteX31" fmla="*/ 91782 w 1236043"/>
              <a:gd name="connsiteY31" fmla="*/ 432335 h 736842"/>
              <a:gd name="connsiteX32" fmla="*/ 95931 w 1236043"/>
              <a:gd name="connsiteY32" fmla="*/ 444925 h 736842"/>
              <a:gd name="connsiteX33" fmla="*/ 100169 w 1236043"/>
              <a:gd name="connsiteY33" fmla="*/ 447897 h 736842"/>
              <a:gd name="connsiteX34" fmla="*/ 104496 w 1236043"/>
              <a:gd name="connsiteY34" fmla="*/ 464160 h 736842"/>
              <a:gd name="connsiteX35" fmla="*/ 108909 w 1236043"/>
              <a:gd name="connsiteY35" fmla="*/ 455527 h 736842"/>
              <a:gd name="connsiteX36" fmla="*/ 113407 w 1236043"/>
              <a:gd name="connsiteY36" fmla="*/ 465434 h 736842"/>
              <a:gd name="connsiteX37" fmla="*/ 117986 w 1236043"/>
              <a:gd name="connsiteY37" fmla="*/ 460770 h 736842"/>
              <a:gd name="connsiteX38" fmla="*/ 122646 w 1236043"/>
              <a:gd name="connsiteY38" fmla="*/ 472508 h 736842"/>
              <a:gd name="connsiteX39" fmla="*/ 127383 w 1236043"/>
              <a:gd name="connsiteY39" fmla="*/ 471808 h 736842"/>
              <a:gd name="connsiteX40" fmla="*/ 132194 w 1236043"/>
              <a:gd name="connsiteY40" fmla="*/ 479842 h 736842"/>
              <a:gd name="connsiteX41" fmla="*/ 137074 w 1236043"/>
              <a:gd name="connsiteY41" fmla="*/ 486764 h 736842"/>
              <a:gd name="connsiteX42" fmla="*/ 142022 w 1236043"/>
              <a:gd name="connsiteY42" fmla="*/ 488136 h 736842"/>
              <a:gd name="connsiteX43" fmla="*/ 147032 w 1236043"/>
              <a:gd name="connsiteY43" fmla="*/ 486282 h 736842"/>
              <a:gd name="connsiteX44" fmla="*/ 152101 w 1236043"/>
              <a:gd name="connsiteY44" fmla="*/ 491175 h 736842"/>
              <a:gd name="connsiteX45" fmla="*/ 157226 w 1236043"/>
              <a:gd name="connsiteY45" fmla="*/ 494610 h 736842"/>
              <a:gd name="connsiteX46" fmla="*/ 162400 w 1236043"/>
              <a:gd name="connsiteY46" fmla="*/ 501796 h 736842"/>
              <a:gd name="connsiteX47" fmla="*/ 167621 w 1236043"/>
              <a:gd name="connsiteY47" fmla="*/ 500012 h 736842"/>
              <a:gd name="connsiteX48" fmla="*/ 172883 w 1236043"/>
              <a:gd name="connsiteY48" fmla="*/ 452812 h 736842"/>
              <a:gd name="connsiteX49" fmla="*/ 178183 w 1236043"/>
              <a:gd name="connsiteY49" fmla="*/ 451343 h 736842"/>
              <a:gd name="connsiteX50" fmla="*/ 183517 w 1236043"/>
              <a:gd name="connsiteY50" fmla="*/ 457013 h 736842"/>
              <a:gd name="connsiteX51" fmla="*/ 188878 w 1236043"/>
              <a:gd name="connsiteY51" fmla="*/ 439835 h 736842"/>
              <a:gd name="connsiteX52" fmla="*/ 194265 w 1236043"/>
              <a:gd name="connsiteY52" fmla="*/ 430222 h 736842"/>
              <a:gd name="connsiteX53" fmla="*/ 199674 w 1236043"/>
              <a:gd name="connsiteY53" fmla="*/ 429369 h 736842"/>
              <a:gd name="connsiteX54" fmla="*/ 205098 w 1236043"/>
              <a:gd name="connsiteY54" fmla="*/ 433126 h 736842"/>
              <a:gd name="connsiteX55" fmla="*/ 210537 w 1236043"/>
              <a:gd name="connsiteY55" fmla="*/ 431396 h 736842"/>
              <a:gd name="connsiteX56" fmla="*/ 215985 w 1236043"/>
              <a:gd name="connsiteY56" fmla="*/ 439481 h 736842"/>
              <a:gd name="connsiteX57" fmla="*/ 221441 w 1236043"/>
              <a:gd name="connsiteY57" fmla="*/ 432120 h 736842"/>
              <a:gd name="connsiteX58" fmla="*/ 226899 w 1236043"/>
              <a:gd name="connsiteY58" fmla="*/ 426923 h 736842"/>
              <a:gd name="connsiteX59" fmla="*/ 232357 w 1236043"/>
              <a:gd name="connsiteY59" fmla="*/ 435819 h 736842"/>
              <a:gd name="connsiteX60" fmla="*/ 237813 w 1236043"/>
              <a:gd name="connsiteY60" fmla="*/ 461401 h 736842"/>
              <a:gd name="connsiteX61" fmla="*/ 243264 w 1236043"/>
              <a:gd name="connsiteY61" fmla="*/ 450534 h 736842"/>
              <a:gd name="connsiteX62" fmla="*/ 248705 w 1236043"/>
              <a:gd name="connsiteY62" fmla="*/ 455522 h 736842"/>
              <a:gd name="connsiteX63" fmla="*/ 254138 w 1236043"/>
              <a:gd name="connsiteY63" fmla="*/ 468636 h 736842"/>
              <a:gd name="connsiteX64" fmla="*/ 264967 w 1236043"/>
              <a:gd name="connsiteY64" fmla="*/ 484917 h 736842"/>
              <a:gd name="connsiteX65" fmla="*/ 270359 w 1236043"/>
              <a:gd name="connsiteY65" fmla="*/ 485273 h 736842"/>
              <a:gd name="connsiteX66" fmla="*/ 275734 w 1236043"/>
              <a:gd name="connsiteY66" fmla="*/ 463682 h 736842"/>
              <a:gd name="connsiteX67" fmla="*/ 281090 w 1236043"/>
              <a:gd name="connsiteY67" fmla="*/ 450629 h 736842"/>
              <a:gd name="connsiteX68" fmla="*/ 286426 w 1236043"/>
              <a:gd name="connsiteY68" fmla="*/ 433794 h 736842"/>
              <a:gd name="connsiteX69" fmla="*/ 291741 w 1236043"/>
              <a:gd name="connsiteY69" fmla="*/ 420624 h 736842"/>
              <a:gd name="connsiteX70" fmla="*/ 297036 w 1236043"/>
              <a:gd name="connsiteY70" fmla="*/ 402417 h 736842"/>
              <a:gd name="connsiteX71" fmla="*/ 302304 w 1236043"/>
              <a:gd name="connsiteY71" fmla="*/ 396933 h 736842"/>
              <a:gd name="connsiteX72" fmla="*/ 307550 w 1236043"/>
              <a:gd name="connsiteY72" fmla="*/ 400997 h 736842"/>
              <a:gd name="connsiteX73" fmla="*/ 312771 w 1236043"/>
              <a:gd name="connsiteY73" fmla="*/ 378619 h 736842"/>
              <a:gd name="connsiteX74" fmla="*/ 317969 w 1236043"/>
              <a:gd name="connsiteY74" fmla="*/ 400088 h 736842"/>
              <a:gd name="connsiteX75" fmla="*/ 323139 w 1236043"/>
              <a:gd name="connsiteY75" fmla="*/ 402841 h 736842"/>
              <a:gd name="connsiteX76" fmla="*/ 328283 w 1236043"/>
              <a:gd name="connsiteY76" fmla="*/ 411216 h 736842"/>
              <a:gd name="connsiteX77" fmla="*/ 333403 w 1236043"/>
              <a:gd name="connsiteY77" fmla="*/ 414394 h 736842"/>
              <a:gd name="connsiteX78" fmla="*/ 338493 w 1236043"/>
              <a:gd name="connsiteY78" fmla="*/ 420873 h 736842"/>
              <a:gd name="connsiteX79" fmla="*/ 343556 w 1236043"/>
              <a:gd name="connsiteY79" fmla="*/ 422391 h 736842"/>
              <a:gd name="connsiteX80" fmla="*/ 348593 w 1236043"/>
              <a:gd name="connsiteY80" fmla="*/ 417142 h 736842"/>
              <a:gd name="connsiteX81" fmla="*/ 353602 w 1236043"/>
              <a:gd name="connsiteY81" fmla="*/ 412615 h 736842"/>
              <a:gd name="connsiteX82" fmla="*/ 363537 w 1236043"/>
              <a:gd name="connsiteY82" fmla="*/ 430531 h 736842"/>
              <a:gd name="connsiteX83" fmla="*/ 368461 w 1236043"/>
              <a:gd name="connsiteY83" fmla="*/ 437997 h 736842"/>
              <a:gd name="connsiteX84" fmla="*/ 373359 w 1236043"/>
              <a:gd name="connsiteY84" fmla="*/ 439976 h 736842"/>
              <a:gd name="connsiteX85" fmla="*/ 378230 w 1236043"/>
              <a:gd name="connsiteY85" fmla="*/ 450064 h 736842"/>
              <a:gd name="connsiteX86" fmla="*/ 383071 w 1236043"/>
              <a:gd name="connsiteY86" fmla="*/ 468687 h 736842"/>
              <a:gd name="connsiteX87" fmla="*/ 387886 w 1236043"/>
              <a:gd name="connsiteY87" fmla="*/ 470963 h 736842"/>
              <a:gd name="connsiteX88" fmla="*/ 392674 w 1236043"/>
              <a:gd name="connsiteY88" fmla="*/ 487291 h 736842"/>
              <a:gd name="connsiteX89" fmla="*/ 397435 w 1236043"/>
              <a:gd name="connsiteY89" fmla="*/ 495388 h 736842"/>
              <a:gd name="connsiteX90" fmla="*/ 402167 w 1236043"/>
              <a:gd name="connsiteY90" fmla="*/ 508821 h 736842"/>
              <a:gd name="connsiteX91" fmla="*/ 406872 w 1236043"/>
              <a:gd name="connsiteY91" fmla="*/ 512551 h 736842"/>
              <a:gd name="connsiteX92" fmla="*/ 411551 w 1236043"/>
              <a:gd name="connsiteY92" fmla="*/ 532118 h 736842"/>
              <a:gd name="connsiteX93" fmla="*/ 416205 w 1236043"/>
              <a:gd name="connsiteY93" fmla="*/ 539023 h 736842"/>
              <a:gd name="connsiteX94" fmla="*/ 420829 w 1236043"/>
              <a:gd name="connsiteY94" fmla="*/ 544057 h 736842"/>
              <a:gd name="connsiteX95" fmla="*/ 425430 w 1236043"/>
              <a:gd name="connsiteY95" fmla="*/ 551457 h 736842"/>
              <a:gd name="connsiteX96" fmla="*/ 430003 w 1236043"/>
              <a:gd name="connsiteY96" fmla="*/ 546231 h 736842"/>
              <a:gd name="connsiteX97" fmla="*/ 434550 w 1236043"/>
              <a:gd name="connsiteY97" fmla="*/ 553224 h 736842"/>
              <a:gd name="connsiteX98" fmla="*/ 439073 w 1236043"/>
              <a:gd name="connsiteY98" fmla="*/ 547335 h 736842"/>
              <a:gd name="connsiteX99" fmla="*/ 443568 w 1236043"/>
              <a:gd name="connsiteY99" fmla="*/ 540936 h 736842"/>
              <a:gd name="connsiteX100" fmla="*/ 448042 w 1236043"/>
              <a:gd name="connsiteY100" fmla="*/ 540795 h 736842"/>
              <a:gd name="connsiteX101" fmla="*/ 452486 w 1236043"/>
              <a:gd name="connsiteY101" fmla="*/ 523911 h 736842"/>
              <a:gd name="connsiteX102" fmla="*/ 456909 w 1236043"/>
              <a:gd name="connsiteY102" fmla="*/ 521338 h 736842"/>
              <a:gd name="connsiteX103" fmla="*/ 461307 w 1236043"/>
              <a:gd name="connsiteY103" fmla="*/ 513024 h 736842"/>
              <a:gd name="connsiteX104" fmla="*/ 465681 w 1236043"/>
              <a:gd name="connsiteY104" fmla="*/ 491319 h 736842"/>
              <a:gd name="connsiteX105" fmla="*/ 470033 w 1236043"/>
              <a:gd name="connsiteY105" fmla="*/ 480151 h 736842"/>
              <a:gd name="connsiteX106" fmla="*/ 474358 w 1236043"/>
              <a:gd name="connsiteY106" fmla="*/ 476031 h 736842"/>
              <a:gd name="connsiteX107" fmla="*/ 478661 w 1236043"/>
              <a:gd name="connsiteY107" fmla="*/ 486114 h 736842"/>
              <a:gd name="connsiteX108" fmla="*/ 482942 w 1236043"/>
              <a:gd name="connsiteY108" fmla="*/ 489871 h 736842"/>
              <a:gd name="connsiteX109" fmla="*/ 487199 w 1236043"/>
              <a:gd name="connsiteY109" fmla="*/ 471243 h 736842"/>
              <a:gd name="connsiteX110" fmla="*/ 491434 w 1236043"/>
              <a:gd name="connsiteY110" fmla="*/ 467732 h 736842"/>
              <a:gd name="connsiteX111" fmla="*/ 495644 w 1236043"/>
              <a:gd name="connsiteY111" fmla="*/ 457610 h 736842"/>
              <a:gd name="connsiteX112" fmla="*/ 499835 w 1236043"/>
              <a:gd name="connsiteY112" fmla="*/ 451055 h 736842"/>
              <a:gd name="connsiteX113" fmla="*/ 508152 w 1236043"/>
              <a:gd name="connsiteY113" fmla="*/ 458183 h 736842"/>
              <a:gd name="connsiteX114" fmla="*/ 512277 w 1236043"/>
              <a:gd name="connsiteY114" fmla="*/ 437520 h 736842"/>
              <a:gd name="connsiteX115" fmla="*/ 516383 w 1236043"/>
              <a:gd name="connsiteY115" fmla="*/ 467637 h 736842"/>
              <a:gd name="connsiteX116" fmla="*/ 520466 w 1236043"/>
              <a:gd name="connsiteY116" fmla="*/ 466311 h 736842"/>
              <a:gd name="connsiteX117" fmla="*/ 524528 w 1236043"/>
              <a:gd name="connsiteY117" fmla="*/ 469520 h 736842"/>
              <a:gd name="connsiteX118" fmla="*/ 528573 w 1236043"/>
              <a:gd name="connsiteY118" fmla="*/ 492530 h 736842"/>
              <a:gd name="connsiteX119" fmla="*/ 532596 w 1236043"/>
              <a:gd name="connsiteY119" fmla="*/ 472703 h 736842"/>
              <a:gd name="connsiteX120" fmla="*/ 536597 w 1236043"/>
              <a:gd name="connsiteY120" fmla="*/ 516187 h 736842"/>
              <a:gd name="connsiteX121" fmla="*/ 540581 w 1236043"/>
              <a:gd name="connsiteY121" fmla="*/ 461760 h 736842"/>
              <a:gd name="connsiteX122" fmla="*/ 544545 w 1236043"/>
              <a:gd name="connsiteY122" fmla="*/ 451243 h 736842"/>
              <a:gd name="connsiteX123" fmla="*/ 548490 w 1236043"/>
              <a:gd name="connsiteY123" fmla="*/ 443514 h 736842"/>
              <a:gd name="connsiteX124" fmla="*/ 552416 w 1236043"/>
              <a:gd name="connsiteY124" fmla="*/ 465290 h 736842"/>
              <a:gd name="connsiteX125" fmla="*/ 556322 w 1236043"/>
              <a:gd name="connsiteY125" fmla="*/ 462505 h 736842"/>
              <a:gd name="connsiteX126" fmla="*/ 560211 w 1236043"/>
              <a:gd name="connsiteY126" fmla="*/ 453541 h 736842"/>
              <a:gd name="connsiteX127" fmla="*/ 564082 w 1236043"/>
              <a:gd name="connsiteY127" fmla="*/ 449713 h 736842"/>
              <a:gd name="connsiteX128" fmla="*/ 567935 w 1236043"/>
              <a:gd name="connsiteY128" fmla="*/ 428007 h 736842"/>
              <a:gd name="connsiteX129" fmla="*/ 571768 w 1236043"/>
              <a:gd name="connsiteY129" fmla="*/ 441474 h 736842"/>
              <a:gd name="connsiteX130" fmla="*/ 575583 w 1236043"/>
              <a:gd name="connsiteY130" fmla="*/ 451063 h 736842"/>
              <a:gd name="connsiteX131" fmla="*/ 579382 w 1236043"/>
              <a:gd name="connsiteY131" fmla="*/ 439138 h 736842"/>
              <a:gd name="connsiteX132" fmla="*/ 583164 w 1236043"/>
              <a:gd name="connsiteY132" fmla="*/ 444067 h 736842"/>
              <a:gd name="connsiteX133" fmla="*/ 586928 w 1236043"/>
              <a:gd name="connsiteY133" fmla="*/ 439050 h 736842"/>
              <a:gd name="connsiteX134" fmla="*/ 590676 w 1236043"/>
              <a:gd name="connsiteY134" fmla="*/ 447832 h 736842"/>
              <a:gd name="connsiteX135" fmla="*/ 594409 w 1236043"/>
              <a:gd name="connsiteY135" fmla="*/ 444277 h 736842"/>
              <a:gd name="connsiteX136" fmla="*/ 598122 w 1236043"/>
              <a:gd name="connsiteY136" fmla="*/ 437897 h 736842"/>
              <a:gd name="connsiteX137" fmla="*/ 601821 w 1236043"/>
              <a:gd name="connsiteY137" fmla="*/ 458236 h 736842"/>
              <a:gd name="connsiteX138" fmla="*/ 605503 w 1236043"/>
              <a:gd name="connsiteY138" fmla="*/ 454374 h 736842"/>
              <a:gd name="connsiteX139" fmla="*/ 609168 w 1236043"/>
              <a:gd name="connsiteY139" fmla="*/ 449713 h 736842"/>
              <a:gd name="connsiteX140" fmla="*/ 612818 w 1236043"/>
              <a:gd name="connsiteY140" fmla="*/ 456881 h 736842"/>
              <a:gd name="connsiteX141" fmla="*/ 616451 w 1236043"/>
              <a:gd name="connsiteY141" fmla="*/ 454574 h 736842"/>
              <a:gd name="connsiteX142" fmla="*/ 620072 w 1236043"/>
              <a:gd name="connsiteY142" fmla="*/ 441930 h 736842"/>
              <a:gd name="connsiteX143" fmla="*/ 623675 w 1236043"/>
              <a:gd name="connsiteY143" fmla="*/ 458516 h 736842"/>
              <a:gd name="connsiteX144" fmla="*/ 627262 w 1236043"/>
              <a:gd name="connsiteY144" fmla="*/ 451703 h 736842"/>
              <a:gd name="connsiteX145" fmla="*/ 630837 w 1236043"/>
              <a:gd name="connsiteY145" fmla="*/ 452625 h 736842"/>
              <a:gd name="connsiteX146" fmla="*/ 634394 w 1236043"/>
              <a:gd name="connsiteY146" fmla="*/ 468314 h 736842"/>
              <a:gd name="connsiteX147" fmla="*/ 637940 w 1236043"/>
              <a:gd name="connsiteY147" fmla="*/ 454791 h 736842"/>
              <a:gd name="connsiteX148" fmla="*/ 641468 w 1236043"/>
              <a:gd name="connsiteY148" fmla="*/ 468487 h 736842"/>
              <a:gd name="connsiteX149" fmla="*/ 644984 w 1236043"/>
              <a:gd name="connsiteY149" fmla="*/ 468368 h 736842"/>
              <a:gd name="connsiteX150" fmla="*/ 651970 w 1236043"/>
              <a:gd name="connsiteY150" fmla="*/ 475098 h 736842"/>
              <a:gd name="connsiteX151" fmla="*/ 655444 w 1236043"/>
              <a:gd name="connsiteY151" fmla="*/ 480639 h 736842"/>
              <a:gd name="connsiteX152" fmla="*/ 658902 w 1236043"/>
              <a:gd name="connsiteY152" fmla="*/ 477374 h 736842"/>
              <a:gd name="connsiteX153" fmla="*/ 662347 w 1236043"/>
              <a:gd name="connsiteY153" fmla="*/ 483117 h 736842"/>
              <a:gd name="connsiteX154" fmla="*/ 665781 w 1236043"/>
              <a:gd name="connsiteY154" fmla="*/ 459603 h 736842"/>
              <a:gd name="connsiteX155" fmla="*/ 669199 w 1236043"/>
              <a:gd name="connsiteY155" fmla="*/ 489995 h 736842"/>
              <a:gd name="connsiteX156" fmla="*/ 672603 w 1236043"/>
              <a:gd name="connsiteY156" fmla="*/ 485804 h 736842"/>
              <a:gd name="connsiteX157" fmla="*/ 675995 w 1236043"/>
              <a:gd name="connsiteY157" fmla="*/ 478434 h 736842"/>
              <a:gd name="connsiteX158" fmla="*/ 679375 w 1236043"/>
              <a:gd name="connsiteY158" fmla="*/ 483161 h 736842"/>
              <a:gd name="connsiteX159" fmla="*/ 682742 w 1236043"/>
              <a:gd name="connsiteY159" fmla="*/ 491004 h 736842"/>
              <a:gd name="connsiteX160" fmla="*/ 686095 w 1236043"/>
              <a:gd name="connsiteY160" fmla="*/ 500753 h 736842"/>
              <a:gd name="connsiteX161" fmla="*/ 689438 w 1236043"/>
              <a:gd name="connsiteY161" fmla="*/ 496962 h 736842"/>
              <a:gd name="connsiteX162" fmla="*/ 692767 w 1236043"/>
              <a:gd name="connsiteY162" fmla="*/ 495422 h 736842"/>
              <a:gd name="connsiteX163" fmla="*/ 696083 w 1236043"/>
              <a:gd name="connsiteY163" fmla="*/ 514647 h 736842"/>
              <a:gd name="connsiteX164" fmla="*/ 699387 w 1236043"/>
              <a:gd name="connsiteY164" fmla="*/ 513248 h 736842"/>
              <a:gd name="connsiteX165" fmla="*/ 702679 w 1236043"/>
              <a:gd name="connsiteY165" fmla="*/ 517274 h 736842"/>
              <a:gd name="connsiteX166" fmla="*/ 705959 w 1236043"/>
              <a:gd name="connsiteY166" fmla="*/ 529825 h 736842"/>
              <a:gd name="connsiteX167" fmla="*/ 709229 w 1236043"/>
              <a:gd name="connsiteY167" fmla="*/ 537069 h 736842"/>
              <a:gd name="connsiteX168" fmla="*/ 712484 w 1236043"/>
              <a:gd name="connsiteY168" fmla="*/ 526177 h 736842"/>
              <a:gd name="connsiteX169" fmla="*/ 715729 w 1236043"/>
              <a:gd name="connsiteY169" fmla="*/ 526319 h 736842"/>
              <a:gd name="connsiteX170" fmla="*/ 718963 w 1236043"/>
              <a:gd name="connsiteY170" fmla="*/ 521657 h 736842"/>
              <a:gd name="connsiteX171" fmla="*/ 722184 w 1236043"/>
              <a:gd name="connsiteY171" fmla="*/ 541333 h 736842"/>
              <a:gd name="connsiteX172" fmla="*/ 725396 w 1236043"/>
              <a:gd name="connsiteY172" fmla="*/ 538945 h 736842"/>
              <a:gd name="connsiteX173" fmla="*/ 728595 w 1236043"/>
              <a:gd name="connsiteY173" fmla="*/ 539106 h 736842"/>
              <a:gd name="connsiteX174" fmla="*/ 731785 w 1236043"/>
              <a:gd name="connsiteY174" fmla="*/ 540541 h 736842"/>
              <a:gd name="connsiteX175" fmla="*/ 734962 w 1236043"/>
              <a:gd name="connsiteY175" fmla="*/ 544126 h 736842"/>
              <a:gd name="connsiteX176" fmla="*/ 738127 w 1236043"/>
              <a:gd name="connsiteY176" fmla="*/ 543368 h 736842"/>
              <a:gd name="connsiteX177" fmla="*/ 741285 w 1236043"/>
              <a:gd name="connsiteY177" fmla="*/ 551146 h 736842"/>
              <a:gd name="connsiteX178" fmla="*/ 744428 w 1236043"/>
              <a:gd name="connsiteY178" fmla="*/ 560383 h 736842"/>
              <a:gd name="connsiteX179" fmla="*/ 747564 w 1236043"/>
              <a:gd name="connsiteY179" fmla="*/ 550300 h 736842"/>
              <a:gd name="connsiteX180" fmla="*/ 750688 w 1236043"/>
              <a:gd name="connsiteY180" fmla="*/ 561353 h 736842"/>
              <a:gd name="connsiteX181" fmla="*/ 753802 w 1236043"/>
              <a:gd name="connsiteY181" fmla="*/ 576433 h 736842"/>
              <a:gd name="connsiteX182" fmla="*/ 756904 w 1236043"/>
              <a:gd name="connsiteY182" fmla="*/ 579240 h 736842"/>
              <a:gd name="connsiteX183" fmla="*/ 759998 w 1236043"/>
              <a:gd name="connsiteY183" fmla="*/ 569318 h 736842"/>
              <a:gd name="connsiteX184" fmla="*/ 763081 w 1236043"/>
              <a:gd name="connsiteY184" fmla="*/ 566867 h 736842"/>
              <a:gd name="connsiteX185" fmla="*/ 766153 w 1236043"/>
              <a:gd name="connsiteY185" fmla="*/ 570607 h 736842"/>
              <a:gd name="connsiteX186" fmla="*/ 769216 w 1236043"/>
              <a:gd name="connsiteY186" fmla="*/ 572751 h 736842"/>
              <a:gd name="connsiteX187" fmla="*/ 772269 w 1236043"/>
              <a:gd name="connsiteY187" fmla="*/ 585675 h 736842"/>
              <a:gd name="connsiteX188" fmla="*/ 775313 w 1236043"/>
              <a:gd name="connsiteY188" fmla="*/ 583295 h 736842"/>
              <a:gd name="connsiteX189" fmla="*/ 778346 w 1236043"/>
              <a:gd name="connsiteY189" fmla="*/ 586460 h 736842"/>
              <a:gd name="connsiteX190" fmla="*/ 781370 w 1236043"/>
              <a:gd name="connsiteY190" fmla="*/ 584830 h 736842"/>
              <a:gd name="connsiteX191" fmla="*/ 784387 w 1236043"/>
              <a:gd name="connsiteY191" fmla="*/ 587284 h 736842"/>
              <a:gd name="connsiteX192" fmla="*/ 787391 w 1236043"/>
              <a:gd name="connsiteY192" fmla="*/ 596426 h 736842"/>
              <a:gd name="connsiteX193" fmla="*/ 790386 w 1236043"/>
              <a:gd name="connsiteY193" fmla="*/ 601450 h 736842"/>
              <a:gd name="connsiteX194" fmla="*/ 793373 w 1236043"/>
              <a:gd name="connsiteY194" fmla="*/ 595631 h 736842"/>
              <a:gd name="connsiteX195" fmla="*/ 796351 w 1236043"/>
              <a:gd name="connsiteY195" fmla="*/ 592335 h 736842"/>
              <a:gd name="connsiteX196" fmla="*/ 799319 w 1236043"/>
              <a:gd name="connsiteY196" fmla="*/ 601367 h 736842"/>
              <a:gd name="connsiteX197" fmla="*/ 802277 w 1236043"/>
              <a:gd name="connsiteY197" fmla="*/ 612634 h 736842"/>
              <a:gd name="connsiteX198" fmla="*/ 805228 w 1236043"/>
              <a:gd name="connsiteY198" fmla="*/ 604233 h 736842"/>
              <a:gd name="connsiteX199" fmla="*/ 808169 w 1236043"/>
              <a:gd name="connsiteY199" fmla="*/ 615064 h 736842"/>
              <a:gd name="connsiteX200" fmla="*/ 814024 w 1236043"/>
              <a:gd name="connsiteY200" fmla="*/ 609608 h 736842"/>
              <a:gd name="connsiteX201" fmla="*/ 816938 w 1236043"/>
              <a:gd name="connsiteY201" fmla="*/ 611155 h 736842"/>
              <a:gd name="connsiteX202" fmla="*/ 819845 w 1236043"/>
              <a:gd name="connsiteY202" fmla="*/ 622449 h 736842"/>
              <a:gd name="connsiteX203" fmla="*/ 822742 w 1236043"/>
              <a:gd name="connsiteY203" fmla="*/ 616070 h 736842"/>
              <a:gd name="connsiteX204" fmla="*/ 825630 w 1236043"/>
              <a:gd name="connsiteY204" fmla="*/ 618356 h 736842"/>
              <a:gd name="connsiteX205" fmla="*/ 828512 w 1236043"/>
              <a:gd name="connsiteY205" fmla="*/ 622535 h 736842"/>
              <a:gd name="connsiteX206" fmla="*/ 831382 w 1236043"/>
              <a:gd name="connsiteY206" fmla="*/ 619084 h 736842"/>
              <a:gd name="connsiteX207" fmla="*/ 834248 w 1236043"/>
              <a:gd name="connsiteY207" fmla="*/ 623122 h 736842"/>
              <a:gd name="connsiteX208" fmla="*/ 837104 w 1236043"/>
              <a:gd name="connsiteY208" fmla="*/ 625790 h 736842"/>
              <a:gd name="connsiteX209" fmla="*/ 839950 w 1236043"/>
              <a:gd name="connsiteY209" fmla="*/ 633195 h 736842"/>
              <a:gd name="connsiteX210" fmla="*/ 842791 w 1236043"/>
              <a:gd name="connsiteY210" fmla="*/ 626141 h 736842"/>
              <a:gd name="connsiteX211" fmla="*/ 845622 w 1236043"/>
              <a:gd name="connsiteY211" fmla="*/ 629715 h 736842"/>
              <a:gd name="connsiteX212" fmla="*/ 848444 w 1236043"/>
              <a:gd name="connsiteY212" fmla="*/ 636979 h 736842"/>
              <a:gd name="connsiteX213" fmla="*/ 851261 w 1236043"/>
              <a:gd name="connsiteY213" fmla="*/ 640439 h 736842"/>
              <a:gd name="connsiteX214" fmla="*/ 854068 w 1236043"/>
              <a:gd name="connsiteY214" fmla="*/ 638750 h 736842"/>
              <a:gd name="connsiteX215" fmla="*/ 856867 w 1236043"/>
              <a:gd name="connsiteY215" fmla="*/ 637781 h 736842"/>
              <a:gd name="connsiteX216" fmla="*/ 859660 w 1236043"/>
              <a:gd name="connsiteY216" fmla="*/ 638015 h 736842"/>
              <a:gd name="connsiteX217" fmla="*/ 862445 w 1236043"/>
              <a:gd name="connsiteY217" fmla="*/ 647768 h 736842"/>
              <a:gd name="connsiteX218" fmla="*/ 865220 w 1236043"/>
              <a:gd name="connsiteY218" fmla="*/ 634959 h 736842"/>
              <a:gd name="connsiteX219" fmla="*/ 867991 w 1236043"/>
              <a:gd name="connsiteY219" fmla="*/ 639513 h 736842"/>
              <a:gd name="connsiteX220" fmla="*/ 870751 w 1236043"/>
              <a:gd name="connsiteY220" fmla="*/ 640885 h 736842"/>
              <a:gd name="connsiteX221" fmla="*/ 873505 w 1236043"/>
              <a:gd name="connsiteY221" fmla="*/ 639396 h 736842"/>
              <a:gd name="connsiteX222" fmla="*/ 876253 w 1236043"/>
              <a:gd name="connsiteY222" fmla="*/ 641691 h 736842"/>
              <a:gd name="connsiteX223" fmla="*/ 878992 w 1236043"/>
              <a:gd name="connsiteY223" fmla="*/ 641016 h 736842"/>
              <a:gd name="connsiteX224" fmla="*/ 881724 w 1236043"/>
              <a:gd name="connsiteY224" fmla="*/ 636782 h 736842"/>
              <a:gd name="connsiteX225" fmla="*/ 884448 w 1236043"/>
              <a:gd name="connsiteY225" fmla="*/ 638480 h 736842"/>
              <a:gd name="connsiteX226" fmla="*/ 887167 w 1236043"/>
              <a:gd name="connsiteY226" fmla="*/ 636628 h 736842"/>
              <a:gd name="connsiteX227" fmla="*/ 889877 w 1236043"/>
              <a:gd name="connsiteY227" fmla="*/ 640970 h 736842"/>
              <a:gd name="connsiteX228" fmla="*/ 892581 w 1236043"/>
              <a:gd name="connsiteY228" fmla="*/ 644345 h 736842"/>
              <a:gd name="connsiteX229" fmla="*/ 895276 w 1236043"/>
              <a:gd name="connsiteY229" fmla="*/ 632915 h 736842"/>
              <a:gd name="connsiteX230" fmla="*/ 900649 w 1236043"/>
              <a:gd name="connsiteY230" fmla="*/ 633802 h 736842"/>
              <a:gd name="connsiteX231" fmla="*/ 903325 w 1236043"/>
              <a:gd name="connsiteY231" fmla="*/ 638022 h 736842"/>
              <a:gd name="connsiteX232" fmla="*/ 905993 w 1236043"/>
              <a:gd name="connsiteY232" fmla="*/ 644043 h 736842"/>
              <a:gd name="connsiteX233" fmla="*/ 908653 w 1236043"/>
              <a:gd name="connsiteY233" fmla="*/ 619294 h 736842"/>
              <a:gd name="connsiteX234" fmla="*/ 911309 w 1236043"/>
              <a:gd name="connsiteY234" fmla="*/ 615066 h 736842"/>
              <a:gd name="connsiteX235" fmla="*/ 913958 w 1236043"/>
              <a:gd name="connsiteY235" fmla="*/ 625025 h 736842"/>
              <a:gd name="connsiteX236" fmla="*/ 916599 w 1236043"/>
              <a:gd name="connsiteY236" fmla="*/ 633292 h 736842"/>
              <a:gd name="connsiteX237" fmla="*/ 919236 w 1236043"/>
              <a:gd name="connsiteY237" fmla="*/ 626996 h 736842"/>
              <a:gd name="connsiteX238" fmla="*/ 921863 w 1236043"/>
              <a:gd name="connsiteY238" fmla="*/ 627422 h 736842"/>
              <a:gd name="connsiteX239" fmla="*/ 924484 w 1236043"/>
              <a:gd name="connsiteY239" fmla="*/ 631236 h 736842"/>
              <a:gd name="connsiteX240" fmla="*/ 927101 w 1236043"/>
              <a:gd name="connsiteY240" fmla="*/ 635861 h 736842"/>
              <a:gd name="connsiteX241" fmla="*/ 929711 w 1236043"/>
              <a:gd name="connsiteY241" fmla="*/ 635532 h 736842"/>
              <a:gd name="connsiteX242" fmla="*/ 932313 w 1236043"/>
              <a:gd name="connsiteY242" fmla="*/ 617466 h 736842"/>
              <a:gd name="connsiteX243" fmla="*/ 934908 w 1236043"/>
              <a:gd name="connsiteY243" fmla="*/ 634813 h 736842"/>
              <a:gd name="connsiteX244" fmla="*/ 940084 w 1236043"/>
              <a:gd name="connsiteY244" fmla="*/ 640400 h 736842"/>
              <a:gd name="connsiteX245" fmla="*/ 942659 w 1236043"/>
              <a:gd name="connsiteY245" fmla="*/ 638273 h 736842"/>
              <a:gd name="connsiteX246" fmla="*/ 945232 w 1236043"/>
              <a:gd name="connsiteY246" fmla="*/ 619070 h 736842"/>
              <a:gd name="connsiteX247" fmla="*/ 950357 w 1236043"/>
              <a:gd name="connsiteY247" fmla="*/ 639333 h 736842"/>
              <a:gd name="connsiteX248" fmla="*/ 952908 w 1236043"/>
              <a:gd name="connsiteY248" fmla="*/ 628767 h 736842"/>
              <a:gd name="connsiteX249" fmla="*/ 955457 w 1236043"/>
              <a:gd name="connsiteY249" fmla="*/ 625856 h 736842"/>
              <a:gd name="connsiteX250" fmla="*/ 957998 w 1236043"/>
              <a:gd name="connsiteY250" fmla="*/ 628409 h 736842"/>
              <a:gd name="connsiteX251" fmla="*/ 960532 w 1236043"/>
              <a:gd name="connsiteY251" fmla="*/ 624708 h 736842"/>
              <a:gd name="connsiteX252" fmla="*/ 963061 w 1236043"/>
              <a:gd name="connsiteY252" fmla="*/ 623611 h 736842"/>
              <a:gd name="connsiteX253" fmla="*/ 965583 w 1236043"/>
              <a:gd name="connsiteY253" fmla="*/ 636133 h 736842"/>
              <a:gd name="connsiteX254" fmla="*/ 970613 w 1236043"/>
              <a:gd name="connsiteY254" fmla="*/ 632213 h 736842"/>
              <a:gd name="connsiteX255" fmla="*/ 973120 w 1236043"/>
              <a:gd name="connsiteY255" fmla="*/ 634827 h 736842"/>
              <a:gd name="connsiteX256" fmla="*/ 975620 w 1236043"/>
              <a:gd name="connsiteY256" fmla="*/ 633741 h 736842"/>
              <a:gd name="connsiteX257" fmla="*/ 978113 w 1236043"/>
              <a:gd name="connsiteY257" fmla="*/ 630434 h 736842"/>
              <a:gd name="connsiteX258" fmla="*/ 980603 w 1236043"/>
              <a:gd name="connsiteY258" fmla="*/ 631294 h 736842"/>
              <a:gd name="connsiteX259" fmla="*/ 983086 w 1236043"/>
              <a:gd name="connsiteY259" fmla="*/ 637839 h 736842"/>
              <a:gd name="connsiteX260" fmla="*/ 985561 w 1236043"/>
              <a:gd name="connsiteY260" fmla="*/ 630878 h 736842"/>
              <a:gd name="connsiteX261" fmla="*/ 988035 w 1236043"/>
              <a:gd name="connsiteY261" fmla="*/ 639442 h 736842"/>
              <a:gd name="connsiteX262" fmla="*/ 990500 w 1236043"/>
              <a:gd name="connsiteY262" fmla="*/ 637532 h 736842"/>
              <a:gd name="connsiteX263" fmla="*/ 992961 w 1236043"/>
              <a:gd name="connsiteY263" fmla="*/ 643297 h 736842"/>
              <a:gd name="connsiteX264" fmla="*/ 995418 w 1236043"/>
              <a:gd name="connsiteY264" fmla="*/ 629009 h 736842"/>
              <a:gd name="connsiteX265" fmla="*/ 997866 w 1236043"/>
              <a:gd name="connsiteY265" fmla="*/ 649769 h 736842"/>
              <a:gd name="connsiteX266" fmla="*/ 1000310 w 1236043"/>
              <a:gd name="connsiteY266" fmla="*/ 633809 h 736842"/>
              <a:gd name="connsiteX267" fmla="*/ 1002749 w 1236043"/>
              <a:gd name="connsiteY267" fmla="*/ 633231 h 736842"/>
              <a:gd name="connsiteX268" fmla="*/ 1005184 w 1236043"/>
              <a:gd name="connsiteY268" fmla="*/ 633100 h 736842"/>
              <a:gd name="connsiteX269" fmla="*/ 1007613 w 1236043"/>
              <a:gd name="connsiteY269" fmla="*/ 654871 h 736842"/>
              <a:gd name="connsiteX270" fmla="*/ 1010035 w 1236043"/>
              <a:gd name="connsiteY270" fmla="*/ 629386 h 736842"/>
              <a:gd name="connsiteX271" fmla="*/ 1012455 w 1236043"/>
              <a:gd name="connsiteY271" fmla="*/ 649913 h 736842"/>
              <a:gd name="connsiteX272" fmla="*/ 1014867 w 1236043"/>
              <a:gd name="connsiteY272" fmla="*/ 658558 h 736842"/>
              <a:gd name="connsiteX273" fmla="*/ 1017274 w 1236043"/>
              <a:gd name="connsiteY273" fmla="*/ 644954 h 736842"/>
              <a:gd name="connsiteX274" fmla="*/ 1019677 w 1236043"/>
              <a:gd name="connsiteY274" fmla="*/ 644016 h 736842"/>
              <a:gd name="connsiteX275" fmla="*/ 1022074 w 1236043"/>
              <a:gd name="connsiteY275" fmla="*/ 647761 h 736842"/>
              <a:gd name="connsiteX276" fmla="*/ 1024467 w 1236043"/>
              <a:gd name="connsiteY276" fmla="*/ 662486 h 736842"/>
              <a:gd name="connsiteX277" fmla="*/ 1026853 w 1236043"/>
              <a:gd name="connsiteY277" fmla="*/ 653153 h 736842"/>
              <a:gd name="connsiteX278" fmla="*/ 1029236 w 1236043"/>
              <a:gd name="connsiteY278" fmla="*/ 663246 h 736842"/>
              <a:gd name="connsiteX279" fmla="*/ 1031614 w 1236043"/>
              <a:gd name="connsiteY279" fmla="*/ 646606 h 736842"/>
              <a:gd name="connsiteX280" fmla="*/ 1033985 w 1236043"/>
              <a:gd name="connsiteY280" fmla="*/ 654394 h 736842"/>
              <a:gd name="connsiteX281" fmla="*/ 1036353 w 1236043"/>
              <a:gd name="connsiteY281" fmla="*/ 647866 h 736842"/>
              <a:gd name="connsiteX282" fmla="*/ 1038714 w 1236043"/>
              <a:gd name="connsiteY282" fmla="*/ 646804 h 736842"/>
              <a:gd name="connsiteX283" fmla="*/ 1041073 w 1236043"/>
              <a:gd name="connsiteY283" fmla="*/ 638085 h 736842"/>
              <a:gd name="connsiteX284" fmla="*/ 1043424 w 1236043"/>
              <a:gd name="connsiteY284" fmla="*/ 640807 h 736842"/>
              <a:gd name="connsiteX285" fmla="*/ 1045773 w 1236043"/>
              <a:gd name="connsiteY285" fmla="*/ 658458 h 736842"/>
              <a:gd name="connsiteX286" fmla="*/ 1048115 w 1236043"/>
              <a:gd name="connsiteY286" fmla="*/ 633999 h 736842"/>
              <a:gd name="connsiteX287" fmla="*/ 1050454 w 1236043"/>
              <a:gd name="connsiteY287" fmla="*/ 637751 h 736842"/>
              <a:gd name="connsiteX288" fmla="*/ 1052786 w 1236043"/>
              <a:gd name="connsiteY288" fmla="*/ 661575 h 736842"/>
              <a:gd name="connsiteX289" fmla="*/ 1055115 w 1236043"/>
              <a:gd name="connsiteY289" fmla="*/ 635761 h 736842"/>
              <a:gd name="connsiteX290" fmla="*/ 1057440 w 1236043"/>
              <a:gd name="connsiteY290" fmla="*/ 635261 h 736842"/>
              <a:gd name="connsiteX291" fmla="*/ 1059757 w 1236043"/>
              <a:gd name="connsiteY291" fmla="*/ 646409 h 736842"/>
              <a:gd name="connsiteX292" fmla="*/ 1062072 w 1236043"/>
              <a:gd name="connsiteY292" fmla="*/ 651526 h 736842"/>
              <a:gd name="connsiteX293" fmla="*/ 1064382 w 1236043"/>
              <a:gd name="connsiteY293" fmla="*/ 642912 h 736842"/>
              <a:gd name="connsiteX294" fmla="*/ 1066687 w 1236043"/>
              <a:gd name="connsiteY294" fmla="*/ 659469 h 736842"/>
              <a:gd name="connsiteX295" fmla="*/ 1068990 w 1236043"/>
              <a:gd name="connsiteY295" fmla="*/ 639184 h 736842"/>
              <a:gd name="connsiteX296" fmla="*/ 1071285 w 1236043"/>
              <a:gd name="connsiteY296" fmla="*/ 640846 h 736842"/>
              <a:gd name="connsiteX297" fmla="*/ 1073578 w 1236043"/>
              <a:gd name="connsiteY297" fmla="*/ 652347 h 736842"/>
              <a:gd name="connsiteX298" fmla="*/ 1075864 w 1236043"/>
              <a:gd name="connsiteY298" fmla="*/ 637747 h 736842"/>
              <a:gd name="connsiteX299" fmla="*/ 1078147 w 1236043"/>
              <a:gd name="connsiteY299" fmla="*/ 645315 h 736842"/>
              <a:gd name="connsiteX300" fmla="*/ 1080425 w 1236043"/>
              <a:gd name="connsiteY300" fmla="*/ 644981 h 736842"/>
              <a:gd name="connsiteX301" fmla="*/ 1082698 w 1236043"/>
              <a:gd name="connsiteY301" fmla="*/ 632756 h 736842"/>
              <a:gd name="connsiteX302" fmla="*/ 1084967 w 1236043"/>
              <a:gd name="connsiteY302" fmla="*/ 647325 h 736842"/>
              <a:gd name="connsiteX303" fmla="*/ 1087233 w 1236043"/>
              <a:gd name="connsiteY303" fmla="*/ 642052 h 736842"/>
              <a:gd name="connsiteX304" fmla="*/ 1089494 w 1236043"/>
              <a:gd name="connsiteY304" fmla="*/ 646533 h 736842"/>
              <a:gd name="connsiteX305" fmla="*/ 1096249 w 1236043"/>
              <a:gd name="connsiteY305" fmla="*/ 623244 h 736842"/>
              <a:gd name="connsiteX306" fmla="*/ 1098493 w 1236043"/>
              <a:gd name="connsiteY306" fmla="*/ 644757 h 736842"/>
              <a:gd name="connsiteX307" fmla="*/ 1100732 w 1236043"/>
              <a:gd name="connsiteY307" fmla="*/ 655134 h 736842"/>
              <a:gd name="connsiteX308" fmla="*/ 1102966 w 1236043"/>
              <a:gd name="connsiteY308" fmla="*/ 644459 h 736842"/>
              <a:gd name="connsiteX309" fmla="*/ 1105196 w 1236043"/>
              <a:gd name="connsiteY309" fmla="*/ 638329 h 736842"/>
              <a:gd name="connsiteX310" fmla="*/ 1107423 w 1236043"/>
              <a:gd name="connsiteY310" fmla="*/ 642303 h 736842"/>
              <a:gd name="connsiteX311" fmla="*/ 1109645 w 1236043"/>
              <a:gd name="connsiteY311" fmla="*/ 648295 h 736842"/>
              <a:gd name="connsiteX312" fmla="*/ 1111863 w 1236043"/>
              <a:gd name="connsiteY312" fmla="*/ 630605 h 736842"/>
              <a:gd name="connsiteX313" fmla="*/ 1114077 w 1236043"/>
              <a:gd name="connsiteY313" fmla="*/ 634854 h 736842"/>
              <a:gd name="connsiteX314" fmla="*/ 1116288 w 1236043"/>
              <a:gd name="connsiteY314" fmla="*/ 640312 h 736842"/>
              <a:gd name="connsiteX315" fmla="*/ 1118493 w 1236043"/>
              <a:gd name="connsiteY315" fmla="*/ 651487 h 736842"/>
              <a:gd name="connsiteX316" fmla="*/ 1120695 w 1236043"/>
              <a:gd name="connsiteY316" fmla="*/ 657708 h 736842"/>
              <a:gd name="connsiteX317" fmla="*/ 1122893 w 1236043"/>
              <a:gd name="connsiteY317" fmla="*/ 632432 h 736842"/>
              <a:gd name="connsiteX318" fmla="*/ 1125086 w 1236043"/>
              <a:gd name="connsiteY318" fmla="*/ 644160 h 736842"/>
              <a:gd name="connsiteX319" fmla="*/ 1129460 w 1236043"/>
              <a:gd name="connsiteY319" fmla="*/ 635030 h 736842"/>
              <a:gd name="connsiteX320" fmla="*/ 1131643 w 1236043"/>
              <a:gd name="connsiteY320" fmla="*/ 647111 h 736842"/>
              <a:gd name="connsiteX321" fmla="*/ 1133819 w 1236043"/>
              <a:gd name="connsiteY321" fmla="*/ 647761 h 736842"/>
              <a:gd name="connsiteX322" fmla="*/ 1135993 w 1236043"/>
              <a:gd name="connsiteY322" fmla="*/ 635310 h 736842"/>
              <a:gd name="connsiteX323" fmla="*/ 1138164 w 1236043"/>
              <a:gd name="connsiteY323" fmla="*/ 636475 h 736842"/>
              <a:gd name="connsiteX324" fmla="*/ 1140330 w 1236043"/>
              <a:gd name="connsiteY324" fmla="*/ 638027 h 736842"/>
              <a:gd name="connsiteX325" fmla="*/ 1142491 w 1236043"/>
              <a:gd name="connsiteY325" fmla="*/ 633236 h 736842"/>
              <a:gd name="connsiteX326" fmla="*/ 1144650 w 1236043"/>
              <a:gd name="connsiteY326" fmla="*/ 655595 h 736842"/>
              <a:gd name="connsiteX327" fmla="*/ 1146804 w 1236043"/>
              <a:gd name="connsiteY327" fmla="*/ 621621 h 736842"/>
              <a:gd name="connsiteX328" fmla="*/ 1148956 w 1236043"/>
              <a:gd name="connsiteY328" fmla="*/ 643044 h 736842"/>
              <a:gd name="connsiteX329" fmla="*/ 1151102 w 1236043"/>
              <a:gd name="connsiteY329" fmla="*/ 637084 h 736842"/>
              <a:gd name="connsiteX330" fmla="*/ 1153244 w 1236043"/>
              <a:gd name="connsiteY330" fmla="*/ 650692 h 736842"/>
              <a:gd name="connsiteX331" fmla="*/ 1155383 w 1236043"/>
              <a:gd name="connsiteY331" fmla="*/ 631730 h 736842"/>
              <a:gd name="connsiteX332" fmla="*/ 1157518 w 1236043"/>
              <a:gd name="connsiteY332" fmla="*/ 649001 h 736842"/>
              <a:gd name="connsiteX333" fmla="*/ 1159650 w 1236043"/>
              <a:gd name="connsiteY333" fmla="*/ 637137 h 736842"/>
              <a:gd name="connsiteX334" fmla="*/ 1161780 w 1236043"/>
              <a:gd name="connsiteY334" fmla="*/ 612919 h 736842"/>
              <a:gd name="connsiteX335" fmla="*/ 1163902 w 1236043"/>
              <a:gd name="connsiteY335" fmla="*/ 629628 h 736842"/>
              <a:gd name="connsiteX336" fmla="*/ 1166024 w 1236043"/>
              <a:gd name="connsiteY336" fmla="*/ 635283 h 736842"/>
              <a:gd name="connsiteX337" fmla="*/ 1168139 w 1236043"/>
              <a:gd name="connsiteY337" fmla="*/ 613880 h 736842"/>
              <a:gd name="connsiteX338" fmla="*/ 1170254 w 1236043"/>
              <a:gd name="connsiteY338" fmla="*/ 648892 h 736842"/>
              <a:gd name="connsiteX339" fmla="*/ 1172362 w 1236043"/>
              <a:gd name="connsiteY339" fmla="*/ 638036 h 736842"/>
              <a:gd name="connsiteX340" fmla="*/ 1174470 w 1236043"/>
              <a:gd name="connsiteY340" fmla="*/ 639325 h 736842"/>
              <a:gd name="connsiteX341" fmla="*/ 1176573 w 1236043"/>
              <a:gd name="connsiteY341" fmla="*/ 632837 h 736842"/>
              <a:gd name="connsiteX342" fmla="*/ 1178671 w 1236043"/>
              <a:gd name="connsiteY342" fmla="*/ 622700 h 736842"/>
              <a:gd name="connsiteX343" fmla="*/ 1180766 w 1236043"/>
              <a:gd name="connsiteY343" fmla="*/ 635909 h 736842"/>
              <a:gd name="connsiteX344" fmla="*/ 1182857 w 1236043"/>
              <a:gd name="connsiteY344" fmla="*/ 651628 h 736842"/>
              <a:gd name="connsiteX345" fmla="*/ 1184945 w 1236043"/>
              <a:gd name="connsiteY345" fmla="*/ 640890 h 736842"/>
              <a:gd name="connsiteX346" fmla="*/ 1187031 w 1236043"/>
              <a:gd name="connsiteY346" fmla="*/ 647915 h 736842"/>
              <a:gd name="connsiteX347" fmla="*/ 1189112 w 1236043"/>
              <a:gd name="connsiteY347" fmla="*/ 638387 h 736842"/>
              <a:gd name="connsiteX348" fmla="*/ 1191188 w 1236043"/>
              <a:gd name="connsiteY348" fmla="*/ 615137 h 736842"/>
              <a:gd name="connsiteX349" fmla="*/ 1193264 w 1236043"/>
              <a:gd name="connsiteY349" fmla="*/ 622995 h 736842"/>
              <a:gd name="connsiteX350" fmla="*/ 1195332 w 1236043"/>
              <a:gd name="connsiteY350" fmla="*/ 623429 h 736842"/>
              <a:gd name="connsiteX351" fmla="*/ 1197401 w 1236043"/>
              <a:gd name="connsiteY351" fmla="*/ 635551 h 736842"/>
              <a:gd name="connsiteX352" fmla="*/ 1199465 w 1236043"/>
              <a:gd name="connsiteY352" fmla="*/ 625366 h 736842"/>
              <a:gd name="connsiteX353" fmla="*/ 1201524 w 1236043"/>
              <a:gd name="connsiteY353" fmla="*/ 621204 h 736842"/>
              <a:gd name="connsiteX354" fmla="*/ 1203583 w 1236043"/>
              <a:gd name="connsiteY354" fmla="*/ 625288 h 736842"/>
              <a:gd name="connsiteX355" fmla="*/ 1205637 w 1236043"/>
              <a:gd name="connsiteY355" fmla="*/ 640736 h 736842"/>
              <a:gd name="connsiteX356" fmla="*/ 1207686 w 1236043"/>
              <a:gd name="connsiteY356" fmla="*/ 640293 h 736842"/>
              <a:gd name="connsiteX357" fmla="*/ 1209733 w 1236043"/>
              <a:gd name="connsiteY357" fmla="*/ 622700 h 736842"/>
              <a:gd name="connsiteX358" fmla="*/ 1211777 w 1236043"/>
              <a:gd name="connsiteY358" fmla="*/ 636243 h 736842"/>
              <a:gd name="connsiteX359" fmla="*/ 1213817 w 1236043"/>
              <a:gd name="connsiteY359" fmla="*/ 636211 h 736842"/>
              <a:gd name="connsiteX360" fmla="*/ 1215854 w 1236043"/>
              <a:gd name="connsiteY360" fmla="*/ 620100 h 736842"/>
              <a:gd name="connsiteX361" fmla="*/ 1217888 w 1236043"/>
              <a:gd name="connsiteY361" fmla="*/ 717503 h 736842"/>
              <a:gd name="connsiteX362" fmla="*/ 1219918 w 1236043"/>
              <a:gd name="connsiteY362" fmla="*/ 671436 h 736842"/>
              <a:gd name="connsiteX363" fmla="*/ 1221945 w 1236043"/>
              <a:gd name="connsiteY363" fmla="*/ 736843 h 736842"/>
              <a:gd name="connsiteX364" fmla="*/ 1223970 w 1236043"/>
              <a:gd name="connsiteY364" fmla="*/ 622656 h 736842"/>
              <a:gd name="connsiteX365" fmla="*/ 1225990 w 1236043"/>
              <a:gd name="connsiteY365" fmla="*/ 645256 h 736842"/>
              <a:gd name="connsiteX366" fmla="*/ 1228008 w 1236043"/>
              <a:gd name="connsiteY366" fmla="*/ 603485 h 736842"/>
              <a:gd name="connsiteX367" fmla="*/ 1230020 w 1236043"/>
              <a:gd name="connsiteY367" fmla="*/ 689265 h 736842"/>
              <a:gd name="connsiteX368" fmla="*/ 1232033 w 1236043"/>
              <a:gd name="connsiteY368" fmla="*/ 730298 h 736842"/>
              <a:gd name="connsiteX369" fmla="*/ 1236044 w 1236043"/>
              <a:gd name="connsiteY369" fmla="*/ 576613 h 736842"/>
              <a:gd name="connsiteX370" fmla="*/ 1236044 w 1236043"/>
              <a:gd name="connsiteY370" fmla="*/ 576613 h 736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</a:cxnLst>
            <a:rect l="l" t="t" r="r" b="b"/>
            <a:pathLst>
              <a:path w="1236043" h="736842">
                <a:moveTo>
                  <a:pt x="0" y="56718"/>
                </a:moveTo>
                <a:lnTo>
                  <a:pt x="1782" y="102143"/>
                </a:lnTo>
                <a:lnTo>
                  <a:pt x="3607" y="0"/>
                </a:lnTo>
                <a:lnTo>
                  <a:pt x="5476" y="23736"/>
                </a:lnTo>
                <a:lnTo>
                  <a:pt x="7395" y="97360"/>
                </a:lnTo>
                <a:lnTo>
                  <a:pt x="9364" y="194969"/>
                </a:lnTo>
                <a:lnTo>
                  <a:pt x="11381" y="231591"/>
                </a:lnTo>
                <a:lnTo>
                  <a:pt x="13452" y="234286"/>
                </a:lnTo>
                <a:lnTo>
                  <a:pt x="15578" y="246864"/>
                </a:lnTo>
                <a:lnTo>
                  <a:pt x="17758" y="164043"/>
                </a:lnTo>
                <a:lnTo>
                  <a:pt x="19999" y="152951"/>
                </a:lnTo>
                <a:lnTo>
                  <a:pt x="22297" y="169054"/>
                </a:lnTo>
                <a:lnTo>
                  <a:pt x="24657" y="222722"/>
                </a:lnTo>
                <a:lnTo>
                  <a:pt x="29572" y="303482"/>
                </a:lnTo>
                <a:lnTo>
                  <a:pt x="32129" y="316640"/>
                </a:lnTo>
                <a:lnTo>
                  <a:pt x="34757" y="319296"/>
                </a:lnTo>
                <a:lnTo>
                  <a:pt x="37456" y="314588"/>
                </a:lnTo>
                <a:lnTo>
                  <a:pt x="40229" y="221028"/>
                </a:lnTo>
                <a:lnTo>
                  <a:pt x="46001" y="312103"/>
                </a:lnTo>
                <a:lnTo>
                  <a:pt x="49006" y="350298"/>
                </a:lnTo>
                <a:lnTo>
                  <a:pt x="52092" y="309335"/>
                </a:lnTo>
                <a:lnTo>
                  <a:pt x="55261" y="361740"/>
                </a:lnTo>
                <a:lnTo>
                  <a:pt x="58514" y="388360"/>
                </a:lnTo>
                <a:lnTo>
                  <a:pt x="61851" y="356769"/>
                </a:lnTo>
                <a:lnTo>
                  <a:pt x="65279" y="366611"/>
                </a:lnTo>
                <a:lnTo>
                  <a:pt x="68795" y="392254"/>
                </a:lnTo>
                <a:lnTo>
                  <a:pt x="72398" y="406928"/>
                </a:lnTo>
                <a:lnTo>
                  <a:pt x="76094" y="411789"/>
                </a:lnTo>
                <a:lnTo>
                  <a:pt x="79879" y="403994"/>
                </a:lnTo>
                <a:lnTo>
                  <a:pt x="83756" y="415254"/>
                </a:lnTo>
                <a:lnTo>
                  <a:pt x="87724" y="421786"/>
                </a:lnTo>
                <a:lnTo>
                  <a:pt x="91782" y="432335"/>
                </a:lnTo>
                <a:lnTo>
                  <a:pt x="95931" y="444925"/>
                </a:lnTo>
                <a:lnTo>
                  <a:pt x="100169" y="447897"/>
                </a:lnTo>
                <a:lnTo>
                  <a:pt x="104496" y="464160"/>
                </a:lnTo>
                <a:lnTo>
                  <a:pt x="108909" y="455527"/>
                </a:lnTo>
                <a:lnTo>
                  <a:pt x="113407" y="465434"/>
                </a:lnTo>
                <a:lnTo>
                  <a:pt x="117986" y="460770"/>
                </a:lnTo>
                <a:lnTo>
                  <a:pt x="122646" y="472508"/>
                </a:lnTo>
                <a:lnTo>
                  <a:pt x="127383" y="471808"/>
                </a:lnTo>
                <a:lnTo>
                  <a:pt x="132194" y="479842"/>
                </a:lnTo>
                <a:lnTo>
                  <a:pt x="137074" y="486764"/>
                </a:lnTo>
                <a:lnTo>
                  <a:pt x="142022" y="488136"/>
                </a:lnTo>
                <a:lnTo>
                  <a:pt x="147032" y="486282"/>
                </a:lnTo>
                <a:lnTo>
                  <a:pt x="152101" y="491175"/>
                </a:lnTo>
                <a:lnTo>
                  <a:pt x="157226" y="494610"/>
                </a:lnTo>
                <a:lnTo>
                  <a:pt x="162400" y="501796"/>
                </a:lnTo>
                <a:lnTo>
                  <a:pt x="167621" y="500012"/>
                </a:lnTo>
                <a:lnTo>
                  <a:pt x="172883" y="452812"/>
                </a:lnTo>
                <a:lnTo>
                  <a:pt x="178183" y="451343"/>
                </a:lnTo>
                <a:lnTo>
                  <a:pt x="183517" y="457013"/>
                </a:lnTo>
                <a:lnTo>
                  <a:pt x="188878" y="439835"/>
                </a:lnTo>
                <a:lnTo>
                  <a:pt x="194265" y="430222"/>
                </a:lnTo>
                <a:lnTo>
                  <a:pt x="199674" y="429369"/>
                </a:lnTo>
                <a:lnTo>
                  <a:pt x="205098" y="433126"/>
                </a:lnTo>
                <a:lnTo>
                  <a:pt x="210537" y="431396"/>
                </a:lnTo>
                <a:lnTo>
                  <a:pt x="215985" y="439481"/>
                </a:lnTo>
                <a:lnTo>
                  <a:pt x="221441" y="432120"/>
                </a:lnTo>
                <a:lnTo>
                  <a:pt x="226899" y="426923"/>
                </a:lnTo>
                <a:lnTo>
                  <a:pt x="232357" y="435819"/>
                </a:lnTo>
                <a:lnTo>
                  <a:pt x="237813" y="461401"/>
                </a:lnTo>
                <a:lnTo>
                  <a:pt x="243264" y="450534"/>
                </a:lnTo>
                <a:lnTo>
                  <a:pt x="248705" y="455522"/>
                </a:lnTo>
                <a:lnTo>
                  <a:pt x="254138" y="468636"/>
                </a:lnTo>
                <a:lnTo>
                  <a:pt x="264967" y="484917"/>
                </a:lnTo>
                <a:lnTo>
                  <a:pt x="270359" y="485273"/>
                </a:lnTo>
                <a:lnTo>
                  <a:pt x="275734" y="463682"/>
                </a:lnTo>
                <a:lnTo>
                  <a:pt x="281090" y="450629"/>
                </a:lnTo>
                <a:lnTo>
                  <a:pt x="286426" y="433794"/>
                </a:lnTo>
                <a:lnTo>
                  <a:pt x="291741" y="420624"/>
                </a:lnTo>
                <a:lnTo>
                  <a:pt x="297036" y="402417"/>
                </a:lnTo>
                <a:lnTo>
                  <a:pt x="302304" y="396933"/>
                </a:lnTo>
                <a:lnTo>
                  <a:pt x="307550" y="400997"/>
                </a:lnTo>
                <a:lnTo>
                  <a:pt x="312771" y="378619"/>
                </a:lnTo>
                <a:lnTo>
                  <a:pt x="317969" y="400088"/>
                </a:lnTo>
                <a:lnTo>
                  <a:pt x="323139" y="402841"/>
                </a:lnTo>
                <a:lnTo>
                  <a:pt x="328283" y="411216"/>
                </a:lnTo>
                <a:lnTo>
                  <a:pt x="333403" y="414394"/>
                </a:lnTo>
                <a:lnTo>
                  <a:pt x="338493" y="420873"/>
                </a:lnTo>
                <a:lnTo>
                  <a:pt x="343556" y="422391"/>
                </a:lnTo>
                <a:lnTo>
                  <a:pt x="348593" y="417142"/>
                </a:lnTo>
                <a:lnTo>
                  <a:pt x="353602" y="412615"/>
                </a:lnTo>
                <a:lnTo>
                  <a:pt x="363537" y="430531"/>
                </a:lnTo>
                <a:lnTo>
                  <a:pt x="368461" y="437997"/>
                </a:lnTo>
                <a:lnTo>
                  <a:pt x="373359" y="439976"/>
                </a:lnTo>
                <a:lnTo>
                  <a:pt x="378230" y="450064"/>
                </a:lnTo>
                <a:lnTo>
                  <a:pt x="383071" y="468687"/>
                </a:lnTo>
                <a:lnTo>
                  <a:pt x="387886" y="470963"/>
                </a:lnTo>
                <a:lnTo>
                  <a:pt x="392674" y="487291"/>
                </a:lnTo>
                <a:lnTo>
                  <a:pt x="397435" y="495388"/>
                </a:lnTo>
                <a:lnTo>
                  <a:pt x="402167" y="508821"/>
                </a:lnTo>
                <a:lnTo>
                  <a:pt x="406872" y="512551"/>
                </a:lnTo>
                <a:lnTo>
                  <a:pt x="411551" y="532118"/>
                </a:lnTo>
                <a:lnTo>
                  <a:pt x="416205" y="539023"/>
                </a:lnTo>
                <a:lnTo>
                  <a:pt x="420829" y="544057"/>
                </a:lnTo>
                <a:lnTo>
                  <a:pt x="425430" y="551457"/>
                </a:lnTo>
                <a:lnTo>
                  <a:pt x="430003" y="546231"/>
                </a:lnTo>
                <a:lnTo>
                  <a:pt x="434550" y="553224"/>
                </a:lnTo>
                <a:lnTo>
                  <a:pt x="439073" y="547335"/>
                </a:lnTo>
                <a:lnTo>
                  <a:pt x="443568" y="540936"/>
                </a:lnTo>
                <a:lnTo>
                  <a:pt x="448042" y="540795"/>
                </a:lnTo>
                <a:lnTo>
                  <a:pt x="452486" y="523911"/>
                </a:lnTo>
                <a:lnTo>
                  <a:pt x="456909" y="521338"/>
                </a:lnTo>
                <a:lnTo>
                  <a:pt x="461307" y="513024"/>
                </a:lnTo>
                <a:lnTo>
                  <a:pt x="465681" y="491319"/>
                </a:lnTo>
                <a:lnTo>
                  <a:pt x="470033" y="480151"/>
                </a:lnTo>
                <a:lnTo>
                  <a:pt x="474358" y="476031"/>
                </a:lnTo>
                <a:lnTo>
                  <a:pt x="478661" y="486114"/>
                </a:lnTo>
                <a:lnTo>
                  <a:pt x="482942" y="489871"/>
                </a:lnTo>
                <a:lnTo>
                  <a:pt x="487199" y="471243"/>
                </a:lnTo>
                <a:lnTo>
                  <a:pt x="491434" y="467732"/>
                </a:lnTo>
                <a:lnTo>
                  <a:pt x="495644" y="457610"/>
                </a:lnTo>
                <a:lnTo>
                  <a:pt x="499835" y="451055"/>
                </a:lnTo>
                <a:lnTo>
                  <a:pt x="508152" y="458183"/>
                </a:lnTo>
                <a:lnTo>
                  <a:pt x="512277" y="437520"/>
                </a:lnTo>
                <a:lnTo>
                  <a:pt x="516383" y="467637"/>
                </a:lnTo>
                <a:lnTo>
                  <a:pt x="520466" y="466311"/>
                </a:lnTo>
                <a:lnTo>
                  <a:pt x="524528" y="469520"/>
                </a:lnTo>
                <a:lnTo>
                  <a:pt x="528573" y="492530"/>
                </a:lnTo>
                <a:lnTo>
                  <a:pt x="532596" y="472703"/>
                </a:lnTo>
                <a:lnTo>
                  <a:pt x="536597" y="516187"/>
                </a:lnTo>
                <a:lnTo>
                  <a:pt x="540581" y="461760"/>
                </a:lnTo>
                <a:lnTo>
                  <a:pt x="544545" y="451243"/>
                </a:lnTo>
                <a:lnTo>
                  <a:pt x="548490" y="443514"/>
                </a:lnTo>
                <a:lnTo>
                  <a:pt x="552416" y="465290"/>
                </a:lnTo>
                <a:lnTo>
                  <a:pt x="556322" y="462505"/>
                </a:lnTo>
                <a:lnTo>
                  <a:pt x="560211" y="453541"/>
                </a:lnTo>
                <a:lnTo>
                  <a:pt x="564082" y="449713"/>
                </a:lnTo>
                <a:lnTo>
                  <a:pt x="567935" y="428007"/>
                </a:lnTo>
                <a:lnTo>
                  <a:pt x="571768" y="441474"/>
                </a:lnTo>
                <a:lnTo>
                  <a:pt x="575583" y="451063"/>
                </a:lnTo>
                <a:lnTo>
                  <a:pt x="579382" y="439138"/>
                </a:lnTo>
                <a:lnTo>
                  <a:pt x="583164" y="444067"/>
                </a:lnTo>
                <a:lnTo>
                  <a:pt x="586928" y="439050"/>
                </a:lnTo>
                <a:lnTo>
                  <a:pt x="590676" y="447832"/>
                </a:lnTo>
                <a:lnTo>
                  <a:pt x="594409" y="444277"/>
                </a:lnTo>
                <a:lnTo>
                  <a:pt x="598122" y="437897"/>
                </a:lnTo>
                <a:lnTo>
                  <a:pt x="601821" y="458236"/>
                </a:lnTo>
                <a:lnTo>
                  <a:pt x="605503" y="454374"/>
                </a:lnTo>
                <a:lnTo>
                  <a:pt x="609168" y="449713"/>
                </a:lnTo>
                <a:lnTo>
                  <a:pt x="612818" y="456881"/>
                </a:lnTo>
                <a:lnTo>
                  <a:pt x="616451" y="454574"/>
                </a:lnTo>
                <a:lnTo>
                  <a:pt x="620072" y="441930"/>
                </a:lnTo>
                <a:lnTo>
                  <a:pt x="623675" y="458516"/>
                </a:lnTo>
                <a:lnTo>
                  <a:pt x="627262" y="451703"/>
                </a:lnTo>
                <a:lnTo>
                  <a:pt x="630837" y="452625"/>
                </a:lnTo>
                <a:lnTo>
                  <a:pt x="634394" y="468314"/>
                </a:lnTo>
                <a:lnTo>
                  <a:pt x="637940" y="454791"/>
                </a:lnTo>
                <a:lnTo>
                  <a:pt x="641468" y="468487"/>
                </a:lnTo>
                <a:lnTo>
                  <a:pt x="644984" y="468368"/>
                </a:lnTo>
                <a:lnTo>
                  <a:pt x="651970" y="475098"/>
                </a:lnTo>
                <a:lnTo>
                  <a:pt x="655444" y="480639"/>
                </a:lnTo>
                <a:lnTo>
                  <a:pt x="658902" y="477374"/>
                </a:lnTo>
                <a:lnTo>
                  <a:pt x="662347" y="483117"/>
                </a:lnTo>
                <a:lnTo>
                  <a:pt x="665781" y="459603"/>
                </a:lnTo>
                <a:lnTo>
                  <a:pt x="669199" y="489995"/>
                </a:lnTo>
                <a:lnTo>
                  <a:pt x="672603" y="485804"/>
                </a:lnTo>
                <a:lnTo>
                  <a:pt x="675995" y="478434"/>
                </a:lnTo>
                <a:lnTo>
                  <a:pt x="679375" y="483161"/>
                </a:lnTo>
                <a:lnTo>
                  <a:pt x="682742" y="491004"/>
                </a:lnTo>
                <a:lnTo>
                  <a:pt x="686095" y="500753"/>
                </a:lnTo>
                <a:lnTo>
                  <a:pt x="689438" y="496962"/>
                </a:lnTo>
                <a:lnTo>
                  <a:pt x="692767" y="495422"/>
                </a:lnTo>
                <a:lnTo>
                  <a:pt x="696083" y="514647"/>
                </a:lnTo>
                <a:lnTo>
                  <a:pt x="699387" y="513248"/>
                </a:lnTo>
                <a:lnTo>
                  <a:pt x="702679" y="517274"/>
                </a:lnTo>
                <a:lnTo>
                  <a:pt x="705959" y="529825"/>
                </a:lnTo>
                <a:lnTo>
                  <a:pt x="709229" y="537069"/>
                </a:lnTo>
                <a:lnTo>
                  <a:pt x="712484" y="526177"/>
                </a:lnTo>
                <a:lnTo>
                  <a:pt x="715729" y="526319"/>
                </a:lnTo>
                <a:lnTo>
                  <a:pt x="718963" y="521657"/>
                </a:lnTo>
                <a:lnTo>
                  <a:pt x="722184" y="541333"/>
                </a:lnTo>
                <a:lnTo>
                  <a:pt x="725396" y="538945"/>
                </a:lnTo>
                <a:lnTo>
                  <a:pt x="728595" y="539106"/>
                </a:lnTo>
                <a:lnTo>
                  <a:pt x="731785" y="540541"/>
                </a:lnTo>
                <a:lnTo>
                  <a:pt x="734962" y="544126"/>
                </a:lnTo>
                <a:lnTo>
                  <a:pt x="738127" y="543368"/>
                </a:lnTo>
                <a:lnTo>
                  <a:pt x="741285" y="551146"/>
                </a:lnTo>
                <a:lnTo>
                  <a:pt x="744428" y="560383"/>
                </a:lnTo>
                <a:lnTo>
                  <a:pt x="747564" y="550300"/>
                </a:lnTo>
                <a:lnTo>
                  <a:pt x="750688" y="561353"/>
                </a:lnTo>
                <a:lnTo>
                  <a:pt x="753802" y="576433"/>
                </a:lnTo>
                <a:lnTo>
                  <a:pt x="756904" y="579240"/>
                </a:lnTo>
                <a:lnTo>
                  <a:pt x="759998" y="569318"/>
                </a:lnTo>
                <a:lnTo>
                  <a:pt x="763081" y="566867"/>
                </a:lnTo>
                <a:lnTo>
                  <a:pt x="766153" y="570607"/>
                </a:lnTo>
                <a:lnTo>
                  <a:pt x="769216" y="572751"/>
                </a:lnTo>
                <a:lnTo>
                  <a:pt x="772269" y="585675"/>
                </a:lnTo>
                <a:lnTo>
                  <a:pt x="775313" y="583295"/>
                </a:lnTo>
                <a:lnTo>
                  <a:pt x="778346" y="586460"/>
                </a:lnTo>
                <a:lnTo>
                  <a:pt x="781370" y="584830"/>
                </a:lnTo>
                <a:lnTo>
                  <a:pt x="784387" y="587284"/>
                </a:lnTo>
                <a:lnTo>
                  <a:pt x="787391" y="596426"/>
                </a:lnTo>
                <a:lnTo>
                  <a:pt x="790386" y="601450"/>
                </a:lnTo>
                <a:lnTo>
                  <a:pt x="793373" y="595631"/>
                </a:lnTo>
                <a:lnTo>
                  <a:pt x="796351" y="592335"/>
                </a:lnTo>
                <a:lnTo>
                  <a:pt x="799319" y="601367"/>
                </a:lnTo>
                <a:lnTo>
                  <a:pt x="802277" y="612634"/>
                </a:lnTo>
                <a:lnTo>
                  <a:pt x="805228" y="604233"/>
                </a:lnTo>
                <a:lnTo>
                  <a:pt x="808169" y="615064"/>
                </a:lnTo>
                <a:lnTo>
                  <a:pt x="814024" y="609608"/>
                </a:lnTo>
                <a:lnTo>
                  <a:pt x="816938" y="611155"/>
                </a:lnTo>
                <a:lnTo>
                  <a:pt x="819845" y="622449"/>
                </a:lnTo>
                <a:lnTo>
                  <a:pt x="822742" y="616070"/>
                </a:lnTo>
                <a:lnTo>
                  <a:pt x="825630" y="618356"/>
                </a:lnTo>
                <a:lnTo>
                  <a:pt x="828512" y="622535"/>
                </a:lnTo>
                <a:lnTo>
                  <a:pt x="831382" y="619084"/>
                </a:lnTo>
                <a:lnTo>
                  <a:pt x="834248" y="623122"/>
                </a:lnTo>
                <a:lnTo>
                  <a:pt x="837104" y="625790"/>
                </a:lnTo>
                <a:lnTo>
                  <a:pt x="839950" y="633195"/>
                </a:lnTo>
                <a:lnTo>
                  <a:pt x="842791" y="626141"/>
                </a:lnTo>
                <a:lnTo>
                  <a:pt x="845622" y="629715"/>
                </a:lnTo>
                <a:lnTo>
                  <a:pt x="848444" y="636979"/>
                </a:lnTo>
                <a:lnTo>
                  <a:pt x="851261" y="640439"/>
                </a:lnTo>
                <a:lnTo>
                  <a:pt x="854068" y="638750"/>
                </a:lnTo>
                <a:lnTo>
                  <a:pt x="856867" y="637781"/>
                </a:lnTo>
                <a:lnTo>
                  <a:pt x="859660" y="638015"/>
                </a:lnTo>
                <a:lnTo>
                  <a:pt x="862445" y="647768"/>
                </a:lnTo>
                <a:lnTo>
                  <a:pt x="865220" y="634959"/>
                </a:lnTo>
                <a:lnTo>
                  <a:pt x="867991" y="639513"/>
                </a:lnTo>
                <a:lnTo>
                  <a:pt x="870751" y="640885"/>
                </a:lnTo>
                <a:lnTo>
                  <a:pt x="873505" y="639396"/>
                </a:lnTo>
                <a:lnTo>
                  <a:pt x="876253" y="641691"/>
                </a:lnTo>
                <a:lnTo>
                  <a:pt x="878992" y="641016"/>
                </a:lnTo>
                <a:lnTo>
                  <a:pt x="881724" y="636782"/>
                </a:lnTo>
                <a:lnTo>
                  <a:pt x="884448" y="638480"/>
                </a:lnTo>
                <a:lnTo>
                  <a:pt x="887167" y="636628"/>
                </a:lnTo>
                <a:lnTo>
                  <a:pt x="889877" y="640970"/>
                </a:lnTo>
                <a:lnTo>
                  <a:pt x="892581" y="644345"/>
                </a:lnTo>
                <a:lnTo>
                  <a:pt x="895276" y="632915"/>
                </a:lnTo>
                <a:lnTo>
                  <a:pt x="900649" y="633802"/>
                </a:lnTo>
                <a:lnTo>
                  <a:pt x="903325" y="638022"/>
                </a:lnTo>
                <a:lnTo>
                  <a:pt x="905993" y="644043"/>
                </a:lnTo>
                <a:lnTo>
                  <a:pt x="908653" y="619294"/>
                </a:lnTo>
                <a:lnTo>
                  <a:pt x="911309" y="615066"/>
                </a:lnTo>
                <a:lnTo>
                  <a:pt x="913958" y="625025"/>
                </a:lnTo>
                <a:lnTo>
                  <a:pt x="916599" y="633292"/>
                </a:lnTo>
                <a:lnTo>
                  <a:pt x="919236" y="626996"/>
                </a:lnTo>
                <a:lnTo>
                  <a:pt x="921863" y="627422"/>
                </a:lnTo>
                <a:lnTo>
                  <a:pt x="924484" y="631236"/>
                </a:lnTo>
                <a:lnTo>
                  <a:pt x="927101" y="635861"/>
                </a:lnTo>
                <a:lnTo>
                  <a:pt x="929711" y="635532"/>
                </a:lnTo>
                <a:lnTo>
                  <a:pt x="932313" y="617466"/>
                </a:lnTo>
                <a:lnTo>
                  <a:pt x="934908" y="634813"/>
                </a:lnTo>
                <a:lnTo>
                  <a:pt x="940084" y="640400"/>
                </a:lnTo>
                <a:lnTo>
                  <a:pt x="942659" y="638273"/>
                </a:lnTo>
                <a:lnTo>
                  <a:pt x="945232" y="619070"/>
                </a:lnTo>
                <a:lnTo>
                  <a:pt x="950357" y="639333"/>
                </a:lnTo>
                <a:lnTo>
                  <a:pt x="952908" y="628767"/>
                </a:lnTo>
                <a:lnTo>
                  <a:pt x="955457" y="625856"/>
                </a:lnTo>
                <a:lnTo>
                  <a:pt x="957998" y="628409"/>
                </a:lnTo>
                <a:lnTo>
                  <a:pt x="960532" y="624708"/>
                </a:lnTo>
                <a:lnTo>
                  <a:pt x="963061" y="623611"/>
                </a:lnTo>
                <a:lnTo>
                  <a:pt x="965583" y="636133"/>
                </a:lnTo>
                <a:lnTo>
                  <a:pt x="970613" y="632213"/>
                </a:lnTo>
                <a:lnTo>
                  <a:pt x="973120" y="634827"/>
                </a:lnTo>
                <a:lnTo>
                  <a:pt x="975620" y="633741"/>
                </a:lnTo>
                <a:lnTo>
                  <a:pt x="978113" y="630434"/>
                </a:lnTo>
                <a:lnTo>
                  <a:pt x="980603" y="631294"/>
                </a:lnTo>
                <a:lnTo>
                  <a:pt x="983086" y="637839"/>
                </a:lnTo>
                <a:lnTo>
                  <a:pt x="985561" y="630878"/>
                </a:lnTo>
                <a:lnTo>
                  <a:pt x="988035" y="639442"/>
                </a:lnTo>
                <a:lnTo>
                  <a:pt x="990500" y="637532"/>
                </a:lnTo>
                <a:lnTo>
                  <a:pt x="992961" y="643297"/>
                </a:lnTo>
                <a:lnTo>
                  <a:pt x="995418" y="629009"/>
                </a:lnTo>
                <a:lnTo>
                  <a:pt x="997866" y="649769"/>
                </a:lnTo>
                <a:lnTo>
                  <a:pt x="1000310" y="633809"/>
                </a:lnTo>
                <a:lnTo>
                  <a:pt x="1002749" y="633231"/>
                </a:lnTo>
                <a:lnTo>
                  <a:pt x="1005184" y="633100"/>
                </a:lnTo>
                <a:lnTo>
                  <a:pt x="1007613" y="654871"/>
                </a:lnTo>
                <a:lnTo>
                  <a:pt x="1010035" y="629386"/>
                </a:lnTo>
                <a:lnTo>
                  <a:pt x="1012455" y="649913"/>
                </a:lnTo>
                <a:lnTo>
                  <a:pt x="1014867" y="658558"/>
                </a:lnTo>
                <a:lnTo>
                  <a:pt x="1017274" y="644954"/>
                </a:lnTo>
                <a:lnTo>
                  <a:pt x="1019677" y="644016"/>
                </a:lnTo>
                <a:lnTo>
                  <a:pt x="1022074" y="647761"/>
                </a:lnTo>
                <a:lnTo>
                  <a:pt x="1024467" y="662486"/>
                </a:lnTo>
                <a:lnTo>
                  <a:pt x="1026853" y="653153"/>
                </a:lnTo>
                <a:lnTo>
                  <a:pt x="1029236" y="663246"/>
                </a:lnTo>
                <a:lnTo>
                  <a:pt x="1031614" y="646606"/>
                </a:lnTo>
                <a:lnTo>
                  <a:pt x="1033985" y="654394"/>
                </a:lnTo>
                <a:lnTo>
                  <a:pt x="1036353" y="647866"/>
                </a:lnTo>
                <a:lnTo>
                  <a:pt x="1038714" y="646804"/>
                </a:lnTo>
                <a:lnTo>
                  <a:pt x="1041073" y="638085"/>
                </a:lnTo>
                <a:lnTo>
                  <a:pt x="1043424" y="640807"/>
                </a:lnTo>
                <a:lnTo>
                  <a:pt x="1045773" y="658458"/>
                </a:lnTo>
                <a:lnTo>
                  <a:pt x="1048115" y="633999"/>
                </a:lnTo>
                <a:lnTo>
                  <a:pt x="1050454" y="637751"/>
                </a:lnTo>
                <a:lnTo>
                  <a:pt x="1052786" y="661575"/>
                </a:lnTo>
                <a:lnTo>
                  <a:pt x="1055115" y="635761"/>
                </a:lnTo>
                <a:lnTo>
                  <a:pt x="1057440" y="635261"/>
                </a:lnTo>
                <a:lnTo>
                  <a:pt x="1059757" y="646409"/>
                </a:lnTo>
                <a:lnTo>
                  <a:pt x="1062072" y="651526"/>
                </a:lnTo>
                <a:lnTo>
                  <a:pt x="1064382" y="642912"/>
                </a:lnTo>
                <a:lnTo>
                  <a:pt x="1066687" y="659469"/>
                </a:lnTo>
                <a:lnTo>
                  <a:pt x="1068990" y="639184"/>
                </a:lnTo>
                <a:lnTo>
                  <a:pt x="1071285" y="640846"/>
                </a:lnTo>
                <a:lnTo>
                  <a:pt x="1073578" y="652347"/>
                </a:lnTo>
                <a:lnTo>
                  <a:pt x="1075864" y="637747"/>
                </a:lnTo>
                <a:lnTo>
                  <a:pt x="1078147" y="645315"/>
                </a:lnTo>
                <a:lnTo>
                  <a:pt x="1080425" y="644981"/>
                </a:lnTo>
                <a:lnTo>
                  <a:pt x="1082698" y="632756"/>
                </a:lnTo>
                <a:lnTo>
                  <a:pt x="1084967" y="647325"/>
                </a:lnTo>
                <a:lnTo>
                  <a:pt x="1087233" y="642052"/>
                </a:lnTo>
                <a:lnTo>
                  <a:pt x="1089494" y="646533"/>
                </a:lnTo>
                <a:lnTo>
                  <a:pt x="1096249" y="623244"/>
                </a:lnTo>
                <a:lnTo>
                  <a:pt x="1098493" y="644757"/>
                </a:lnTo>
                <a:lnTo>
                  <a:pt x="1100732" y="655134"/>
                </a:lnTo>
                <a:lnTo>
                  <a:pt x="1102966" y="644459"/>
                </a:lnTo>
                <a:lnTo>
                  <a:pt x="1105196" y="638329"/>
                </a:lnTo>
                <a:lnTo>
                  <a:pt x="1107423" y="642303"/>
                </a:lnTo>
                <a:lnTo>
                  <a:pt x="1109645" y="648295"/>
                </a:lnTo>
                <a:lnTo>
                  <a:pt x="1111863" y="630605"/>
                </a:lnTo>
                <a:lnTo>
                  <a:pt x="1114077" y="634854"/>
                </a:lnTo>
                <a:lnTo>
                  <a:pt x="1116288" y="640312"/>
                </a:lnTo>
                <a:lnTo>
                  <a:pt x="1118493" y="651487"/>
                </a:lnTo>
                <a:lnTo>
                  <a:pt x="1120695" y="657708"/>
                </a:lnTo>
                <a:lnTo>
                  <a:pt x="1122893" y="632432"/>
                </a:lnTo>
                <a:lnTo>
                  <a:pt x="1125086" y="644160"/>
                </a:lnTo>
                <a:lnTo>
                  <a:pt x="1129460" y="635030"/>
                </a:lnTo>
                <a:lnTo>
                  <a:pt x="1131643" y="647111"/>
                </a:lnTo>
                <a:lnTo>
                  <a:pt x="1133819" y="647761"/>
                </a:lnTo>
                <a:lnTo>
                  <a:pt x="1135993" y="635310"/>
                </a:lnTo>
                <a:lnTo>
                  <a:pt x="1138164" y="636475"/>
                </a:lnTo>
                <a:lnTo>
                  <a:pt x="1140330" y="638027"/>
                </a:lnTo>
                <a:lnTo>
                  <a:pt x="1142491" y="633236"/>
                </a:lnTo>
                <a:lnTo>
                  <a:pt x="1144650" y="655595"/>
                </a:lnTo>
                <a:lnTo>
                  <a:pt x="1146804" y="621621"/>
                </a:lnTo>
                <a:lnTo>
                  <a:pt x="1148956" y="643044"/>
                </a:lnTo>
                <a:lnTo>
                  <a:pt x="1151102" y="637084"/>
                </a:lnTo>
                <a:lnTo>
                  <a:pt x="1153244" y="650692"/>
                </a:lnTo>
                <a:lnTo>
                  <a:pt x="1155383" y="631730"/>
                </a:lnTo>
                <a:lnTo>
                  <a:pt x="1157518" y="649001"/>
                </a:lnTo>
                <a:lnTo>
                  <a:pt x="1159650" y="637137"/>
                </a:lnTo>
                <a:lnTo>
                  <a:pt x="1161780" y="612919"/>
                </a:lnTo>
                <a:lnTo>
                  <a:pt x="1163902" y="629628"/>
                </a:lnTo>
                <a:lnTo>
                  <a:pt x="1166024" y="635283"/>
                </a:lnTo>
                <a:lnTo>
                  <a:pt x="1168139" y="613880"/>
                </a:lnTo>
                <a:lnTo>
                  <a:pt x="1170254" y="648892"/>
                </a:lnTo>
                <a:lnTo>
                  <a:pt x="1172362" y="638036"/>
                </a:lnTo>
                <a:lnTo>
                  <a:pt x="1174470" y="639325"/>
                </a:lnTo>
                <a:lnTo>
                  <a:pt x="1176573" y="632837"/>
                </a:lnTo>
                <a:lnTo>
                  <a:pt x="1178671" y="622700"/>
                </a:lnTo>
                <a:lnTo>
                  <a:pt x="1180766" y="635909"/>
                </a:lnTo>
                <a:lnTo>
                  <a:pt x="1182857" y="651628"/>
                </a:lnTo>
                <a:lnTo>
                  <a:pt x="1184945" y="640890"/>
                </a:lnTo>
                <a:lnTo>
                  <a:pt x="1187031" y="647915"/>
                </a:lnTo>
                <a:lnTo>
                  <a:pt x="1189112" y="638387"/>
                </a:lnTo>
                <a:lnTo>
                  <a:pt x="1191188" y="615137"/>
                </a:lnTo>
                <a:lnTo>
                  <a:pt x="1193264" y="622995"/>
                </a:lnTo>
                <a:lnTo>
                  <a:pt x="1195332" y="623429"/>
                </a:lnTo>
                <a:lnTo>
                  <a:pt x="1197401" y="635551"/>
                </a:lnTo>
                <a:lnTo>
                  <a:pt x="1199465" y="625366"/>
                </a:lnTo>
                <a:lnTo>
                  <a:pt x="1201524" y="621204"/>
                </a:lnTo>
                <a:lnTo>
                  <a:pt x="1203583" y="625288"/>
                </a:lnTo>
                <a:lnTo>
                  <a:pt x="1205637" y="640736"/>
                </a:lnTo>
                <a:lnTo>
                  <a:pt x="1207686" y="640293"/>
                </a:lnTo>
                <a:lnTo>
                  <a:pt x="1209733" y="622700"/>
                </a:lnTo>
                <a:lnTo>
                  <a:pt x="1211777" y="636243"/>
                </a:lnTo>
                <a:lnTo>
                  <a:pt x="1213817" y="636211"/>
                </a:lnTo>
                <a:lnTo>
                  <a:pt x="1215854" y="620100"/>
                </a:lnTo>
                <a:lnTo>
                  <a:pt x="1217888" y="717503"/>
                </a:lnTo>
                <a:lnTo>
                  <a:pt x="1219918" y="671436"/>
                </a:lnTo>
                <a:lnTo>
                  <a:pt x="1221945" y="736843"/>
                </a:lnTo>
                <a:lnTo>
                  <a:pt x="1223970" y="622656"/>
                </a:lnTo>
                <a:lnTo>
                  <a:pt x="1225990" y="645256"/>
                </a:lnTo>
                <a:lnTo>
                  <a:pt x="1228008" y="603485"/>
                </a:lnTo>
                <a:lnTo>
                  <a:pt x="1230020" y="689265"/>
                </a:lnTo>
                <a:lnTo>
                  <a:pt x="1232033" y="730298"/>
                </a:lnTo>
                <a:lnTo>
                  <a:pt x="1236044" y="576613"/>
                </a:lnTo>
                <a:lnTo>
                  <a:pt x="1236044" y="576613"/>
                </a:lnTo>
              </a:path>
            </a:pathLst>
          </a:custGeom>
          <a:noFill/>
          <a:ln w="38100" cap="sq">
            <a:solidFill>
              <a:srgbClr val="F4A261"/>
            </a:solidFill>
            <a:prstDash val="solid"/>
            <a:round/>
          </a:ln>
        </p:spPr>
        <p:txBody>
          <a:bodyPr rtlCol="0" anchor="ctr"/>
          <a:lstStyle/>
          <a:p>
            <a:endParaRPr lang="es-ES"/>
          </a:p>
        </p:txBody>
      </p:sp>
      <p:sp>
        <p:nvSpPr>
          <p:cNvPr id="184" name="Forma libre: forma 183">
            <a:extLst>
              <a:ext uri="{FF2B5EF4-FFF2-40B4-BE49-F238E27FC236}">
                <a16:creationId xmlns:a16="http://schemas.microsoft.com/office/drawing/2014/main" id="{687BB34D-8457-CFFC-AF8B-697158E4B9B2}"/>
              </a:ext>
            </a:extLst>
          </p:cNvPr>
          <p:cNvSpPr/>
          <p:nvPr/>
        </p:nvSpPr>
        <p:spPr>
          <a:xfrm>
            <a:off x="3549754" y="7005565"/>
            <a:ext cx="1236043" cy="736842"/>
          </a:xfrm>
          <a:custGeom>
            <a:avLst/>
            <a:gdLst>
              <a:gd name="connsiteX0" fmla="*/ 0 w 1236043"/>
              <a:gd name="connsiteY0" fmla="*/ 634304 h 736842"/>
              <a:gd name="connsiteX1" fmla="*/ 1782 w 1236043"/>
              <a:gd name="connsiteY1" fmla="*/ 582581 h 736842"/>
              <a:gd name="connsiteX2" fmla="*/ 3607 w 1236043"/>
              <a:gd name="connsiteY2" fmla="*/ 736843 h 736842"/>
              <a:gd name="connsiteX3" fmla="*/ 5476 w 1236043"/>
              <a:gd name="connsiteY3" fmla="*/ 678626 h 736842"/>
              <a:gd name="connsiteX4" fmla="*/ 7395 w 1236043"/>
              <a:gd name="connsiteY4" fmla="*/ 593575 h 736842"/>
              <a:gd name="connsiteX5" fmla="*/ 9364 w 1236043"/>
              <a:gd name="connsiteY5" fmla="*/ 439511 h 736842"/>
              <a:gd name="connsiteX6" fmla="*/ 11381 w 1236043"/>
              <a:gd name="connsiteY6" fmla="*/ 407069 h 736842"/>
              <a:gd name="connsiteX7" fmla="*/ 13452 w 1236043"/>
              <a:gd name="connsiteY7" fmla="*/ 405782 h 736842"/>
              <a:gd name="connsiteX8" fmla="*/ 15578 w 1236043"/>
              <a:gd name="connsiteY8" fmla="*/ 402098 h 736842"/>
              <a:gd name="connsiteX9" fmla="*/ 19999 w 1236043"/>
              <a:gd name="connsiteY9" fmla="*/ 489513 h 736842"/>
              <a:gd name="connsiteX10" fmla="*/ 22297 w 1236043"/>
              <a:gd name="connsiteY10" fmla="*/ 444991 h 736842"/>
              <a:gd name="connsiteX11" fmla="*/ 24657 w 1236043"/>
              <a:gd name="connsiteY11" fmla="*/ 424126 h 736842"/>
              <a:gd name="connsiteX12" fmla="*/ 27083 w 1236043"/>
              <a:gd name="connsiteY12" fmla="*/ 381131 h 736842"/>
              <a:gd name="connsiteX13" fmla="*/ 29572 w 1236043"/>
              <a:gd name="connsiteY13" fmla="*/ 353134 h 736842"/>
              <a:gd name="connsiteX14" fmla="*/ 32129 w 1236043"/>
              <a:gd name="connsiteY14" fmla="*/ 348857 h 736842"/>
              <a:gd name="connsiteX15" fmla="*/ 34757 w 1236043"/>
              <a:gd name="connsiteY15" fmla="*/ 347054 h 736842"/>
              <a:gd name="connsiteX16" fmla="*/ 37456 w 1236043"/>
              <a:gd name="connsiteY16" fmla="*/ 344072 h 736842"/>
              <a:gd name="connsiteX17" fmla="*/ 40229 w 1236043"/>
              <a:gd name="connsiteY17" fmla="*/ 385721 h 736842"/>
              <a:gd name="connsiteX18" fmla="*/ 43076 w 1236043"/>
              <a:gd name="connsiteY18" fmla="*/ 352208 h 736842"/>
              <a:gd name="connsiteX19" fmla="*/ 46001 w 1236043"/>
              <a:gd name="connsiteY19" fmla="*/ 331562 h 736842"/>
              <a:gd name="connsiteX20" fmla="*/ 49006 w 1236043"/>
              <a:gd name="connsiteY20" fmla="*/ 313124 h 736842"/>
              <a:gd name="connsiteX21" fmla="*/ 52092 w 1236043"/>
              <a:gd name="connsiteY21" fmla="*/ 333555 h 736842"/>
              <a:gd name="connsiteX22" fmla="*/ 55261 w 1236043"/>
              <a:gd name="connsiteY22" fmla="*/ 306506 h 736842"/>
              <a:gd name="connsiteX23" fmla="*/ 58514 w 1236043"/>
              <a:gd name="connsiteY23" fmla="*/ 297737 h 736842"/>
              <a:gd name="connsiteX24" fmla="*/ 61851 w 1236043"/>
              <a:gd name="connsiteY24" fmla="*/ 292581 h 736842"/>
              <a:gd name="connsiteX25" fmla="*/ 65279 w 1236043"/>
              <a:gd name="connsiteY25" fmla="*/ 290565 h 736842"/>
              <a:gd name="connsiteX26" fmla="*/ 68795 w 1236043"/>
              <a:gd name="connsiteY26" fmla="*/ 286002 h 736842"/>
              <a:gd name="connsiteX27" fmla="*/ 72398 w 1236043"/>
              <a:gd name="connsiteY27" fmla="*/ 283268 h 736842"/>
              <a:gd name="connsiteX28" fmla="*/ 76094 w 1236043"/>
              <a:gd name="connsiteY28" fmla="*/ 272637 h 736842"/>
              <a:gd name="connsiteX29" fmla="*/ 79879 w 1236043"/>
              <a:gd name="connsiteY29" fmla="*/ 279055 h 736842"/>
              <a:gd name="connsiteX30" fmla="*/ 83756 w 1236043"/>
              <a:gd name="connsiteY30" fmla="*/ 272498 h 736842"/>
              <a:gd name="connsiteX31" fmla="*/ 87724 w 1236043"/>
              <a:gd name="connsiteY31" fmla="*/ 267734 h 736842"/>
              <a:gd name="connsiteX32" fmla="*/ 91782 w 1236043"/>
              <a:gd name="connsiteY32" fmla="*/ 265595 h 736842"/>
              <a:gd name="connsiteX33" fmla="*/ 95931 w 1236043"/>
              <a:gd name="connsiteY33" fmla="*/ 256506 h 736842"/>
              <a:gd name="connsiteX34" fmla="*/ 100169 w 1236043"/>
              <a:gd name="connsiteY34" fmla="*/ 245534 h 736842"/>
              <a:gd name="connsiteX35" fmla="*/ 104496 w 1236043"/>
              <a:gd name="connsiteY35" fmla="*/ 240044 h 736842"/>
              <a:gd name="connsiteX36" fmla="*/ 108909 w 1236043"/>
              <a:gd name="connsiteY36" fmla="*/ 231952 h 736842"/>
              <a:gd name="connsiteX37" fmla="*/ 113407 w 1236043"/>
              <a:gd name="connsiteY37" fmla="*/ 236835 h 736842"/>
              <a:gd name="connsiteX38" fmla="*/ 117986 w 1236043"/>
              <a:gd name="connsiteY38" fmla="*/ 234688 h 736842"/>
              <a:gd name="connsiteX39" fmla="*/ 122646 w 1236043"/>
              <a:gd name="connsiteY39" fmla="*/ 231024 h 736842"/>
              <a:gd name="connsiteX40" fmla="*/ 127383 w 1236043"/>
              <a:gd name="connsiteY40" fmla="*/ 227778 h 736842"/>
              <a:gd name="connsiteX41" fmla="*/ 132194 w 1236043"/>
              <a:gd name="connsiteY41" fmla="*/ 216401 h 736842"/>
              <a:gd name="connsiteX42" fmla="*/ 137074 w 1236043"/>
              <a:gd name="connsiteY42" fmla="*/ 218256 h 736842"/>
              <a:gd name="connsiteX43" fmla="*/ 142022 w 1236043"/>
              <a:gd name="connsiteY43" fmla="*/ 224118 h 736842"/>
              <a:gd name="connsiteX44" fmla="*/ 147032 w 1236043"/>
              <a:gd name="connsiteY44" fmla="*/ 223026 h 736842"/>
              <a:gd name="connsiteX45" fmla="*/ 152101 w 1236043"/>
              <a:gd name="connsiteY45" fmla="*/ 224908 h 736842"/>
              <a:gd name="connsiteX46" fmla="*/ 157226 w 1236043"/>
              <a:gd name="connsiteY46" fmla="*/ 217734 h 736842"/>
              <a:gd name="connsiteX47" fmla="*/ 162400 w 1236043"/>
              <a:gd name="connsiteY47" fmla="*/ 223748 h 736842"/>
              <a:gd name="connsiteX48" fmla="*/ 167621 w 1236043"/>
              <a:gd name="connsiteY48" fmla="*/ 225736 h 736842"/>
              <a:gd name="connsiteX49" fmla="*/ 172883 w 1236043"/>
              <a:gd name="connsiteY49" fmla="*/ 237293 h 736842"/>
              <a:gd name="connsiteX50" fmla="*/ 178183 w 1236043"/>
              <a:gd name="connsiteY50" fmla="*/ 241496 h 736842"/>
              <a:gd name="connsiteX51" fmla="*/ 183517 w 1236043"/>
              <a:gd name="connsiteY51" fmla="*/ 242140 h 736842"/>
              <a:gd name="connsiteX52" fmla="*/ 188878 w 1236043"/>
              <a:gd name="connsiteY52" fmla="*/ 260068 h 736842"/>
              <a:gd name="connsiteX53" fmla="*/ 194265 w 1236043"/>
              <a:gd name="connsiteY53" fmla="*/ 248058 h 736842"/>
              <a:gd name="connsiteX54" fmla="*/ 199674 w 1236043"/>
              <a:gd name="connsiteY54" fmla="*/ 253899 h 736842"/>
              <a:gd name="connsiteX55" fmla="*/ 205098 w 1236043"/>
              <a:gd name="connsiteY55" fmla="*/ 266915 h 736842"/>
              <a:gd name="connsiteX56" fmla="*/ 210537 w 1236043"/>
              <a:gd name="connsiteY56" fmla="*/ 244803 h 736842"/>
              <a:gd name="connsiteX57" fmla="*/ 215985 w 1236043"/>
              <a:gd name="connsiteY57" fmla="*/ 240261 h 736842"/>
              <a:gd name="connsiteX58" fmla="*/ 221441 w 1236043"/>
              <a:gd name="connsiteY58" fmla="*/ 270424 h 736842"/>
              <a:gd name="connsiteX59" fmla="*/ 226899 w 1236043"/>
              <a:gd name="connsiteY59" fmla="*/ 274990 h 736842"/>
              <a:gd name="connsiteX60" fmla="*/ 232357 w 1236043"/>
              <a:gd name="connsiteY60" fmla="*/ 272839 h 736842"/>
              <a:gd name="connsiteX61" fmla="*/ 237813 w 1236043"/>
              <a:gd name="connsiteY61" fmla="*/ 244116 h 736842"/>
              <a:gd name="connsiteX62" fmla="*/ 243264 w 1236043"/>
              <a:gd name="connsiteY62" fmla="*/ 261165 h 736842"/>
              <a:gd name="connsiteX63" fmla="*/ 248705 w 1236043"/>
              <a:gd name="connsiteY63" fmla="*/ 267907 h 736842"/>
              <a:gd name="connsiteX64" fmla="*/ 254138 w 1236043"/>
              <a:gd name="connsiteY64" fmla="*/ 261535 h 736842"/>
              <a:gd name="connsiteX65" fmla="*/ 259560 w 1236043"/>
              <a:gd name="connsiteY65" fmla="*/ 260785 h 736842"/>
              <a:gd name="connsiteX66" fmla="*/ 264967 w 1236043"/>
              <a:gd name="connsiteY66" fmla="*/ 254749 h 736842"/>
              <a:gd name="connsiteX67" fmla="*/ 270359 w 1236043"/>
              <a:gd name="connsiteY67" fmla="*/ 246206 h 736842"/>
              <a:gd name="connsiteX68" fmla="*/ 275734 w 1236043"/>
              <a:gd name="connsiteY68" fmla="*/ 243370 h 736842"/>
              <a:gd name="connsiteX69" fmla="*/ 281090 w 1236043"/>
              <a:gd name="connsiteY69" fmla="*/ 254060 h 736842"/>
              <a:gd name="connsiteX70" fmla="*/ 286426 w 1236043"/>
              <a:gd name="connsiteY70" fmla="*/ 263065 h 736842"/>
              <a:gd name="connsiteX71" fmla="*/ 291741 w 1236043"/>
              <a:gd name="connsiteY71" fmla="*/ 262510 h 736842"/>
              <a:gd name="connsiteX72" fmla="*/ 297036 w 1236043"/>
              <a:gd name="connsiteY72" fmla="*/ 278307 h 736842"/>
              <a:gd name="connsiteX73" fmla="*/ 302304 w 1236043"/>
              <a:gd name="connsiteY73" fmla="*/ 259199 h 736842"/>
              <a:gd name="connsiteX74" fmla="*/ 307550 w 1236043"/>
              <a:gd name="connsiteY74" fmla="*/ 259021 h 736842"/>
              <a:gd name="connsiteX75" fmla="*/ 312771 w 1236043"/>
              <a:gd name="connsiteY75" fmla="*/ 269983 h 736842"/>
              <a:gd name="connsiteX76" fmla="*/ 317969 w 1236043"/>
              <a:gd name="connsiteY76" fmla="*/ 240056 h 736842"/>
              <a:gd name="connsiteX77" fmla="*/ 323139 w 1236043"/>
              <a:gd name="connsiteY77" fmla="*/ 254191 h 736842"/>
              <a:gd name="connsiteX78" fmla="*/ 328283 w 1236043"/>
              <a:gd name="connsiteY78" fmla="*/ 239615 h 736842"/>
              <a:gd name="connsiteX79" fmla="*/ 333403 w 1236043"/>
              <a:gd name="connsiteY79" fmla="*/ 255736 h 736842"/>
              <a:gd name="connsiteX80" fmla="*/ 338493 w 1236043"/>
              <a:gd name="connsiteY80" fmla="*/ 242871 h 736842"/>
              <a:gd name="connsiteX81" fmla="*/ 343556 w 1236043"/>
              <a:gd name="connsiteY81" fmla="*/ 254296 h 736842"/>
              <a:gd name="connsiteX82" fmla="*/ 348593 w 1236043"/>
              <a:gd name="connsiteY82" fmla="*/ 246021 h 736842"/>
              <a:gd name="connsiteX83" fmla="*/ 353602 w 1236043"/>
              <a:gd name="connsiteY83" fmla="*/ 228911 h 736842"/>
              <a:gd name="connsiteX84" fmla="*/ 358583 w 1236043"/>
              <a:gd name="connsiteY84" fmla="*/ 224069 h 736842"/>
              <a:gd name="connsiteX85" fmla="*/ 363537 w 1236043"/>
              <a:gd name="connsiteY85" fmla="*/ 229564 h 736842"/>
              <a:gd name="connsiteX86" fmla="*/ 368461 w 1236043"/>
              <a:gd name="connsiteY86" fmla="*/ 213053 h 736842"/>
              <a:gd name="connsiteX87" fmla="*/ 373359 w 1236043"/>
              <a:gd name="connsiteY87" fmla="*/ 214683 h 736842"/>
              <a:gd name="connsiteX88" fmla="*/ 378230 w 1236043"/>
              <a:gd name="connsiteY88" fmla="*/ 212271 h 736842"/>
              <a:gd name="connsiteX89" fmla="*/ 383071 w 1236043"/>
              <a:gd name="connsiteY89" fmla="*/ 203749 h 736842"/>
              <a:gd name="connsiteX90" fmla="*/ 387886 w 1236043"/>
              <a:gd name="connsiteY90" fmla="*/ 197205 h 736842"/>
              <a:gd name="connsiteX91" fmla="*/ 392674 w 1236043"/>
              <a:gd name="connsiteY91" fmla="*/ 192165 h 736842"/>
              <a:gd name="connsiteX92" fmla="*/ 397435 w 1236043"/>
              <a:gd name="connsiteY92" fmla="*/ 182670 h 736842"/>
              <a:gd name="connsiteX93" fmla="*/ 402167 w 1236043"/>
              <a:gd name="connsiteY93" fmla="*/ 181314 h 736842"/>
              <a:gd name="connsiteX94" fmla="*/ 406872 w 1236043"/>
              <a:gd name="connsiteY94" fmla="*/ 175228 h 736842"/>
              <a:gd name="connsiteX95" fmla="*/ 411551 w 1236043"/>
              <a:gd name="connsiteY95" fmla="*/ 172873 h 736842"/>
              <a:gd name="connsiteX96" fmla="*/ 416205 w 1236043"/>
              <a:gd name="connsiteY96" fmla="*/ 162817 h 736842"/>
              <a:gd name="connsiteX97" fmla="*/ 420829 w 1236043"/>
              <a:gd name="connsiteY97" fmla="*/ 163795 h 736842"/>
              <a:gd name="connsiteX98" fmla="*/ 425430 w 1236043"/>
              <a:gd name="connsiteY98" fmla="*/ 152120 h 736842"/>
              <a:gd name="connsiteX99" fmla="*/ 430003 w 1236043"/>
              <a:gd name="connsiteY99" fmla="*/ 159860 h 736842"/>
              <a:gd name="connsiteX100" fmla="*/ 434550 w 1236043"/>
              <a:gd name="connsiteY100" fmla="*/ 161083 h 736842"/>
              <a:gd name="connsiteX101" fmla="*/ 439073 w 1236043"/>
              <a:gd name="connsiteY101" fmla="*/ 157709 h 736842"/>
              <a:gd name="connsiteX102" fmla="*/ 443568 w 1236043"/>
              <a:gd name="connsiteY102" fmla="*/ 151553 h 736842"/>
              <a:gd name="connsiteX103" fmla="*/ 448042 w 1236043"/>
              <a:gd name="connsiteY103" fmla="*/ 157974 h 736842"/>
              <a:gd name="connsiteX104" fmla="*/ 452486 w 1236043"/>
              <a:gd name="connsiteY104" fmla="*/ 140253 h 736842"/>
              <a:gd name="connsiteX105" fmla="*/ 456909 w 1236043"/>
              <a:gd name="connsiteY105" fmla="*/ 160478 h 736842"/>
              <a:gd name="connsiteX106" fmla="*/ 461307 w 1236043"/>
              <a:gd name="connsiteY106" fmla="*/ 164502 h 736842"/>
              <a:gd name="connsiteX107" fmla="*/ 465681 w 1236043"/>
              <a:gd name="connsiteY107" fmla="*/ 168955 h 736842"/>
              <a:gd name="connsiteX108" fmla="*/ 470033 w 1236043"/>
              <a:gd name="connsiteY108" fmla="*/ 175929 h 736842"/>
              <a:gd name="connsiteX109" fmla="*/ 474358 w 1236043"/>
              <a:gd name="connsiteY109" fmla="*/ 201829 h 736842"/>
              <a:gd name="connsiteX110" fmla="*/ 478661 w 1236043"/>
              <a:gd name="connsiteY110" fmla="*/ 189646 h 736842"/>
              <a:gd name="connsiteX111" fmla="*/ 482942 w 1236043"/>
              <a:gd name="connsiteY111" fmla="*/ 253665 h 736842"/>
              <a:gd name="connsiteX112" fmla="*/ 487199 w 1236043"/>
              <a:gd name="connsiteY112" fmla="*/ 235402 h 736842"/>
              <a:gd name="connsiteX113" fmla="*/ 491434 w 1236043"/>
              <a:gd name="connsiteY113" fmla="*/ 234798 h 736842"/>
              <a:gd name="connsiteX114" fmla="*/ 495644 w 1236043"/>
              <a:gd name="connsiteY114" fmla="*/ 220963 h 736842"/>
              <a:gd name="connsiteX115" fmla="*/ 499835 w 1236043"/>
              <a:gd name="connsiteY115" fmla="*/ 232622 h 736842"/>
              <a:gd name="connsiteX116" fmla="*/ 504004 w 1236043"/>
              <a:gd name="connsiteY116" fmla="*/ 221494 h 736842"/>
              <a:gd name="connsiteX117" fmla="*/ 508152 w 1236043"/>
              <a:gd name="connsiteY117" fmla="*/ 215843 h 736842"/>
              <a:gd name="connsiteX118" fmla="*/ 512277 w 1236043"/>
              <a:gd name="connsiteY118" fmla="*/ 188703 h 736842"/>
              <a:gd name="connsiteX119" fmla="*/ 516383 w 1236043"/>
              <a:gd name="connsiteY119" fmla="*/ 201709 h 736842"/>
              <a:gd name="connsiteX120" fmla="*/ 520466 w 1236043"/>
              <a:gd name="connsiteY120" fmla="*/ 181616 h 736842"/>
              <a:gd name="connsiteX121" fmla="*/ 524528 w 1236043"/>
              <a:gd name="connsiteY121" fmla="*/ 174309 h 736842"/>
              <a:gd name="connsiteX122" fmla="*/ 528573 w 1236043"/>
              <a:gd name="connsiteY122" fmla="*/ 188344 h 736842"/>
              <a:gd name="connsiteX123" fmla="*/ 532596 w 1236043"/>
              <a:gd name="connsiteY123" fmla="*/ 203425 h 736842"/>
              <a:gd name="connsiteX124" fmla="*/ 536597 w 1236043"/>
              <a:gd name="connsiteY124" fmla="*/ 199930 h 736842"/>
              <a:gd name="connsiteX125" fmla="*/ 540581 w 1236043"/>
              <a:gd name="connsiteY125" fmla="*/ 201273 h 736842"/>
              <a:gd name="connsiteX126" fmla="*/ 544545 w 1236043"/>
              <a:gd name="connsiteY126" fmla="*/ 187732 h 736842"/>
              <a:gd name="connsiteX127" fmla="*/ 548490 w 1236043"/>
              <a:gd name="connsiteY127" fmla="*/ 205384 h 736842"/>
              <a:gd name="connsiteX128" fmla="*/ 552416 w 1236043"/>
              <a:gd name="connsiteY128" fmla="*/ 196116 h 736842"/>
              <a:gd name="connsiteX129" fmla="*/ 556322 w 1236043"/>
              <a:gd name="connsiteY129" fmla="*/ 212098 h 736842"/>
              <a:gd name="connsiteX130" fmla="*/ 560211 w 1236043"/>
              <a:gd name="connsiteY130" fmla="*/ 224301 h 736842"/>
              <a:gd name="connsiteX131" fmla="*/ 564082 w 1236043"/>
              <a:gd name="connsiteY131" fmla="*/ 204109 h 736842"/>
              <a:gd name="connsiteX132" fmla="*/ 567935 w 1236043"/>
              <a:gd name="connsiteY132" fmla="*/ 202066 h 736842"/>
              <a:gd name="connsiteX133" fmla="*/ 571768 w 1236043"/>
              <a:gd name="connsiteY133" fmla="*/ 215802 h 736842"/>
              <a:gd name="connsiteX134" fmla="*/ 575583 w 1236043"/>
              <a:gd name="connsiteY134" fmla="*/ 215461 h 736842"/>
              <a:gd name="connsiteX135" fmla="*/ 579382 w 1236043"/>
              <a:gd name="connsiteY135" fmla="*/ 203027 h 736842"/>
              <a:gd name="connsiteX136" fmla="*/ 583164 w 1236043"/>
              <a:gd name="connsiteY136" fmla="*/ 209644 h 736842"/>
              <a:gd name="connsiteX137" fmla="*/ 586928 w 1236043"/>
              <a:gd name="connsiteY137" fmla="*/ 204213 h 736842"/>
              <a:gd name="connsiteX138" fmla="*/ 590676 w 1236043"/>
              <a:gd name="connsiteY138" fmla="*/ 174370 h 736842"/>
              <a:gd name="connsiteX139" fmla="*/ 594409 w 1236043"/>
              <a:gd name="connsiteY139" fmla="*/ 215621 h 736842"/>
              <a:gd name="connsiteX140" fmla="*/ 598122 w 1236043"/>
              <a:gd name="connsiteY140" fmla="*/ 197077 h 736842"/>
              <a:gd name="connsiteX141" fmla="*/ 601821 w 1236043"/>
              <a:gd name="connsiteY141" fmla="*/ 206361 h 736842"/>
              <a:gd name="connsiteX142" fmla="*/ 605503 w 1236043"/>
              <a:gd name="connsiteY142" fmla="*/ 206473 h 736842"/>
              <a:gd name="connsiteX143" fmla="*/ 609168 w 1236043"/>
              <a:gd name="connsiteY143" fmla="*/ 212064 h 736842"/>
              <a:gd name="connsiteX144" fmla="*/ 612818 w 1236043"/>
              <a:gd name="connsiteY144" fmla="*/ 195104 h 736842"/>
              <a:gd name="connsiteX145" fmla="*/ 616451 w 1236043"/>
              <a:gd name="connsiteY145" fmla="*/ 191697 h 736842"/>
              <a:gd name="connsiteX146" fmla="*/ 620072 w 1236043"/>
              <a:gd name="connsiteY146" fmla="*/ 206807 h 736842"/>
              <a:gd name="connsiteX147" fmla="*/ 623675 w 1236043"/>
              <a:gd name="connsiteY147" fmla="*/ 184129 h 736842"/>
              <a:gd name="connsiteX148" fmla="*/ 627262 w 1236043"/>
              <a:gd name="connsiteY148" fmla="*/ 194637 h 736842"/>
              <a:gd name="connsiteX149" fmla="*/ 630837 w 1236043"/>
              <a:gd name="connsiteY149" fmla="*/ 212885 h 736842"/>
              <a:gd name="connsiteX150" fmla="*/ 634394 w 1236043"/>
              <a:gd name="connsiteY150" fmla="*/ 181051 h 736842"/>
              <a:gd name="connsiteX151" fmla="*/ 637940 w 1236043"/>
              <a:gd name="connsiteY151" fmla="*/ 207649 h 736842"/>
              <a:gd name="connsiteX152" fmla="*/ 641468 w 1236043"/>
              <a:gd name="connsiteY152" fmla="*/ 190918 h 736842"/>
              <a:gd name="connsiteX153" fmla="*/ 644984 w 1236043"/>
              <a:gd name="connsiteY153" fmla="*/ 177450 h 736842"/>
              <a:gd name="connsiteX154" fmla="*/ 648483 w 1236043"/>
              <a:gd name="connsiteY154" fmla="*/ 177792 h 736842"/>
              <a:gd name="connsiteX155" fmla="*/ 651970 w 1236043"/>
              <a:gd name="connsiteY155" fmla="*/ 167861 h 736842"/>
              <a:gd name="connsiteX156" fmla="*/ 655444 w 1236043"/>
              <a:gd name="connsiteY156" fmla="*/ 197173 h 736842"/>
              <a:gd name="connsiteX157" fmla="*/ 658902 w 1236043"/>
              <a:gd name="connsiteY157" fmla="*/ 171808 h 736842"/>
              <a:gd name="connsiteX158" fmla="*/ 662347 w 1236043"/>
              <a:gd name="connsiteY158" fmla="*/ 164839 h 736842"/>
              <a:gd name="connsiteX159" fmla="*/ 665781 w 1236043"/>
              <a:gd name="connsiteY159" fmla="*/ 178011 h 736842"/>
              <a:gd name="connsiteX160" fmla="*/ 669199 w 1236043"/>
              <a:gd name="connsiteY160" fmla="*/ 177723 h 736842"/>
              <a:gd name="connsiteX161" fmla="*/ 672603 w 1236043"/>
              <a:gd name="connsiteY161" fmla="*/ 171253 h 736842"/>
              <a:gd name="connsiteX162" fmla="*/ 675995 w 1236043"/>
              <a:gd name="connsiteY162" fmla="*/ 146657 h 736842"/>
              <a:gd name="connsiteX163" fmla="*/ 679375 w 1236043"/>
              <a:gd name="connsiteY163" fmla="*/ 162562 h 736842"/>
              <a:gd name="connsiteX164" fmla="*/ 682742 w 1236043"/>
              <a:gd name="connsiteY164" fmla="*/ 160074 h 736842"/>
              <a:gd name="connsiteX165" fmla="*/ 686095 w 1236043"/>
              <a:gd name="connsiteY165" fmla="*/ 153354 h 736842"/>
              <a:gd name="connsiteX166" fmla="*/ 689438 w 1236043"/>
              <a:gd name="connsiteY166" fmla="*/ 143034 h 736842"/>
              <a:gd name="connsiteX167" fmla="*/ 692767 w 1236043"/>
              <a:gd name="connsiteY167" fmla="*/ 136482 h 736842"/>
              <a:gd name="connsiteX168" fmla="*/ 696083 w 1236043"/>
              <a:gd name="connsiteY168" fmla="*/ 144136 h 736842"/>
              <a:gd name="connsiteX169" fmla="*/ 699387 w 1236043"/>
              <a:gd name="connsiteY169" fmla="*/ 137587 h 736842"/>
              <a:gd name="connsiteX170" fmla="*/ 702679 w 1236043"/>
              <a:gd name="connsiteY170" fmla="*/ 135179 h 736842"/>
              <a:gd name="connsiteX171" fmla="*/ 705959 w 1236043"/>
              <a:gd name="connsiteY171" fmla="*/ 118774 h 736842"/>
              <a:gd name="connsiteX172" fmla="*/ 709229 w 1236043"/>
              <a:gd name="connsiteY172" fmla="*/ 137707 h 736842"/>
              <a:gd name="connsiteX173" fmla="*/ 712484 w 1236043"/>
              <a:gd name="connsiteY173" fmla="*/ 121249 h 736842"/>
              <a:gd name="connsiteX174" fmla="*/ 715729 w 1236043"/>
              <a:gd name="connsiteY174" fmla="*/ 116120 h 736842"/>
              <a:gd name="connsiteX175" fmla="*/ 718963 w 1236043"/>
              <a:gd name="connsiteY175" fmla="*/ 118112 h 736842"/>
              <a:gd name="connsiteX176" fmla="*/ 722184 w 1236043"/>
              <a:gd name="connsiteY176" fmla="*/ 121765 h 736842"/>
              <a:gd name="connsiteX177" fmla="*/ 725396 w 1236043"/>
              <a:gd name="connsiteY177" fmla="*/ 113237 h 736842"/>
              <a:gd name="connsiteX178" fmla="*/ 728595 w 1236043"/>
              <a:gd name="connsiteY178" fmla="*/ 106002 h 736842"/>
              <a:gd name="connsiteX179" fmla="*/ 731785 w 1236043"/>
              <a:gd name="connsiteY179" fmla="*/ 109131 h 736842"/>
              <a:gd name="connsiteX180" fmla="*/ 734962 w 1236043"/>
              <a:gd name="connsiteY180" fmla="*/ 109331 h 736842"/>
              <a:gd name="connsiteX181" fmla="*/ 738127 w 1236043"/>
              <a:gd name="connsiteY181" fmla="*/ 105555 h 736842"/>
              <a:gd name="connsiteX182" fmla="*/ 741285 w 1236043"/>
              <a:gd name="connsiteY182" fmla="*/ 100246 h 736842"/>
              <a:gd name="connsiteX183" fmla="*/ 744428 w 1236043"/>
              <a:gd name="connsiteY183" fmla="*/ 102226 h 736842"/>
              <a:gd name="connsiteX184" fmla="*/ 747564 w 1236043"/>
              <a:gd name="connsiteY184" fmla="*/ 93972 h 736842"/>
              <a:gd name="connsiteX185" fmla="*/ 750688 w 1236043"/>
              <a:gd name="connsiteY185" fmla="*/ 96540 h 736842"/>
              <a:gd name="connsiteX186" fmla="*/ 753802 w 1236043"/>
              <a:gd name="connsiteY186" fmla="*/ 102883 h 736842"/>
              <a:gd name="connsiteX187" fmla="*/ 756904 w 1236043"/>
              <a:gd name="connsiteY187" fmla="*/ 111753 h 736842"/>
              <a:gd name="connsiteX188" fmla="*/ 759998 w 1236043"/>
              <a:gd name="connsiteY188" fmla="*/ 90922 h 736842"/>
              <a:gd name="connsiteX189" fmla="*/ 763081 w 1236043"/>
              <a:gd name="connsiteY189" fmla="*/ 83623 h 736842"/>
              <a:gd name="connsiteX190" fmla="*/ 766153 w 1236043"/>
              <a:gd name="connsiteY190" fmla="*/ 97404 h 736842"/>
              <a:gd name="connsiteX191" fmla="*/ 769216 w 1236043"/>
              <a:gd name="connsiteY191" fmla="*/ 88849 h 736842"/>
              <a:gd name="connsiteX192" fmla="*/ 772269 w 1236043"/>
              <a:gd name="connsiteY192" fmla="*/ 97455 h 736842"/>
              <a:gd name="connsiteX193" fmla="*/ 775313 w 1236043"/>
              <a:gd name="connsiteY193" fmla="*/ 88157 h 736842"/>
              <a:gd name="connsiteX194" fmla="*/ 778346 w 1236043"/>
              <a:gd name="connsiteY194" fmla="*/ 81827 h 736842"/>
              <a:gd name="connsiteX195" fmla="*/ 781370 w 1236043"/>
              <a:gd name="connsiteY195" fmla="*/ 79082 h 736842"/>
              <a:gd name="connsiteX196" fmla="*/ 784387 w 1236043"/>
              <a:gd name="connsiteY196" fmla="*/ 82954 h 736842"/>
              <a:gd name="connsiteX197" fmla="*/ 787391 w 1236043"/>
              <a:gd name="connsiteY197" fmla="*/ 75826 h 736842"/>
              <a:gd name="connsiteX198" fmla="*/ 790386 w 1236043"/>
              <a:gd name="connsiteY198" fmla="*/ 78322 h 736842"/>
              <a:gd name="connsiteX199" fmla="*/ 793373 w 1236043"/>
              <a:gd name="connsiteY199" fmla="*/ 80006 h 736842"/>
              <a:gd name="connsiteX200" fmla="*/ 796351 w 1236043"/>
              <a:gd name="connsiteY200" fmla="*/ 83225 h 736842"/>
              <a:gd name="connsiteX201" fmla="*/ 799319 w 1236043"/>
              <a:gd name="connsiteY201" fmla="*/ 70484 h 736842"/>
              <a:gd name="connsiteX202" fmla="*/ 802277 w 1236043"/>
              <a:gd name="connsiteY202" fmla="*/ 60900 h 736842"/>
              <a:gd name="connsiteX203" fmla="*/ 805228 w 1236043"/>
              <a:gd name="connsiteY203" fmla="*/ 70338 h 736842"/>
              <a:gd name="connsiteX204" fmla="*/ 808169 w 1236043"/>
              <a:gd name="connsiteY204" fmla="*/ 72809 h 736842"/>
              <a:gd name="connsiteX205" fmla="*/ 811100 w 1236043"/>
              <a:gd name="connsiteY205" fmla="*/ 70990 h 736842"/>
              <a:gd name="connsiteX206" fmla="*/ 814024 w 1236043"/>
              <a:gd name="connsiteY206" fmla="*/ 65424 h 736842"/>
              <a:gd name="connsiteX207" fmla="*/ 816938 w 1236043"/>
              <a:gd name="connsiteY207" fmla="*/ 64458 h 736842"/>
              <a:gd name="connsiteX208" fmla="*/ 819845 w 1236043"/>
              <a:gd name="connsiteY208" fmla="*/ 61620 h 736842"/>
              <a:gd name="connsiteX209" fmla="*/ 822742 w 1236043"/>
              <a:gd name="connsiteY209" fmla="*/ 65383 h 736842"/>
              <a:gd name="connsiteX210" fmla="*/ 825630 w 1236043"/>
              <a:gd name="connsiteY210" fmla="*/ 66401 h 736842"/>
              <a:gd name="connsiteX211" fmla="*/ 828512 w 1236043"/>
              <a:gd name="connsiteY211" fmla="*/ 56616 h 736842"/>
              <a:gd name="connsiteX212" fmla="*/ 834248 w 1236043"/>
              <a:gd name="connsiteY212" fmla="*/ 58831 h 736842"/>
              <a:gd name="connsiteX213" fmla="*/ 837104 w 1236043"/>
              <a:gd name="connsiteY213" fmla="*/ 62402 h 736842"/>
              <a:gd name="connsiteX214" fmla="*/ 842791 w 1236043"/>
              <a:gd name="connsiteY214" fmla="*/ 58261 h 736842"/>
              <a:gd name="connsiteX215" fmla="*/ 845622 w 1236043"/>
              <a:gd name="connsiteY215" fmla="*/ 58331 h 736842"/>
              <a:gd name="connsiteX216" fmla="*/ 848444 w 1236043"/>
              <a:gd name="connsiteY216" fmla="*/ 70475 h 736842"/>
              <a:gd name="connsiteX217" fmla="*/ 851261 w 1236043"/>
              <a:gd name="connsiteY217" fmla="*/ 50734 h 736842"/>
              <a:gd name="connsiteX218" fmla="*/ 854068 w 1236043"/>
              <a:gd name="connsiteY218" fmla="*/ 54467 h 736842"/>
              <a:gd name="connsiteX219" fmla="*/ 856867 w 1236043"/>
              <a:gd name="connsiteY219" fmla="*/ 52342 h 736842"/>
              <a:gd name="connsiteX220" fmla="*/ 859660 w 1236043"/>
              <a:gd name="connsiteY220" fmla="*/ 59335 h 736842"/>
              <a:gd name="connsiteX221" fmla="*/ 862445 w 1236043"/>
              <a:gd name="connsiteY221" fmla="*/ 61632 h 736842"/>
              <a:gd name="connsiteX222" fmla="*/ 865220 w 1236043"/>
              <a:gd name="connsiteY222" fmla="*/ 57601 h 736842"/>
              <a:gd name="connsiteX223" fmla="*/ 867991 w 1236043"/>
              <a:gd name="connsiteY223" fmla="*/ 52293 h 736842"/>
              <a:gd name="connsiteX224" fmla="*/ 870751 w 1236043"/>
              <a:gd name="connsiteY224" fmla="*/ 53474 h 736842"/>
              <a:gd name="connsiteX225" fmla="*/ 873505 w 1236043"/>
              <a:gd name="connsiteY225" fmla="*/ 50793 h 736842"/>
              <a:gd name="connsiteX226" fmla="*/ 876253 w 1236043"/>
              <a:gd name="connsiteY226" fmla="*/ 49546 h 736842"/>
              <a:gd name="connsiteX227" fmla="*/ 878992 w 1236043"/>
              <a:gd name="connsiteY227" fmla="*/ 52895 h 736842"/>
              <a:gd name="connsiteX228" fmla="*/ 884448 w 1236043"/>
              <a:gd name="connsiteY228" fmla="*/ 52212 h 736842"/>
              <a:gd name="connsiteX229" fmla="*/ 887167 w 1236043"/>
              <a:gd name="connsiteY229" fmla="*/ 50589 h 736842"/>
              <a:gd name="connsiteX230" fmla="*/ 889877 w 1236043"/>
              <a:gd name="connsiteY230" fmla="*/ 50300 h 736842"/>
              <a:gd name="connsiteX231" fmla="*/ 892581 w 1236043"/>
              <a:gd name="connsiteY231" fmla="*/ 49020 h 736842"/>
              <a:gd name="connsiteX232" fmla="*/ 895276 w 1236043"/>
              <a:gd name="connsiteY232" fmla="*/ 48983 h 736842"/>
              <a:gd name="connsiteX233" fmla="*/ 897966 w 1236043"/>
              <a:gd name="connsiteY233" fmla="*/ 50300 h 736842"/>
              <a:gd name="connsiteX234" fmla="*/ 900649 w 1236043"/>
              <a:gd name="connsiteY234" fmla="*/ 50259 h 736842"/>
              <a:gd name="connsiteX235" fmla="*/ 903325 w 1236043"/>
              <a:gd name="connsiteY235" fmla="*/ 61302 h 736842"/>
              <a:gd name="connsiteX236" fmla="*/ 905993 w 1236043"/>
              <a:gd name="connsiteY236" fmla="*/ 45524 h 736842"/>
              <a:gd name="connsiteX237" fmla="*/ 908653 w 1236043"/>
              <a:gd name="connsiteY237" fmla="*/ 49958 h 736842"/>
              <a:gd name="connsiteX238" fmla="*/ 911309 w 1236043"/>
              <a:gd name="connsiteY238" fmla="*/ 51023 h 736842"/>
              <a:gd name="connsiteX239" fmla="*/ 913958 w 1236043"/>
              <a:gd name="connsiteY239" fmla="*/ 49780 h 736842"/>
              <a:gd name="connsiteX240" fmla="*/ 916599 w 1236043"/>
              <a:gd name="connsiteY240" fmla="*/ 46790 h 736842"/>
              <a:gd name="connsiteX241" fmla="*/ 919236 w 1236043"/>
              <a:gd name="connsiteY241" fmla="*/ 54872 h 736842"/>
              <a:gd name="connsiteX242" fmla="*/ 921863 w 1236043"/>
              <a:gd name="connsiteY242" fmla="*/ 52323 h 736842"/>
              <a:gd name="connsiteX243" fmla="*/ 924484 w 1236043"/>
              <a:gd name="connsiteY243" fmla="*/ 52418 h 736842"/>
              <a:gd name="connsiteX244" fmla="*/ 927101 w 1236043"/>
              <a:gd name="connsiteY244" fmla="*/ 50566 h 736842"/>
              <a:gd name="connsiteX245" fmla="*/ 929711 w 1236043"/>
              <a:gd name="connsiteY245" fmla="*/ 56135 h 736842"/>
              <a:gd name="connsiteX246" fmla="*/ 932313 w 1236043"/>
              <a:gd name="connsiteY246" fmla="*/ 54008 h 736842"/>
              <a:gd name="connsiteX247" fmla="*/ 934908 w 1236043"/>
              <a:gd name="connsiteY247" fmla="*/ 49752 h 736842"/>
              <a:gd name="connsiteX248" fmla="*/ 937499 w 1236043"/>
              <a:gd name="connsiteY248" fmla="*/ 48369 h 736842"/>
              <a:gd name="connsiteX249" fmla="*/ 940084 w 1236043"/>
              <a:gd name="connsiteY249" fmla="*/ 40097 h 736842"/>
              <a:gd name="connsiteX250" fmla="*/ 942659 w 1236043"/>
              <a:gd name="connsiteY250" fmla="*/ 27635 h 736842"/>
              <a:gd name="connsiteX251" fmla="*/ 945232 w 1236043"/>
              <a:gd name="connsiteY251" fmla="*/ 51290 h 736842"/>
              <a:gd name="connsiteX252" fmla="*/ 947796 w 1236043"/>
              <a:gd name="connsiteY252" fmla="*/ 45655 h 736842"/>
              <a:gd name="connsiteX253" fmla="*/ 950357 w 1236043"/>
              <a:gd name="connsiteY253" fmla="*/ 48369 h 736842"/>
              <a:gd name="connsiteX254" fmla="*/ 952908 w 1236043"/>
              <a:gd name="connsiteY254" fmla="*/ 54753 h 736842"/>
              <a:gd name="connsiteX255" fmla="*/ 955457 w 1236043"/>
              <a:gd name="connsiteY255" fmla="*/ 52796 h 736842"/>
              <a:gd name="connsiteX256" fmla="*/ 957998 w 1236043"/>
              <a:gd name="connsiteY256" fmla="*/ 52741 h 736842"/>
              <a:gd name="connsiteX257" fmla="*/ 960532 w 1236043"/>
              <a:gd name="connsiteY257" fmla="*/ 45242 h 736842"/>
              <a:gd name="connsiteX258" fmla="*/ 963061 w 1236043"/>
              <a:gd name="connsiteY258" fmla="*/ 44982 h 736842"/>
              <a:gd name="connsiteX259" fmla="*/ 965583 w 1236043"/>
              <a:gd name="connsiteY259" fmla="*/ 50264 h 736842"/>
              <a:gd name="connsiteX260" fmla="*/ 968100 w 1236043"/>
              <a:gd name="connsiteY260" fmla="*/ 56544 h 736842"/>
              <a:gd name="connsiteX261" fmla="*/ 970613 w 1236043"/>
              <a:gd name="connsiteY261" fmla="*/ 42833 h 736842"/>
              <a:gd name="connsiteX262" fmla="*/ 973120 w 1236043"/>
              <a:gd name="connsiteY262" fmla="*/ 48184 h 736842"/>
              <a:gd name="connsiteX263" fmla="*/ 975620 w 1236043"/>
              <a:gd name="connsiteY263" fmla="*/ 55917 h 736842"/>
              <a:gd name="connsiteX264" fmla="*/ 978113 w 1236043"/>
              <a:gd name="connsiteY264" fmla="*/ 40956 h 736842"/>
              <a:gd name="connsiteX265" fmla="*/ 980603 w 1236043"/>
              <a:gd name="connsiteY265" fmla="*/ 57172 h 736842"/>
              <a:gd name="connsiteX266" fmla="*/ 983086 w 1236043"/>
              <a:gd name="connsiteY266" fmla="*/ 49920 h 736842"/>
              <a:gd name="connsiteX267" fmla="*/ 985561 w 1236043"/>
              <a:gd name="connsiteY267" fmla="*/ 39674 h 736842"/>
              <a:gd name="connsiteX268" fmla="*/ 988035 w 1236043"/>
              <a:gd name="connsiteY268" fmla="*/ 74868 h 736842"/>
              <a:gd name="connsiteX269" fmla="*/ 990500 w 1236043"/>
              <a:gd name="connsiteY269" fmla="*/ 40835 h 736842"/>
              <a:gd name="connsiteX270" fmla="*/ 992961 w 1236043"/>
              <a:gd name="connsiteY270" fmla="*/ 37866 h 736842"/>
              <a:gd name="connsiteX271" fmla="*/ 995418 w 1236043"/>
              <a:gd name="connsiteY271" fmla="*/ 38361 h 736842"/>
              <a:gd name="connsiteX272" fmla="*/ 997866 w 1236043"/>
              <a:gd name="connsiteY272" fmla="*/ 35860 h 736842"/>
              <a:gd name="connsiteX273" fmla="*/ 1000310 w 1236043"/>
              <a:gd name="connsiteY273" fmla="*/ 46980 h 736842"/>
              <a:gd name="connsiteX274" fmla="*/ 1002749 w 1236043"/>
              <a:gd name="connsiteY274" fmla="*/ 26447 h 736842"/>
              <a:gd name="connsiteX275" fmla="*/ 1005184 w 1236043"/>
              <a:gd name="connsiteY275" fmla="*/ 41165 h 736842"/>
              <a:gd name="connsiteX276" fmla="*/ 1010035 w 1236043"/>
              <a:gd name="connsiteY276" fmla="*/ 17402 h 736842"/>
              <a:gd name="connsiteX277" fmla="*/ 1012455 w 1236043"/>
              <a:gd name="connsiteY277" fmla="*/ 20427 h 736842"/>
              <a:gd name="connsiteX278" fmla="*/ 1014867 w 1236043"/>
              <a:gd name="connsiteY278" fmla="*/ 31040 h 736842"/>
              <a:gd name="connsiteX279" fmla="*/ 1017274 w 1236043"/>
              <a:gd name="connsiteY279" fmla="*/ 33792 h 736842"/>
              <a:gd name="connsiteX280" fmla="*/ 1019677 w 1236043"/>
              <a:gd name="connsiteY280" fmla="*/ 52427 h 736842"/>
              <a:gd name="connsiteX281" fmla="*/ 1022074 w 1236043"/>
              <a:gd name="connsiteY281" fmla="*/ 57416 h 736842"/>
              <a:gd name="connsiteX282" fmla="*/ 1026853 w 1236043"/>
              <a:gd name="connsiteY282" fmla="*/ 54109 h 736842"/>
              <a:gd name="connsiteX283" fmla="*/ 1029236 w 1236043"/>
              <a:gd name="connsiteY283" fmla="*/ 14829 h 736842"/>
              <a:gd name="connsiteX284" fmla="*/ 1031614 w 1236043"/>
              <a:gd name="connsiteY284" fmla="*/ 14953 h 736842"/>
              <a:gd name="connsiteX285" fmla="*/ 1033985 w 1236043"/>
              <a:gd name="connsiteY285" fmla="*/ 45803 h 736842"/>
              <a:gd name="connsiteX286" fmla="*/ 1036353 w 1236043"/>
              <a:gd name="connsiteY286" fmla="*/ 35321 h 736842"/>
              <a:gd name="connsiteX287" fmla="*/ 1038714 w 1236043"/>
              <a:gd name="connsiteY287" fmla="*/ 42077 h 736842"/>
              <a:gd name="connsiteX288" fmla="*/ 1041073 w 1236043"/>
              <a:gd name="connsiteY288" fmla="*/ 36814 h 736842"/>
              <a:gd name="connsiteX289" fmla="*/ 1043424 w 1236043"/>
              <a:gd name="connsiteY289" fmla="*/ 14284 h 736842"/>
              <a:gd name="connsiteX290" fmla="*/ 1045773 w 1236043"/>
              <a:gd name="connsiteY290" fmla="*/ 10341 h 736842"/>
              <a:gd name="connsiteX291" fmla="*/ 1048115 w 1236043"/>
              <a:gd name="connsiteY291" fmla="*/ 2516 h 736842"/>
              <a:gd name="connsiteX292" fmla="*/ 1052786 w 1236043"/>
              <a:gd name="connsiteY292" fmla="*/ 41885 h 736842"/>
              <a:gd name="connsiteX293" fmla="*/ 1055115 w 1236043"/>
              <a:gd name="connsiteY293" fmla="*/ 43091 h 736842"/>
              <a:gd name="connsiteX294" fmla="*/ 1057440 w 1236043"/>
              <a:gd name="connsiteY294" fmla="*/ 31064 h 736842"/>
              <a:gd name="connsiteX295" fmla="*/ 1059757 w 1236043"/>
              <a:gd name="connsiteY295" fmla="*/ 42145 h 736842"/>
              <a:gd name="connsiteX296" fmla="*/ 1062072 w 1236043"/>
              <a:gd name="connsiteY296" fmla="*/ 11973 h 736842"/>
              <a:gd name="connsiteX297" fmla="*/ 1064382 w 1236043"/>
              <a:gd name="connsiteY297" fmla="*/ 42721 h 736842"/>
              <a:gd name="connsiteX298" fmla="*/ 1066687 w 1236043"/>
              <a:gd name="connsiteY298" fmla="*/ 36144 h 736842"/>
              <a:gd name="connsiteX299" fmla="*/ 1068990 w 1236043"/>
              <a:gd name="connsiteY299" fmla="*/ 38273 h 736842"/>
              <a:gd name="connsiteX300" fmla="*/ 1071285 w 1236043"/>
              <a:gd name="connsiteY300" fmla="*/ 41687 h 736842"/>
              <a:gd name="connsiteX301" fmla="*/ 1073578 w 1236043"/>
              <a:gd name="connsiteY301" fmla="*/ 50549 h 736842"/>
              <a:gd name="connsiteX302" fmla="*/ 1075864 w 1236043"/>
              <a:gd name="connsiteY302" fmla="*/ 46633 h 736842"/>
              <a:gd name="connsiteX303" fmla="*/ 1078147 w 1236043"/>
              <a:gd name="connsiteY303" fmla="*/ 35609 h 736842"/>
              <a:gd name="connsiteX304" fmla="*/ 1080425 w 1236043"/>
              <a:gd name="connsiteY304" fmla="*/ 32552 h 736842"/>
              <a:gd name="connsiteX305" fmla="*/ 1082698 w 1236043"/>
              <a:gd name="connsiteY305" fmla="*/ 30496 h 736842"/>
              <a:gd name="connsiteX306" fmla="*/ 1084967 w 1236043"/>
              <a:gd name="connsiteY306" fmla="*/ 21100 h 736842"/>
              <a:gd name="connsiteX307" fmla="*/ 1087233 w 1236043"/>
              <a:gd name="connsiteY307" fmla="*/ 32435 h 736842"/>
              <a:gd name="connsiteX308" fmla="*/ 1089494 w 1236043"/>
              <a:gd name="connsiteY308" fmla="*/ 36198 h 736842"/>
              <a:gd name="connsiteX309" fmla="*/ 1091750 w 1236043"/>
              <a:gd name="connsiteY309" fmla="*/ 53450 h 736842"/>
              <a:gd name="connsiteX310" fmla="*/ 1094002 w 1236043"/>
              <a:gd name="connsiteY310" fmla="*/ 30918 h 736842"/>
              <a:gd name="connsiteX311" fmla="*/ 1096249 w 1236043"/>
              <a:gd name="connsiteY311" fmla="*/ 16760 h 736842"/>
              <a:gd name="connsiteX312" fmla="*/ 1098493 w 1236043"/>
              <a:gd name="connsiteY312" fmla="*/ 49478 h 736842"/>
              <a:gd name="connsiteX313" fmla="*/ 1100732 w 1236043"/>
              <a:gd name="connsiteY313" fmla="*/ 39023 h 736842"/>
              <a:gd name="connsiteX314" fmla="*/ 1102966 w 1236043"/>
              <a:gd name="connsiteY314" fmla="*/ 44721 h 736842"/>
              <a:gd name="connsiteX315" fmla="*/ 1105196 w 1236043"/>
              <a:gd name="connsiteY315" fmla="*/ 26997 h 736842"/>
              <a:gd name="connsiteX316" fmla="*/ 1107423 w 1236043"/>
              <a:gd name="connsiteY316" fmla="*/ 21138 h 736842"/>
              <a:gd name="connsiteX317" fmla="*/ 1109645 w 1236043"/>
              <a:gd name="connsiteY317" fmla="*/ 39560 h 736842"/>
              <a:gd name="connsiteX318" fmla="*/ 1111863 w 1236043"/>
              <a:gd name="connsiteY318" fmla="*/ 33221 h 736842"/>
              <a:gd name="connsiteX319" fmla="*/ 1114077 w 1236043"/>
              <a:gd name="connsiteY319" fmla="*/ 44344 h 736842"/>
              <a:gd name="connsiteX320" fmla="*/ 1116288 w 1236043"/>
              <a:gd name="connsiteY320" fmla="*/ 51107 h 736842"/>
              <a:gd name="connsiteX321" fmla="*/ 1118493 w 1236043"/>
              <a:gd name="connsiteY321" fmla="*/ 37582 h 736842"/>
              <a:gd name="connsiteX322" fmla="*/ 1120695 w 1236043"/>
              <a:gd name="connsiteY322" fmla="*/ 44870 h 736842"/>
              <a:gd name="connsiteX323" fmla="*/ 1122893 w 1236043"/>
              <a:gd name="connsiteY323" fmla="*/ 32915 h 736842"/>
              <a:gd name="connsiteX324" fmla="*/ 1125086 w 1236043"/>
              <a:gd name="connsiteY324" fmla="*/ 36730 h 736842"/>
              <a:gd name="connsiteX325" fmla="*/ 1127274 w 1236043"/>
              <a:gd name="connsiteY325" fmla="*/ 50165 h 736842"/>
              <a:gd name="connsiteX326" fmla="*/ 1129460 w 1236043"/>
              <a:gd name="connsiteY326" fmla="*/ 42446 h 736842"/>
              <a:gd name="connsiteX327" fmla="*/ 1131643 w 1236043"/>
              <a:gd name="connsiteY327" fmla="*/ 45775 h 736842"/>
              <a:gd name="connsiteX328" fmla="*/ 1133819 w 1236043"/>
              <a:gd name="connsiteY328" fmla="*/ 15932 h 736842"/>
              <a:gd name="connsiteX329" fmla="*/ 1135993 w 1236043"/>
              <a:gd name="connsiteY329" fmla="*/ 36438 h 736842"/>
              <a:gd name="connsiteX330" fmla="*/ 1138164 w 1236043"/>
              <a:gd name="connsiteY330" fmla="*/ 36136 h 736842"/>
              <a:gd name="connsiteX331" fmla="*/ 1140330 w 1236043"/>
              <a:gd name="connsiteY331" fmla="*/ 15391 h 736842"/>
              <a:gd name="connsiteX332" fmla="*/ 1142491 w 1236043"/>
              <a:gd name="connsiteY332" fmla="*/ 25532 h 736842"/>
              <a:gd name="connsiteX333" fmla="*/ 1144650 w 1236043"/>
              <a:gd name="connsiteY333" fmla="*/ 46020 h 736842"/>
              <a:gd name="connsiteX334" fmla="*/ 1146804 w 1236043"/>
              <a:gd name="connsiteY334" fmla="*/ 21496 h 736842"/>
              <a:gd name="connsiteX335" fmla="*/ 1148956 w 1236043"/>
              <a:gd name="connsiteY335" fmla="*/ 61403 h 736842"/>
              <a:gd name="connsiteX336" fmla="*/ 1151102 w 1236043"/>
              <a:gd name="connsiteY336" fmla="*/ 40331 h 736842"/>
              <a:gd name="connsiteX337" fmla="*/ 1153244 w 1236043"/>
              <a:gd name="connsiteY337" fmla="*/ 32577 h 736842"/>
              <a:gd name="connsiteX338" fmla="*/ 1155383 w 1236043"/>
              <a:gd name="connsiteY338" fmla="*/ 56061 h 736842"/>
              <a:gd name="connsiteX339" fmla="*/ 1157518 w 1236043"/>
              <a:gd name="connsiteY339" fmla="*/ 39862 h 736842"/>
              <a:gd name="connsiteX340" fmla="*/ 1159650 w 1236043"/>
              <a:gd name="connsiteY340" fmla="*/ 45108 h 736842"/>
              <a:gd name="connsiteX341" fmla="*/ 1161780 w 1236043"/>
              <a:gd name="connsiteY341" fmla="*/ 56742 h 736842"/>
              <a:gd name="connsiteX342" fmla="*/ 1163902 w 1236043"/>
              <a:gd name="connsiteY342" fmla="*/ 47945 h 736842"/>
              <a:gd name="connsiteX343" fmla="*/ 1166024 w 1236043"/>
              <a:gd name="connsiteY343" fmla="*/ 55487 h 736842"/>
              <a:gd name="connsiteX344" fmla="*/ 1168139 w 1236043"/>
              <a:gd name="connsiteY344" fmla="*/ 49210 h 736842"/>
              <a:gd name="connsiteX345" fmla="*/ 1170254 w 1236043"/>
              <a:gd name="connsiteY345" fmla="*/ 45582 h 736842"/>
              <a:gd name="connsiteX346" fmla="*/ 1172362 w 1236043"/>
              <a:gd name="connsiteY346" fmla="*/ 68856 h 736842"/>
              <a:gd name="connsiteX347" fmla="*/ 1174470 w 1236043"/>
              <a:gd name="connsiteY347" fmla="*/ 46530 h 736842"/>
              <a:gd name="connsiteX348" fmla="*/ 1176573 w 1236043"/>
              <a:gd name="connsiteY348" fmla="*/ 46559 h 736842"/>
              <a:gd name="connsiteX349" fmla="*/ 1178671 w 1236043"/>
              <a:gd name="connsiteY349" fmla="*/ 53385 h 736842"/>
              <a:gd name="connsiteX350" fmla="*/ 1180766 w 1236043"/>
              <a:gd name="connsiteY350" fmla="*/ 35025 h 736842"/>
              <a:gd name="connsiteX351" fmla="*/ 1182857 w 1236043"/>
              <a:gd name="connsiteY351" fmla="*/ 38951 h 736842"/>
              <a:gd name="connsiteX352" fmla="*/ 1184945 w 1236043"/>
              <a:gd name="connsiteY352" fmla="*/ 38246 h 736842"/>
              <a:gd name="connsiteX353" fmla="*/ 1187031 w 1236043"/>
              <a:gd name="connsiteY353" fmla="*/ 20779 h 736842"/>
              <a:gd name="connsiteX354" fmla="*/ 1189112 w 1236043"/>
              <a:gd name="connsiteY354" fmla="*/ 30454 h 736842"/>
              <a:gd name="connsiteX355" fmla="*/ 1191188 w 1236043"/>
              <a:gd name="connsiteY355" fmla="*/ 28009 h 736842"/>
              <a:gd name="connsiteX356" fmla="*/ 1193264 w 1236043"/>
              <a:gd name="connsiteY356" fmla="*/ 23644 h 736842"/>
              <a:gd name="connsiteX357" fmla="*/ 1195332 w 1236043"/>
              <a:gd name="connsiteY357" fmla="*/ 45759 h 736842"/>
              <a:gd name="connsiteX358" fmla="*/ 1197401 w 1236043"/>
              <a:gd name="connsiteY358" fmla="*/ 28823 h 736842"/>
              <a:gd name="connsiteX359" fmla="*/ 1199465 w 1236043"/>
              <a:gd name="connsiteY359" fmla="*/ 53184 h 736842"/>
              <a:gd name="connsiteX360" fmla="*/ 1201524 w 1236043"/>
              <a:gd name="connsiteY360" fmla="*/ 53049 h 736842"/>
              <a:gd name="connsiteX361" fmla="*/ 1203583 w 1236043"/>
              <a:gd name="connsiteY361" fmla="*/ 31075 h 736842"/>
              <a:gd name="connsiteX362" fmla="*/ 1205637 w 1236043"/>
              <a:gd name="connsiteY362" fmla="*/ 34535 h 736842"/>
              <a:gd name="connsiteX363" fmla="*/ 1207686 w 1236043"/>
              <a:gd name="connsiteY363" fmla="*/ 31606 h 736842"/>
              <a:gd name="connsiteX364" fmla="*/ 1209733 w 1236043"/>
              <a:gd name="connsiteY364" fmla="*/ 19289 h 736842"/>
              <a:gd name="connsiteX365" fmla="*/ 1211777 w 1236043"/>
              <a:gd name="connsiteY365" fmla="*/ 32274 h 736842"/>
              <a:gd name="connsiteX366" fmla="*/ 1213817 w 1236043"/>
              <a:gd name="connsiteY366" fmla="*/ 63093 h 736842"/>
              <a:gd name="connsiteX367" fmla="*/ 1215854 w 1236043"/>
              <a:gd name="connsiteY367" fmla="*/ 183392 h 736842"/>
              <a:gd name="connsiteX368" fmla="*/ 1217888 w 1236043"/>
              <a:gd name="connsiteY368" fmla="*/ 30228 h 736842"/>
              <a:gd name="connsiteX369" fmla="*/ 1219918 w 1236043"/>
              <a:gd name="connsiteY369" fmla="*/ 0 h 736842"/>
              <a:gd name="connsiteX370" fmla="*/ 1221945 w 1236043"/>
              <a:gd name="connsiteY370" fmla="*/ 5821 h 736842"/>
              <a:gd name="connsiteX371" fmla="*/ 1223970 w 1236043"/>
              <a:gd name="connsiteY371" fmla="*/ 89495 h 736842"/>
              <a:gd name="connsiteX372" fmla="*/ 1225990 w 1236043"/>
              <a:gd name="connsiteY372" fmla="*/ 10972 h 736842"/>
              <a:gd name="connsiteX373" fmla="*/ 1228008 w 1236043"/>
              <a:gd name="connsiteY373" fmla="*/ 97437 h 736842"/>
              <a:gd name="connsiteX374" fmla="*/ 1230020 w 1236043"/>
              <a:gd name="connsiteY374" fmla="*/ 62573 h 736842"/>
              <a:gd name="connsiteX375" fmla="*/ 1232033 w 1236043"/>
              <a:gd name="connsiteY375" fmla="*/ 32634 h 736842"/>
              <a:gd name="connsiteX376" fmla="*/ 1234041 w 1236043"/>
              <a:gd name="connsiteY376" fmla="*/ 46446 h 736842"/>
              <a:gd name="connsiteX377" fmla="*/ 1236044 w 1236043"/>
              <a:gd name="connsiteY377" fmla="*/ 47257 h 736842"/>
              <a:gd name="connsiteX378" fmla="*/ 1236044 w 1236043"/>
              <a:gd name="connsiteY378" fmla="*/ 47257 h 736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</a:cxnLst>
            <a:rect l="l" t="t" r="r" b="b"/>
            <a:pathLst>
              <a:path w="1236043" h="736842">
                <a:moveTo>
                  <a:pt x="0" y="634304"/>
                </a:moveTo>
                <a:lnTo>
                  <a:pt x="1782" y="582581"/>
                </a:lnTo>
                <a:lnTo>
                  <a:pt x="3607" y="736843"/>
                </a:lnTo>
                <a:lnTo>
                  <a:pt x="5476" y="678626"/>
                </a:lnTo>
                <a:lnTo>
                  <a:pt x="7395" y="593575"/>
                </a:lnTo>
                <a:lnTo>
                  <a:pt x="9364" y="439511"/>
                </a:lnTo>
                <a:lnTo>
                  <a:pt x="11381" y="407069"/>
                </a:lnTo>
                <a:lnTo>
                  <a:pt x="13452" y="405782"/>
                </a:lnTo>
                <a:lnTo>
                  <a:pt x="15578" y="402098"/>
                </a:lnTo>
                <a:lnTo>
                  <a:pt x="19999" y="489513"/>
                </a:lnTo>
                <a:lnTo>
                  <a:pt x="22297" y="444991"/>
                </a:lnTo>
                <a:lnTo>
                  <a:pt x="24657" y="424126"/>
                </a:lnTo>
                <a:lnTo>
                  <a:pt x="27083" y="381131"/>
                </a:lnTo>
                <a:lnTo>
                  <a:pt x="29572" y="353134"/>
                </a:lnTo>
                <a:lnTo>
                  <a:pt x="32129" y="348857"/>
                </a:lnTo>
                <a:lnTo>
                  <a:pt x="34757" y="347054"/>
                </a:lnTo>
                <a:lnTo>
                  <a:pt x="37456" y="344072"/>
                </a:lnTo>
                <a:lnTo>
                  <a:pt x="40229" y="385721"/>
                </a:lnTo>
                <a:lnTo>
                  <a:pt x="43076" y="352208"/>
                </a:lnTo>
                <a:lnTo>
                  <a:pt x="46001" y="331562"/>
                </a:lnTo>
                <a:lnTo>
                  <a:pt x="49006" y="313124"/>
                </a:lnTo>
                <a:lnTo>
                  <a:pt x="52092" y="333555"/>
                </a:lnTo>
                <a:lnTo>
                  <a:pt x="55261" y="306506"/>
                </a:lnTo>
                <a:lnTo>
                  <a:pt x="58514" y="297737"/>
                </a:lnTo>
                <a:lnTo>
                  <a:pt x="61851" y="292581"/>
                </a:lnTo>
                <a:lnTo>
                  <a:pt x="65279" y="290565"/>
                </a:lnTo>
                <a:lnTo>
                  <a:pt x="68795" y="286002"/>
                </a:lnTo>
                <a:lnTo>
                  <a:pt x="72398" y="283268"/>
                </a:lnTo>
                <a:lnTo>
                  <a:pt x="76094" y="272637"/>
                </a:lnTo>
                <a:lnTo>
                  <a:pt x="79879" y="279055"/>
                </a:lnTo>
                <a:lnTo>
                  <a:pt x="83756" y="272498"/>
                </a:lnTo>
                <a:lnTo>
                  <a:pt x="87724" y="267734"/>
                </a:lnTo>
                <a:lnTo>
                  <a:pt x="91782" y="265595"/>
                </a:lnTo>
                <a:lnTo>
                  <a:pt x="95931" y="256506"/>
                </a:lnTo>
                <a:lnTo>
                  <a:pt x="100169" y="245534"/>
                </a:lnTo>
                <a:lnTo>
                  <a:pt x="104496" y="240044"/>
                </a:lnTo>
                <a:lnTo>
                  <a:pt x="108909" y="231952"/>
                </a:lnTo>
                <a:lnTo>
                  <a:pt x="113407" y="236835"/>
                </a:lnTo>
                <a:lnTo>
                  <a:pt x="117986" y="234688"/>
                </a:lnTo>
                <a:lnTo>
                  <a:pt x="122646" y="231024"/>
                </a:lnTo>
                <a:lnTo>
                  <a:pt x="127383" y="227778"/>
                </a:lnTo>
                <a:lnTo>
                  <a:pt x="132194" y="216401"/>
                </a:lnTo>
                <a:lnTo>
                  <a:pt x="137074" y="218256"/>
                </a:lnTo>
                <a:lnTo>
                  <a:pt x="142022" y="224118"/>
                </a:lnTo>
                <a:lnTo>
                  <a:pt x="147032" y="223026"/>
                </a:lnTo>
                <a:lnTo>
                  <a:pt x="152101" y="224908"/>
                </a:lnTo>
                <a:lnTo>
                  <a:pt x="157226" y="217734"/>
                </a:lnTo>
                <a:lnTo>
                  <a:pt x="162400" y="223748"/>
                </a:lnTo>
                <a:lnTo>
                  <a:pt x="167621" y="225736"/>
                </a:lnTo>
                <a:lnTo>
                  <a:pt x="172883" y="237293"/>
                </a:lnTo>
                <a:lnTo>
                  <a:pt x="178183" y="241496"/>
                </a:lnTo>
                <a:lnTo>
                  <a:pt x="183517" y="242140"/>
                </a:lnTo>
                <a:lnTo>
                  <a:pt x="188878" y="260068"/>
                </a:lnTo>
                <a:lnTo>
                  <a:pt x="194265" y="248058"/>
                </a:lnTo>
                <a:lnTo>
                  <a:pt x="199674" y="253899"/>
                </a:lnTo>
                <a:lnTo>
                  <a:pt x="205098" y="266915"/>
                </a:lnTo>
                <a:lnTo>
                  <a:pt x="210537" y="244803"/>
                </a:lnTo>
                <a:lnTo>
                  <a:pt x="215985" y="240261"/>
                </a:lnTo>
                <a:lnTo>
                  <a:pt x="221441" y="270424"/>
                </a:lnTo>
                <a:lnTo>
                  <a:pt x="226899" y="274990"/>
                </a:lnTo>
                <a:lnTo>
                  <a:pt x="232357" y="272839"/>
                </a:lnTo>
                <a:lnTo>
                  <a:pt x="237813" y="244116"/>
                </a:lnTo>
                <a:lnTo>
                  <a:pt x="243264" y="261165"/>
                </a:lnTo>
                <a:lnTo>
                  <a:pt x="248705" y="267907"/>
                </a:lnTo>
                <a:lnTo>
                  <a:pt x="254138" y="261535"/>
                </a:lnTo>
                <a:lnTo>
                  <a:pt x="259560" y="260785"/>
                </a:lnTo>
                <a:lnTo>
                  <a:pt x="264967" y="254749"/>
                </a:lnTo>
                <a:lnTo>
                  <a:pt x="270359" y="246206"/>
                </a:lnTo>
                <a:lnTo>
                  <a:pt x="275734" y="243370"/>
                </a:lnTo>
                <a:lnTo>
                  <a:pt x="281090" y="254060"/>
                </a:lnTo>
                <a:lnTo>
                  <a:pt x="286426" y="263065"/>
                </a:lnTo>
                <a:lnTo>
                  <a:pt x="291741" y="262510"/>
                </a:lnTo>
                <a:lnTo>
                  <a:pt x="297036" y="278307"/>
                </a:lnTo>
                <a:lnTo>
                  <a:pt x="302304" y="259199"/>
                </a:lnTo>
                <a:lnTo>
                  <a:pt x="307550" y="259021"/>
                </a:lnTo>
                <a:lnTo>
                  <a:pt x="312771" y="269983"/>
                </a:lnTo>
                <a:lnTo>
                  <a:pt x="317969" y="240056"/>
                </a:lnTo>
                <a:lnTo>
                  <a:pt x="323139" y="254191"/>
                </a:lnTo>
                <a:lnTo>
                  <a:pt x="328283" y="239615"/>
                </a:lnTo>
                <a:lnTo>
                  <a:pt x="333403" y="255736"/>
                </a:lnTo>
                <a:lnTo>
                  <a:pt x="338493" y="242871"/>
                </a:lnTo>
                <a:lnTo>
                  <a:pt x="343556" y="254296"/>
                </a:lnTo>
                <a:lnTo>
                  <a:pt x="348593" y="246021"/>
                </a:lnTo>
                <a:lnTo>
                  <a:pt x="353602" y="228911"/>
                </a:lnTo>
                <a:lnTo>
                  <a:pt x="358583" y="224069"/>
                </a:lnTo>
                <a:lnTo>
                  <a:pt x="363537" y="229564"/>
                </a:lnTo>
                <a:lnTo>
                  <a:pt x="368461" y="213053"/>
                </a:lnTo>
                <a:lnTo>
                  <a:pt x="373359" y="214683"/>
                </a:lnTo>
                <a:lnTo>
                  <a:pt x="378230" y="212271"/>
                </a:lnTo>
                <a:lnTo>
                  <a:pt x="383071" y="203749"/>
                </a:lnTo>
                <a:lnTo>
                  <a:pt x="387886" y="197205"/>
                </a:lnTo>
                <a:lnTo>
                  <a:pt x="392674" y="192165"/>
                </a:lnTo>
                <a:lnTo>
                  <a:pt x="397435" y="182670"/>
                </a:lnTo>
                <a:lnTo>
                  <a:pt x="402167" y="181314"/>
                </a:lnTo>
                <a:lnTo>
                  <a:pt x="406872" y="175228"/>
                </a:lnTo>
                <a:lnTo>
                  <a:pt x="411551" y="172873"/>
                </a:lnTo>
                <a:lnTo>
                  <a:pt x="416205" y="162817"/>
                </a:lnTo>
                <a:lnTo>
                  <a:pt x="420829" y="163795"/>
                </a:lnTo>
                <a:lnTo>
                  <a:pt x="425430" y="152120"/>
                </a:lnTo>
                <a:lnTo>
                  <a:pt x="430003" y="159860"/>
                </a:lnTo>
                <a:lnTo>
                  <a:pt x="434550" y="161083"/>
                </a:lnTo>
                <a:lnTo>
                  <a:pt x="439073" y="157709"/>
                </a:lnTo>
                <a:lnTo>
                  <a:pt x="443568" y="151553"/>
                </a:lnTo>
                <a:lnTo>
                  <a:pt x="448042" y="157974"/>
                </a:lnTo>
                <a:lnTo>
                  <a:pt x="452486" y="140253"/>
                </a:lnTo>
                <a:lnTo>
                  <a:pt x="456909" y="160478"/>
                </a:lnTo>
                <a:lnTo>
                  <a:pt x="461307" y="164502"/>
                </a:lnTo>
                <a:lnTo>
                  <a:pt x="465681" y="168955"/>
                </a:lnTo>
                <a:lnTo>
                  <a:pt x="470033" y="175929"/>
                </a:lnTo>
                <a:lnTo>
                  <a:pt x="474358" y="201829"/>
                </a:lnTo>
                <a:lnTo>
                  <a:pt x="478661" y="189646"/>
                </a:lnTo>
                <a:lnTo>
                  <a:pt x="482942" y="253665"/>
                </a:lnTo>
                <a:lnTo>
                  <a:pt x="487199" y="235402"/>
                </a:lnTo>
                <a:lnTo>
                  <a:pt x="491434" y="234798"/>
                </a:lnTo>
                <a:lnTo>
                  <a:pt x="495644" y="220963"/>
                </a:lnTo>
                <a:lnTo>
                  <a:pt x="499835" y="232622"/>
                </a:lnTo>
                <a:lnTo>
                  <a:pt x="504004" y="221494"/>
                </a:lnTo>
                <a:lnTo>
                  <a:pt x="508152" y="215843"/>
                </a:lnTo>
                <a:lnTo>
                  <a:pt x="512277" y="188703"/>
                </a:lnTo>
                <a:lnTo>
                  <a:pt x="516383" y="201709"/>
                </a:lnTo>
                <a:lnTo>
                  <a:pt x="520466" y="181616"/>
                </a:lnTo>
                <a:lnTo>
                  <a:pt x="524528" y="174309"/>
                </a:lnTo>
                <a:lnTo>
                  <a:pt x="528573" y="188344"/>
                </a:lnTo>
                <a:lnTo>
                  <a:pt x="532596" y="203425"/>
                </a:lnTo>
                <a:lnTo>
                  <a:pt x="536597" y="199930"/>
                </a:lnTo>
                <a:lnTo>
                  <a:pt x="540581" y="201273"/>
                </a:lnTo>
                <a:lnTo>
                  <a:pt x="544545" y="187732"/>
                </a:lnTo>
                <a:lnTo>
                  <a:pt x="548490" y="205384"/>
                </a:lnTo>
                <a:lnTo>
                  <a:pt x="552416" y="196116"/>
                </a:lnTo>
                <a:lnTo>
                  <a:pt x="556322" y="212098"/>
                </a:lnTo>
                <a:lnTo>
                  <a:pt x="560211" y="224301"/>
                </a:lnTo>
                <a:lnTo>
                  <a:pt x="564082" y="204109"/>
                </a:lnTo>
                <a:lnTo>
                  <a:pt x="567935" y="202066"/>
                </a:lnTo>
                <a:lnTo>
                  <a:pt x="571768" y="215802"/>
                </a:lnTo>
                <a:lnTo>
                  <a:pt x="575583" y="215461"/>
                </a:lnTo>
                <a:lnTo>
                  <a:pt x="579382" y="203027"/>
                </a:lnTo>
                <a:lnTo>
                  <a:pt x="583164" y="209644"/>
                </a:lnTo>
                <a:lnTo>
                  <a:pt x="586928" y="204213"/>
                </a:lnTo>
                <a:lnTo>
                  <a:pt x="590676" y="174370"/>
                </a:lnTo>
                <a:lnTo>
                  <a:pt x="594409" y="215621"/>
                </a:lnTo>
                <a:lnTo>
                  <a:pt x="598122" y="197077"/>
                </a:lnTo>
                <a:lnTo>
                  <a:pt x="601821" y="206361"/>
                </a:lnTo>
                <a:lnTo>
                  <a:pt x="605503" y="206473"/>
                </a:lnTo>
                <a:lnTo>
                  <a:pt x="609168" y="212064"/>
                </a:lnTo>
                <a:lnTo>
                  <a:pt x="612818" y="195104"/>
                </a:lnTo>
                <a:lnTo>
                  <a:pt x="616451" y="191697"/>
                </a:lnTo>
                <a:lnTo>
                  <a:pt x="620072" y="206807"/>
                </a:lnTo>
                <a:lnTo>
                  <a:pt x="623675" y="184129"/>
                </a:lnTo>
                <a:lnTo>
                  <a:pt x="627262" y="194637"/>
                </a:lnTo>
                <a:lnTo>
                  <a:pt x="630837" y="212885"/>
                </a:lnTo>
                <a:lnTo>
                  <a:pt x="634394" y="181051"/>
                </a:lnTo>
                <a:lnTo>
                  <a:pt x="637940" y="207649"/>
                </a:lnTo>
                <a:lnTo>
                  <a:pt x="641468" y="190918"/>
                </a:lnTo>
                <a:lnTo>
                  <a:pt x="644984" y="177450"/>
                </a:lnTo>
                <a:lnTo>
                  <a:pt x="648483" y="177792"/>
                </a:lnTo>
                <a:lnTo>
                  <a:pt x="651970" y="167861"/>
                </a:lnTo>
                <a:lnTo>
                  <a:pt x="655444" y="197173"/>
                </a:lnTo>
                <a:lnTo>
                  <a:pt x="658902" y="171808"/>
                </a:lnTo>
                <a:lnTo>
                  <a:pt x="662347" y="164839"/>
                </a:lnTo>
                <a:lnTo>
                  <a:pt x="665781" y="178011"/>
                </a:lnTo>
                <a:lnTo>
                  <a:pt x="669199" y="177723"/>
                </a:lnTo>
                <a:lnTo>
                  <a:pt x="672603" y="171253"/>
                </a:lnTo>
                <a:lnTo>
                  <a:pt x="675995" y="146657"/>
                </a:lnTo>
                <a:lnTo>
                  <a:pt x="679375" y="162562"/>
                </a:lnTo>
                <a:lnTo>
                  <a:pt x="682742" y="160074"/>
                </a:lnTo>
                <a:lnTo>
                  <a:pt x="686095" y="153354"/>
                </a:lnTo>
                <a:lnTo>
                  <a:pt x="689438" y="143034"/>
                </a:lnTo>
                <a:lnTo>
                  <a:pt x="692767" y="136482"/>
                </a:lnTo>
                <a:lnTo>
                  <a:pt x="696083" y="144136"/>
                </a:lnTo>
                <a:lnTo>
                  <a:pt x="699387" y="137587"/>
                </a:lnTo>
                <a:lnTo>
                  <a:pt x="702679" y="135179"/>
                </a:lnTo>
                <a:lnTo>
                  <a:pt x="705959" y="118774"/>
                </a:lnTo>
                <a:lnTo>
                  <a:pt x="709229" y="137707"/>
                </a:lnTo>
                <a:lnTo>
                  <a:pt x="712484" y="121249"/>
                </a:lnTo>
                <a:lnTo>
                  <a:pt x="715729" y="116120"/>
                </a:lnTo>
                <a:lnTo>
                  <a:pt x="718963" y="118112"/>
                </a:lnTo>
                <a:lnTo>
                  <a:pt x="722184" y="121765"/>
                </a:lnTo>
                <a:lnTo>
                  <a:pt x="725396" y="113237"/>
                </a:lnTo>
                <a:lnTo>
                  <a:pt x="728595" y="106002"/>
                </a:lnTo>
                <a:lnTo>
                  <a:pt x="731785" y="109131"/>
                </a:lnTo>
                <a:lnTo>
                  <a:pt x="734962" y="109331"/>
                </a:lnTo>
                <a:lnTo>
                  <a:pt x="738127" y="105555"/>
                </a:lnTo>
                <a:lnTo>
                  <a:pt x="741285" y="100246"/>
                </a:lnTo>
                <a:lnTo>
                  <a:pt x="744428" y="102226"/>
                </a:lnTo>
                <a:lnTo>
                  <a:pt x="747564" y="93972"/>
                </a:lnTo>
                <a:lnTo>
                  <a:pt x="750688" y="96540"/>
                </a:lnTo>
                <a:lnTo>
                  <a:pt x="753802" y="102883"/>
                </a:lnTo>
                <a:lnTo>
                  <a:pt x="756904" y="111753"/>
                </a:lnTo>
                <a:lnTo>
                  <a:pt x="759998" y="90922"/>
                </a:lnTo>
                <a:lnTo>
                  <a:pt x="763081" y="83623"/>
                </a:lnTo>
                <a:lnTo>
                  <a:pt x="766153" y="97404"/>
                </a:lnTo>
                <a:lnTo>
                  <a:pt x="769216" y="88849"/>
                </a:lnTo>
                <a:lnTo>
                  <a:pt x="772269" y="97455"/>
                </a:lnTo>
                <a:lnTo>
                  <a:pt x="775313" y="88157"/>
                </a:lnTo>
                <a:lnTo>
                  <a:pt x="778346" y="81827"/>
                </a:lnTo>
                <a:lnTo>
                  <a:pt x="781370" y="79082"/>
                </a:lnTo>
                <a:lnTo>
                  <a:pt x="784387" y="82954"/>
                </a:lnTo>
                <a:lnTo>
                  <a:pt x="787391" y="75826"/>
                </a:lnTo>
                <a:lnTo>
                  <a:pt x="790386" y="78322"/>
                </a:lnTo>
                <a:lnTo>
                  <a:pt x="793373" y="80006"/>
                </a:lnTo>
                <a:lnTo>
                  <a:pt x="796351" y="83225"/>
                </a:lnTo>
                <a:lnTo>
                  <a:pt x="799319" y="70484"/>
                </a:lnTo>
                <a:lnTo>
                  <a:pt x="802277" y="60900"/>
                </a:lnTo>
                <a:lnTo>
                  <a:pt x="805228" y="70338"/>
                </a:lnTo>
                <a:lnTo>
                  <a:pt x="808169" y="72809"/>
                </a:lnTo>
                <a:lnTo>
                  <a:pt x="811100" y="70990"/>
                </a:lnTo>
                <a:lnTo>
                  <a:pt x="814024" y="65424"/>
                </a:lnTo>
                <a:lnTo>
                  <a:pt x="816938" y="64458"/>
                </a:lnTo>
                <a:lnTo>
                  <a:pt x="819845" y="61620"/>
                </a:lnTo>
                <a:lnTo>
                  <a:pt x="822742" y="65383"/>
                </a:lnTo>
                <a:lnTo>
                  <a:pt x="825630" y="66401"/>
                </a:lnTo>
                <a:lnTo>
                  <a:pt x="828512" y="56616"/>
                </a:lnTo>
                <a:lnTo>
                  <a:pt x="834248" y="58831"/>
                </a:lnTo>
                <a:lnTo>
                  <a:pt x="837104" y="62402"/>
                </a:lnTo>
                <a:lnTo>
                  <a:pt x="842791" y="58261"/>
                </a:lnTo>
                <a:lnTo>
                  <a:pt x="845622" y="58331"/>
                </a:lnTo>
                <a:lnTo>
                  <a:pt x="848444" y="70475"/>
                </a:lnTo>
                <a:lnTo>
                  <a:pt x="851261" y="50734"/>
                </a:lnTo>
                <a:lnTo>
                  <a:pt x="854068" y="54467"/>
                </a:lnTo>
                <a:lnTo>
                  <a:pt x="856867" y="52342"/>
                </a:lnTo>
                <a:lnTo>
                  <a:pt x="859660" y="59335"/>
                </a:lnTo>
                <a:lnTo>
                  <a:pt x="862445" y="61632"/>
                </a:lnTo>
                <a:lnTo>
                  <a:pt x="865220" y="57601"/>
                </a:lnTo>
                <a:lnTo>
                  <a:pt x="867991" y="52293"/>
                </a:lnTo>
                <a:lnTo>
                  <a:pt x="870751" y="53474"/>
                </a:lnTo>
                <a:lnTo>
                  <a:pt x="873505" y="50793"/>
                </a:lnTo>
                <a:lnTo>
                  <a:pt x="876253" y="49546"/>
                </a:lnTo>
                <a:lnTo>
                  <a:pt x="878992" y="52895"/>
                </a:lnTo>
                <a:lnTo>
                  <a:pt x="884448" y="52212"/>
                </a:lnTo>
                <a:lnTo>
                  <a:pt x="887167" y="50589"/>
                </a:lnTo>
                <a:lnTo>
                  <a:pt x="889877" y="50300"/>
                </a:lnTo>
                <a:lnTo>
                  <a:pt x="892581" y="49020"/>
                </a:lnTo>
                <a:lnTo>
                  <a:pt x="895276" y="48983"/>
                </a:lnTo>
                <a:lnTo>
                  <a:pt x="897966" y="50300"/>
                </a:lnTo>
                <a:lnTo>
                  <a:pt x="900649" y="50259"/>
                </a:lnTo>
                <a:lnTo>
                  <a:pt x="903325" y="61302"/>
                </a:lnTo>
                <a:lnTo>
                  <a:pt x="905993" y="45524"/>
                </a:lnTo>
                <a:lnTo>
                  <a:pt x="908653" y="49958"/>
                </a:lnTo>
                <a:lnTo>
                  <a:pt x="911309" y="51023"/>
                </a:lnTo>
                <a:lnTo>
                  <a:pt x="913958" y="49780"/>
                </a:lnTo>
                <a:lnTo>
                  <a:pt x="916599" y="46790"/>
                </a:lnTo>
                <a:lnTo>
                  <a:pt x="919236" y="54872"/>
                </a:lnTo>
                <a:lnTo>
                  <a:pt x="921863" y="52323"/>
                </a:lnTo>
                <a:lnTo>
                  <a:pt x="924484" y="52418"/>
                </a:lnTo>
                <a:lnTo>
                  <a:pt x="927101" y="50566"/>
                </a:lnTo>
                <a:lnTo>
                  <a:pt x="929711" y="56135"/>
                </a:lnTo>
                <a:lnTo>
                  <a:pt x="932313" y="54008"/>
                </a:lnTo>
                <a:lnTo>
                  <a:pt x="934908" y="49752"/>
                </a:lnTo>
                <a:lnTo>
                  <a:pt x="937499" y="48369"/>
                </a:lnTo>
                <a:lnTo>
                  <a:pt x="940084" y="40097"/>
                </a:lnTo>
                <a:lnTo>
                  <a:pt x="942659" y="27635"/>
                </a:lnTo>
                <a:lnTo>
                  <a:pt x="945232" y="51290"/>
                </a:lnTo>
                <a:lnTo>
                  <a:pt x="947796" y="45655"/>
                </a:lnTo>
                <a:lnTo>
                  <a:pt x="950357" y="48369"/>
                </a:lnTo>
                <a:lnTo>
                  <a:pt x="952908" y="54753"/>
                </a:lnTo>
                <a:lnTo>
                  <a:pt x="955457" y="52796"/>
                </a:lnTo>
                <a:lnTo>
                  <a:pt x="957998" y="52741"/>
                </a:lnTo>
                <a:lnTo>
                  <a:pt x="960532" y="45242"/>
                </a:lnTo>
                <a:lnTo>
                  <a:pt x="963061" y="44982"/>
                </a:lnTo>
                <a:lnTo>
                  <a:pt x="965583" y="50264"/>
                </a:lnTo>
                <a:lnTo>
                  <a:pt x="968100" y="56544"/>
                </a:lnTo>
                <a:lnTo>
                  <a:pt x="970613" y="42833"/>
                </a:lnTo>
                <a:lnTo>
                  <a:pt x="973120" y="48184"/>
                </a:lnTo>
                <a:lnTo>
                  <a:pt x="975620" y="55917"/>
                </a:lnTo>
                <a:lnTo>
                  <a:pt x="978113" y="40956"/>
                </a:lnTo>
                <a:lnTo>
                  <a:pt x="980603" y="57172"/>
                </a:lnTo>
                <a:lnTo>
                  <a:pt x="983086" y="49920"/>
                </a:lnTo>
                <a:lnTo>
                  <a:pt x="985561" y="39674"/>
                </a:lnTo>
                <a:lnTo>
                  <a:pt x="988035" y="74868"/>
                </a:lnTo>
                <a:lnTo>
                  <a:pt x="990500" y="40835"/>
                </a:lnTo>
                <a:lnTo>
                  <a:pt x="992961" y="37866"/>
                </a:lnTo>
                <a:lnTo>
                  <a:pt x="995418" y="38361"/>
                </a:lnTo>
                <a:lnTo>
                  <a:pt x="997866" y="35860"/>
                </a:lnTo>
                <a:lnTo>
                  <a:pt x="1000310" y="46980"/>
                </a:lnTo>
                <a:lnTo>
                  <a:pt x="1002749" y="26447"/>
                </a:lnTo>
                <a:lnTo>
                  <a:pt x="1005184" y="41165"/>
                </a:lnTo>
                <a:lnTo>
                  <a:pt x="1010035" y="17402"/>
                </a:lnTo>
                <a:lnTo>
                  <a:pt x="1012455" y="20427"/>
                </a:lnTo>
                <a:lnTo>
                  <a:pt x="1014867" y="31040"/>
                </a:lnTo>
                <a:lnTo>
                  <a:pt x="1017274" y="33792"/>
                </a:lnTo>
                <a:lnTo>
                  <a:pt x="1019677" y="52427"/>
                </a:lnTo>
                <a:lnTo>
                  <a:pt x="1022074" y="57416"/>
                </a:lnTo>
                <a:lnTo>
                  <a:pt x="1026853" y="54109"/>
                </a:lnTo>
                <a:lnTo>
                  <a:pt x="1029236" y="14829"/>
                </a:lnTo>
                <a:lnTo>
                  <a:pt x="1031614" y="14953"/>
                </a:lnTo>
                <a:lnTo>
                  <a:pt x="1033985" y="45803"/>
                </a:lnTo>
                <a:lnTo>
                  <a:pt x="1036353" y="35321"/>
                </a:lnTo>
                <a:lnTo>
                  <a:pt x="1038714" y="42077"/>
                </a:lnTo>
                <a:lnTo>
                  <a:pt x="1041073" y="36814"/>
                </a:lnTo>
                <a:lnTo>
                  <a:pt x="1043424" y="14284"/>
                </a:lnTo>
                <a:lnTo>
                  <a:pt x="1045773" y="10341"/>
                </a:lnTo>
                <a:lnTo>
                  <a:pt x="1048115" y="2516"/>
                </a:lnTo>
                <a:lnTo>
                  <a:pt x="1052786" y="41885"/>
                </a:lnTo>
                <a:lnTo>
                  <a:pt x="1055115" y="43091"/>
                </a:lnTo>
                <a:lnTo>
                  <a:pt x="1057440" y="31064"/>
                </a:lnTo>
                <a:lnTo>
                  <a:pt x="1059757" y="42145"/>
                </a:lnTo>
                <a:lnTo>
                  <a:pt x="1062072" y="11973"/>
                </a:lnTo>
                <a:lnTo>
                  <a:pt x="1064382" y="42721"/>
                </a:lnTo>
                <a:lnTo>
                  <a:pt x="1066687" y="36144"/>
                </a:lnTo>
                <a:lnTo>
                  <a:pt x="1068990" y="38273"/>
                </a:lnTo>
                <a:lnTo>
                  <a:pt x="1071285" y="41687"/>
                </a:lnTo>
                <a:lnTo>
                  <a:pt x="1073578" y="50549"/>
                </a:lnTo>
                <a:lnTo>
                  <a:pt x="1075864" y="46633"/>
                </a:lnTo>
                <a:lnTo>
                  <a:pt x="1078147" y="35609"/>
                </a:lnTo>
                <a:lnTo>
                  <a:pt x="1080425" y="32552"/>
                </a:lnTo>
                <a:lnTo>
                  <a:pt x="1082698" y="30496"/>
                </a:lnTo>
                <a:lnTo>
                  <a:pt x="1084967" y="21100"/>
                </a:lnTo>
                <a:lnTo>
                  <a:pt x="1087233" y="32435"/>
                </a:lnTo>
                <a:lnTo>
                  <a:pt x="1089494" y="36198"/>
                </a:lnTo>
                <a:lnTo>
                  <a:pt x="1091750" y="53450"/>
                </a:lnTo>
                <a:lnTo>
                  <a:pt x="1094002" y="30918"/>
                </a:lnTo>
                <a:lnTo>
                  <a:pt x="1096249" y="16760"/>
                </a:lnTo>
                <a:lnTo>
                  <a:pt x="1098493" y="49478"/>
                </a:lnTo>
                <a:lnTo>
                  <a:pt x="1100732" y="39023"/>
                </a:lnTo>
                <a:lnTo>
                  <a:pt x="1102966" y="44721"/>
                </a:lnTo>
                <a:lnTo>
                  <a:pt x="1105196" y="26997"/>
                </a:lnTo>
                <a:lnTo>
                  <a:pt x="1107423" y="21138"/>
                </a:lnTo>
                <a:lnTo>
                  <a:pt x="1109645" y="39560"/>
                </a:lnTo>
                <a:lnTo>
                  <a:pt x="1111863" y="33221"/>
                </a:lnTo>
                <a:lnTo>
                  <a:pt x="1114077" y="44344"/>
                </a:lnTo>
                <a:lnTo>
                  <a:pt x="1116288" y="51107"/>
                </a:lnTo>
                <a:lnTo>
                  <a:pt x="1118493" y="37582"/>
                </a:lnTo>
                <a:lnTo>
                  <a:pt x="1120695" y="44870"/>
                </a:lnTo>
                <a:lnTo>
                  <a:pt x="1122893" y="32915"/>
                </a:lnTo>
                <a:lnTo>
                  <a:pt x="1125086" y="36730"/>
                </a:lnTo>
                <a:lnTo>
                  <a:pt x="1127274" y="50165"/>
                </a:lnTo>
                <a:lnTo>
                  <a:pt x="1129460" y="42446"/>
                </a:lnTo>
                <a:lnTo>
                  <a:pt x="1131643" y="45775"/>
                </a:lnTo>
                <a:lnTo>
                  <a:pt x="1133819" y="15932"/>
                </a:lnTo>
                <a:lnTo>
                  <a:pt x="1135993" y="36438"/>
                </a:lnTo>
                <a:lnTo>
                  <a:pt x="1138164" y="36136"/>
                </a:lnTo>
                <a:lnTo>
                  <a:pt x="1140330" y="15391"/>
                </a:lnTo>
                <a:lnTo>
                  <a:pt x="1142491" y="25532"/>
                </a:lnTo>
                <a:lnTo>
                  <a:pt x="1144650" y="46020"/>
                </a:lnTo>
                <a:lnTo>
                  <a:pt x="1146804" y="21496"/>
                </a:lnTo>
                <a:lnTo>
                  <a:pt x="1148956" y="61403"/>
                </a:lnTo>
                <a:lnTo>
                  <a:pt x="1151102" y="40331"/>
                </a:lnTo>
                <a:lnTo>
                  <a:pt x="1153244" y="32577"/>
                </a:lnTo>
                <a:lnTo>
                  <a:pt x="1155383" y="56061"/>
                </a:lnTo>
                <a:lnTo>
                  <a:pt x="1157518" y="39862"/>
                </a:lnTo>
                <a:lnTo>
                  <a:pt x="1159650" y="45108"/>
                </a:lnTo>
                <a:lnTo>
                  <a:pt x="1161780" y="56742"/>
                </a:lnTo>
                <a:lnTo>
                  <a:pt x="1163902" y="47945"/>
                </a:lnTo>
                <a:lnTo>
                  <a:pt x="1166024" y="55487"/>
                </a:lnTo>
                <a:lnTo>
                  <a:pt x="1168139" y="49210"/>
                </a:lnTo>
                <a:lnTo>
                  <a:pt x="1170254" y="45582"/>
                </a:lnTo>
                <a:lnTo>
                  <a:pt x="1172362" y="68856"/>
                </a:lnTo>
                <a:lnTo>
                  <a:pt x="1174470" y="46530"/>
                </a:lnTo>
                <a:lnTo>
                  <a:pt x="1176573" y="46559"/>
                </a:lnTo>
                <a:lnTo>
                  <a:pt x="1178671" y="53385"/>
                </a:lnTo>
                <a:lnTo>
                  <a:pt x="1180766" y="35025"/>
                </a:lnTo>
                <a:lnTo>
                  <a:pt x="1182857" y="38951"/>
                </a:lnTo>
                <a:lnTo>
                  <a:pt x="1184945" y="38246"/>
                </a:lnTo>
                <a:lnTo>
                  <a:pt x="1187031" y="20779"/>
                </a:lnTo>
                <a:lnTo>
                  <a:pt x="1189112" y="30454"/>
                </a:lnTo>
                <a:lnTo>
                  <a:pt x="1191188" y="28009"/>
                </a:lnTo>
                <a:lnTo>
                  <a:pt x="1193264" y="23644"/>
                </a:lnTo>
                <a:lnTo>
                  <a:pt x="1195332" y="45759"/>
                </a:lnTo>
                <a:lnTo>
                  <a:pt x="1197401" y="28823"/>
                </a:lnTo>
                <a:lnTo>
                  <a:pt x="1199465" y="53184"/>
                </a:lnTo>
                <a:lnTo>
                  <a:pt x="1201524" y="53049"/>
                </a:lnTo>
                <a:lnTo>
                  <a:pt x="1203583" y="31075"/>
                </a:lnTo>
                <a:lnTo>
                  <a:pt x="1205637" y="34535"/>
                </a:lnTo>
                <a:lnTo>
                  <a:pt x="1207686" y="31606"/>
                </a:lnTo>
                <a:lnTo>
                  <a:pt x="1209733" y="19289"/>
                </a:lnTo>
                <a:lnTo>
                  <a:pt x="1211777" y="32274"/>
                </a:lnTo>
                <a:lnTo>
                  <a:pt x="1213817" y="63093"/>
                </a:lnTo>
                <a:lnTo>
                  <a:pt x="1215854" y="183392"/>
                </a:lnTo>
                <a:lnTo>
                  <a:pt x="1217888" y="30228"/>
                </a:lnTo>
                <a:lnTo>
                  <a:pt x="1219918" y="0"/>
                </a:lnTo>
                <a:lnTo>
                  <a:pt x="1221945" y="5821"/>
                </a:lnTo>
                <a:lnTo>
                  <a:pt x="1223970" y="89495"/>
                </a:lnTo>
                <a:lnTo>
                  <a:pt x="1225990" y="10972"/>
                </a:lnTo>
                <a:lnTo>
                  <a:pt x="1228008" y="97437"/>
                </a:lnTo>
                <a:lnTo>
                  <a:pt x="1230020" y="62573"/>
                </a:lnTo>
                <a:lnTo>
                  <a:pt x="1232033" y="32634"/>
                </a:lnTo>
                <a:lnTo>
                  <a:pt x="1234041" y="46446"/>
                </a:lnTo>
                <a:lnTo>
                  <a:pt x="1236044" y="47257"/>
                </a:lnTo>
                <a:lnTo>
                  <a:pt x="1236044" y="47257"/>
                </a:lnTo>
              </a:path>
            </a:pathLst>
          </a:custGeom>
          <a:noFill/>
          <a:ln w="38100" cap="sq">
            <a:solidFill>
              <a:srgbClr val="E9C46A"/>
            </a:solidFill>
            <a:prstDash val="solid"/>
            <a:round/>
          </a:ln>
        </p:spPr>
        <p:txBody>
          <a:bodyPr rtlCol="0" anchor="ctr"/>
          <a:lstStyle/>
          <a:p>
            <a:endParaRPr lang="es-ES" dirty="0"/>
          </a:p>
        </p:txBody>
      </p:sp>
      <p:sp>
        <p:nvSpPr>
          <p:cNvPr id="189" name="Forma libre: forma 188">
            <a:extLst>
              <a:ext uri="{FF2B5EF4-FFF2-40B4-BE49-F238E27FC236}">
                <a16:creationId xmlns:a16="http://schemas.microsoft.com/office/drawing/2014/main" id="{CA2F5751-715B-4011-E506-5148DAD71A78}"/>
              </a:ext>
            </a:extLst>
          </p:cNvPr>
          <p:cNvSpPr/>
          <p:nvPr/>
        </p:nvSpPr>
        <p:spPr>
          <a:xfrm>
            <a:off x="4874679" y="6832912"/>
            <a:ext cx="1321853" cy="787787"/>
          </a:xfrm>
          <a:custGeom>
            <a:avLst/>
            <a:gdLst>
              <a:gd name="connsiteX0" fmla="*/ 1321854 w 1321853"/>
              <a:gd name="connsiteY0" fmla="*/ 771325 h 787787"/>
              <a:gd name="connsiteX1" fmla="*/ 1319712 w 1321853"/>
              <a:gd name="connsiteY1" fmla="*/ 771042 h 787787"/>
              <a:gd name="connsiteX2" fmla="*/ 1317564 w 1321853"/>
              <a:gd name="connsiteY2" fmla="*/ 751727 h 787787"/>
              <a:gd name="connsiteX3" fmla="*/ 1315412 w 1321853"/>
              <a:gd name="connsiteY3" fmla="*/ 725048 h 787787"/>
              <a:gd name="connsiteX4" fmla="*/ 1313260 w 1321853"/>
              <a:gd name="connsiteY4" fmla="*/ 679055 h 787787"/>
              <a:gd name="connsiteX5" fmla="*/ 1311102 w 1321853"/>
              <a:gd name="connsiteY5" fmla="*/ 678570 h 787787"/>
              <a:gd name="connsiteX6" fmla="*/ 1308942 w 1321853"/>
              <a:gd name="connsiteY6" fmla="*/ 651136 h 787787"/>
              <a:gd name="connsiteX7" fmla="*/ 1306776 w 1321853"/>
              <a:gd name="connsiteY7" fmla="*/ 665029 h 787787"/>
              <a:gd name="connsiteX8" fmla="*/ 1304608 w 1321853"/>
              <a:gd name="connsiteY8" fmla="*/ 624058 h 787787"/>
              <a:gd name="connsiteX9" fmla="*/ 1302438 w 1321853"/>
              <a:gd name="connsiteY9" fmla="*/ 622143 h 787787"/>
              <a:gd name="connsiteX10" fmla="*/ 1300262 w 1321853"/>
              <a:gd name="connsiteY10" fmla="*/ 616308 h 787787"/>
              <a:gd name="connsiteX11" fmla="*/ 1298084 w 1321853"/>
              <a:gd name="connsiteY11" fmla="*/ 557891 h 787787"/>
              <a:gd name="connsiteX12" fmla="*/ 1295902 w 1321853"/>
              <a:gd name="connsiteY12" fmla="*/ 608654 h 787787"/>
              <a:gd name="connsiteX13" fmla="*/ 1293716 w 1321853"/>
              <a:gd name="connsiteY13" fmla="*/ 644217 h 787787"/>
              <a:gd name="connsiteX14" fmla="*/ 1291527 w 1321853"/>
              <a:gd name="connsiteY14" fmla="*/ 650943 h 787787"/>
              <a:gd name="connsiteX15" fmla="*/ 1289336 w 1321853"/>
              <a:gd name="connsiteY15" fmla="*/ 653322 h 787787"/>
              <a:gd name="connsiteX16" fmla="*/ 1287139 w 1321853"/>
              <a:gd name="connsiteY16" fmla="*/ 550784 h 787787"/>
              <a:gd name="connsiteX17" fmla="*/ 1284940 w 1321853"/>
              <a:gd name="connsiteY17" fmla="*/ 536680 h 787787"/>
              <a:gd name="connsiteX18" fmla="*/ 1282735 w 1321853"/>
              <a:gd name="connsiteY18" fmla="*/ 705090 h 787787"/>
              <a:gd name="connsiteX19" fmla="*/ 1280528 w 1321853"/>
              <a:gd name="connsiteY19" fmla="*/ 715730 h 787787"/>
              <a:gd name="connsiteX20" fmla="*/ 1278318 w 1321853"/>
              <a:gd name="connsiteY20" fmla="*/ 766668 h 787787"/>
              <a:gd name="connsiteX21" fmla="*/ 1276103 w 1321853"/>
              <a:gd name="connsiteY21" fmla="*/ 774986 h 787787"/>
              <a:gd name="connsiteX22" fmla="*/ 1273886 w 1321853"/>
              <a:gd name="connsiteY22" fmla="*/ 766738 h 787787"/>
              <a:gd name="connsiteX23" fmla="*/ 1271663 w 1321853"/>
              <a:gd name="connsiteY23" fmla="*/ 728075 h 787787"/>
              <a:gd name="connsiteX24" fmla="*/ 1269438 w 1321853"/>
              <a:gd name="connsiteY24" fmla="*/ 730662 h 787787"/>
              <a:gd name="connsiteX25" fmla="*/ 1267207 w 1321853"/>
              <a:gd name="connsiteY25" fmla="*/ 714821 h 787787"/>
              <a:gd name="connsiteX26" fmla="*/ 1264974 w 1321853"/>
              <a:gd name="connsiteY26" fmla="*/ 734302 h 787787"/>
              <a:gd name="connsiteX27" fmla="*/ 1262738 w 1321853"/>
              <a:gd name="connsiteY27" fmla="*/ 746767 h 787787"/>
              <a:gd name="connsiteX28" fmla="*/ 1260497 w 1321853"/>
              <a:gd name="connsiteY28" fmla="*/ 763601 h 787787"/>
              <a:gd name="connsiteX29" fmla="*/ 1258254 w 1321853"/>
              <a:gd name="connsiteY29" fmla="*/ 764104 h 787787"/>
              <a:gd name="connsiteX30" fmla="*/ 1256005 w 1321853"/>
              <a:gd name="connsiteY30" fmla="*/ 767936 h 787787"/>
              <a:gd name="connsiteX31" fmla="*/ 1253753 w 1321853"/>
              <a:gd name="connsiteY31" fmla="*/ 775929 h 787787"/>
              <a:gd name="connsiteX32" fmla="*/ 1251497 w 1321853"/>
              <a:gd name="connsiteY32" fmla="*/ 781235 h 787787"/>
              <a:gd name="connsiteX33" fmla="*/ 1246973 w 1321853"/>
              <a:gd name="connsiteY33" fmla="*/ 785628 h 787787"/>
              <a:gd name="connsiteX34" fmla="*/ 1244703 w 1321853"/>
              <a:gd name="connsiteY34" fmla="*/ 783741 h 787787"/>
              <a:gd name="connsiteX35" fmla="*/ 1242434 w 1321853"/>
              <a:gd name="connsiteY35" fmla="*/ 783322 h 787787"/>
              <a:gd name="connsiteX36" fmla="*/ 1240156 w 1321853"/>
              <a:gd name="connsiteY36" fmla="*/ 785039 h 787787"/>
              <a:gd name="connsiteX37" fmla="*/ 1237876 w 1321853"/>
              <a:gd name="connsiteY37" fmla="*/ 786386 h 787787"/>
              <a:gd name="connsiteX38" fmla="*/ 1235594 w 1321853"/>
              <a:gd name="connsiteY38" fmla="*/ 785375 h 787787"/>
              <a:gd name="connsiteX39" fmla="*/ 1233306 w 1321853"/>
              <a:gd name="connsiteY39" fmla="*/ 777685 h 787787"/>
              <a:gd name="connsiteX40" fmla="*/ 1231015 w 1321853"/>
              <a:gd name="connsiteY40" fmla="*/ 787076 h 787787"/>
              <a:gd name="connsiteX41" fmla="*/ 1226419 w 1321853"/>
              <a:gd name="connsiteY41" fmla="*/ 787592 h 787787"/>
              <a:gd name="connsiteX42" fmla="*/ 1224115 w 1321853"/>
              <a:gd name="connsiteY42" fmla="*/ 787548 h 787787"/>
              <a:gd name="connsiteX43" fmla="*/ 1221806 w 1321853"/>
              <a:gd name="connsiteY43" fmla="*/ 786615 h 787787"/>
              <a:gd name="connsiteX44" fmla="*/ 1219495 w 1321853"/>
              <a:gd name="connsiteY44" fmla="*/ 785206 h 787787"/>
              <a:gd name="connsiteX45" fmla="*/ 1217178 w 1321853"/>
              <a:gd name="connsiteY45" fmla="*/ 781102 h 787787"/>
              <a:gd name="connsiteX46" fmla="*/ 1214857 w 1321853"/>
              <a:gd name="connsiteY46" fmla="*/ 771002 h 787787"/>
              <a:gd name="connsiteX47" fmla="*/ 1212535 w 1321853"/>
              <a:gd name="connsiteY47" fmla="*/ 749041 h 787787"/>
              <a:gd name="connsiteX48" fmla="*/ 1210205 w 1321853"/>
              <a:gd name="connsiteY48" fmla="*/ 686584 h 787787"/>
              <a:gd name="connsiteX49" fmla="*/ 1207873 w 1321853"/>
              <a:gd name="connsiteY49" fmla="*/ 675517 h 787787"/>
              <a:gd name="connsiteX50" fmla="*/ 1205536 w 1321853"/>
              <a:gd name="connsiteY50" fmla="*/ 643448 h 787787"/>
              <a:gd name="connsiteX51" fmla="*/ 1203193 w 1321853"/>
              <a:gd name="connsiteY51" fmla="*/ 606346 h 787787"/>
              <a:gd name="connsiteX52" fmla="*/ 1200848 w 1321853"/>
              <a:gd name="connsiteY52" fmla="*/ 544099 h 787787"/>
              <a:gd name="connsiteX53" fmla="*/ 1198497 w 1321853"/>
              <a:gd name="connsiteY53" fmla="*/ 555510 h 787787"/>
              <a:gd name="connsiteX54" fmla="*/ 1196142 w 1321853"/>
              <a:gd name="connsiteY54" fmla="*/ 515821 h 787787"/>
              <a:gd name="connsiteX55" fmla="*/ 1193783 w 1321853"/>
              <a:gd name="connsiteY55" fmla="*/ 527057 h 787787"/>
              <a:gd name="connsiteX56" fmla="*/ 1191420 w 1321853"/>
              <a:gd name="connsiteY56" fmla="*/ 486886 h 787787"/>
              <a:gd name="connsiteX57" fmla="*/ 1189051 w 1321853"/>
              <a:gd name="connsiteY57" fmla="*/ 539121 h 787787"/>
              <a:gd name="connsiteX58" fmla="*/ 1186680 w 1321853"/>
              <a:gd name="connsiteY58" fmla="*/ 529310 h 787787"/>
              <a:gd name="connsiteX59" fmla="*/ 1184303 w 1321853"/>
              <a:gd name="connsiteY59" fmla="*/ 530905 h 787787"/>
              <a:gd name="connsiteX60" fmla="*/ 1181922 w 1321853"/>
              <a:gd name="connsiteY60" fmla="*/ 375884 h 787787"/>
              <a:gd name="connsiteX61" fmla="*/ 1179537 w 1321853"/>
              <a:gd name="connsiteY61" fmla="*/ 563104 h 787787"/>
              <a:gd name="connsiteX62" fmla="*/ 1177148 w 1321853"/>
              <a:gd name="connsiteY62" fmla="*/ 597879 h 787787"/>
              <a:gd name="connsiteX63" fmla="*/ 1174753 w 1321853"/>
              <a:gd name="connsiteY63" fmla="*/ 612239 h 787787"/>
              <a:gd name="connsiteX64" fmla="*/ 1172353 w 1321853"/>
              <a:gd name="connsiteY64" fmla="*/ 561991 h 787787"/>
              <a:gd name="connsiteX65" fmla="*/ 1169951 w 1321853"/>
              <a:gd name="connsiteY65" fmla="*/ 701099 h 787787"/>
              <a:gd name="connsiteX66" fmla="*/ 1167543 w 1321853"/>
              <a:gd name="connsiteY66" fmla="*/ 680594 h 787787"/>
              <a:gd name="connsiteX67" fmla="*/ 1165130 w 1321853"/>
              <a:gd name="connsiteY67" fmla="*/ 651579 h 787787"/>
              <a:gd name="connsiteX68" fmla="*/ 1162712 w 1321853"/>
              <a:gd name="connsiteY68" fmla="*/ 662124 h 787787"/>
              <a:gd name="connsiteX69" fmla="*/ 1160291 w 1321853"/>
              <a:gd name="connsiteY69" fmla="*/ 660084 h 787787"/>
              <a:gd name="connsiteX70" fmla="*/ 1157862 w 1321853"/>
              <a:gd name="connsiteY70" fmla="*/ 695926 h 787787"/>
              <a:gd name="connsiteX71" fmla="*/ 1155431 w 1321853"/>
              <a:gd name="connsiteY71" fmla="*/ 706495 h 787787"/>
              <a:gd name="connsiteX72" fmla="*/ 1152995 w 1321853"/>
              <a:gd name="connsiteY72" fmla="*/ 725449 h 787787"/>
              <a:gd name="connsiteX73" fmla="*/ 1150553 w 1321853"/>
              <a:gd name="connsiteY73" fmla="*/ 724259 h 787787"/>
              <a:gd name="connsiteX74" fmla="*/ 1148109 w 1321853"/>
              <a:gd name="connsiteY74" fmla="*/ 685802 h 787787"/>
              <a:gd name="connsiteX75" fmla="*/ 1145657 w 1321853"/>
              <a:gd name="connsiteY75" fmla="*/ 763476 h 787787"/>
              <a:gd name="connsiteX76" fmla="*/ 1143202 w 1321853"/>
              <a:gd name="connsiteY76" fmla="*/ 768989 h 787787"/>
              <a:gd name="connsiteX77" fmla="*/ 1140740 w 1321853"/>
              <a:gd name="connsiteY77" fmla="*/ 765071 h 787787"/>
              <a:gd name="connsiteX78" fmla="*/ 1138274 w 1321853"/>
              <a:gd name="connsiteY78" fmla="*/ 782817 h 787787"/>
              <a:gd name="connsiteX79" fmla="*/ 1135804 w 1321853"/>
              <a:gd name="connsiteY79" fmla="*/ 780574 h 787787"/>
              <a:gd name="connsiteX80" fmla="*/ 1133331 w 1321853"/>
              <a:gd name="connsiteY80" fmla="*/ 781777 h 787787"/>
              <a:gd name="connsiteX81" fmla="*/ 1130851 w 1321853"/>
              <a:gd name="connsiteY81" fmla="*/ 781407 h 787787"/>
              <a:gd name="connsiteX82" fmla="*/ 1128365 w 1321853"/>
              <a:gd name="connsiteY82" fmla="*/ 779188 h 787787"/>
              <a:gd name="connsiteX83" fmla="*/ 1125873 w 1321853"/>
              <a:gd name="connsiteY83" fmla="*/ 779581 h 787787"/>
              <a:gd name="connsiteX84" fmla="*/ 1123380 w 1321853"/>
              <a:gd name="connsiteY84" fmla="*/ 786857 h 787787"/>
              <a:gd name="connsiteX85" fmla="*/ 1120878 w 1321853"/>
              <a:gd name="connsiteY85" fmla="*/ 787292 h 787787"/>
              <a:gd name="connsiteX86" fmla="*/ 1118374 w 1321853"/>
              <a:gd name="connsiteY86" fmla="*/ 787021 h 787787"/>
              <a:gd name="connsiteX87" fmla="*/ 1115862 w 1321853"/>
              <a:gd name="connsiteY87" fmla="*/ 787123 h 787787"/>
              <a:gd name="connsiteX88" fmla="*/ 1110825 w 1321853"/>
              <a:gd name="connsiteY88" fmla="*/ 785179 h 787787"/>
              <a:gd name="connsiteX89" fmla="*/ 1108300 w 1321853"/>
              <a:gd name="connsiteY89" fmla="*/ 784734 h 787787"/>
              <a:gd name="connsiteX90" fmla="*/ 1105767 w 1321853"/>
              <a:gd name="connsiteY90" fmla="*/ 782757 h 787787"/>
              <a:gd name="connsiteX91" fmla="*/ 1103232 w 1321853"/>
              <a:gd name="connsiteY91" fmla="*/ 776854 h 787787"/>
              <a:gd name="connsiteX92" fmla="*/ 1100688 w 1321853"/>
              <a:gd name="connsiteY92" fmla="*/ 776499 h 787787"/>
              <a:gd name="connsiteX93" fmla="*/ 1098140 w 1321853"/>
              <a:gd name="connsiteY93" fmla="*/ 775215 h 787787"/>
              <a:gd name="connsiteX94" fmla="*/ 1095589 w 1321853"/>
              <a:gd name="connsiteY94" fmla="*/ 763963 h 787787"/>
              <a:gd name="connsiteX95" fmla="*/ 1093030 w 1321853"/>
              <a:gd name="connsiteY95" fmla="*/ 774582 h 787787"/>
              <a:gd name="connsiteX96" fmla="*/ 1090466 w 1321853"/>
              <a:gd name="connsiteY96" fmla="*/ 783661 h 787787"/>
              <a:gd name="connsiteX97" fmla="*/ 1087896 w 1321853"/>
              <a:gd name="connsiteY97" fmla="*/ 761481 h 787787"/>
              <a:gd name="connsiteX98" fmla="*/ 1085322 w 1321853"/>
              <a:gd name="connsiteY98" fmla="*/ 771609 h 787787"/>
              <a:gd name="connsiteX99" fmla="*/ 1082742 w 1321853"/>
              <a:gd name="connsiteY99" fmla="*/ 753561 h 787787"/>
              <a:gd name="connsiteX100" fmla="*/ 1080155 w 1321853"/>
              <a:gd name="connsiteY100" fmla="*/ 777528 h 787787"/>
              <a:gd name="connsiteX101" fmla="*/ 1077564 w 1321853"/>
              <a:gd name="connsiteY101" fmla="*/ 783557 h 787787"/>
              <a:gd name="connsiteX102" fmla="*/ 1074966 w 1321853"/>
              <a:gd name="connsiteY102" fmla="*/ 785417 h 787787"/>
              <a:gd name="connsiteX103" fmla="*/ 1072363 w 1321853"/>
              <a:gd name="connsiteY103" fmla="*/ 780662 h 787787"/>
              <a:gd name="connsiteX104" fmla="*/ 1069755 w 1321853"/>
              <a:gd name="connsiteY104" fmla="*/ 759647 h 787787"/>
              <a:gd name="connsiteX105" fmla="*/ 1064522 w 1321853"/>
              <a:gd name="connsiteY105" fmla="*/ 653590 h 787787"/>
              <a:gd name="connsiteX106" fmla="*/ 1061896 w 1321853"/>
              <a:gd name="connsiteY106" fmla="*/ 565222 h 787787"/>
              <a:gd name="connsiteX107" fmla="*/ 1059264 w 1321853"/>
              <a:gd name="connsiteY107" fmla="*/ 511658 h 787787"/>
              <a:gd name="connsiteX108" fmla="*/ 1056627 w 1321853"/>
              <a:gd name="connsiteY108" fmla="*/ 451610 h 787787"/>
              <a:gd name="connsiteX109" fmla="*/ 1053982 w 1321853"/>
              <a:gd name="connsiteY109" fmla="*/ 402144 h 787787"/>
              <a:gd name="connsiteX110" fmla="*/ 1051334 w 1321853"/>
              <a:gd name="connsiteY110" fmla="*/ 307961 h 787787"/>
              <a:gd name="connsiteX111" fmla="*/ 1048679 w 1321853"/>
              <a:gd name="connsiteY111" fmla="*/ 268819 h 787787"/>
              <a:gd name="connsiteX112" fmla="*/ 1046016 w 1321853"/>
              <a:gd name="connsiteY112" fmla="*/ 177796 h 787787"/>
              <a:gd name="connsiteX113" fmla="*/ 1043350 w 1321853"/>
              <a:gd name="connsiteY113" fmla="*/ 170901 h 787787"/>
              <a:gd name="connsiteX114" fmla="*/ 1040677 w 1321853"/>
              <a:gd name="connsiteY114" fmla="*/ 139910 h 787787"/>
              <a:gd name="connsiteX115" fmla="*/ 1035311 w 1321853"/>
              <a:gd name="connsiteY115" fmla="*/ 49648 h 787787"/>
              <a:gd name="connsiteX116" fmla="*/ 1032617 w 1321853"/>
              <a:gd name="connsiteY116" fmla="*/ 50735 h 787787"/>
              <a:gd name="connsiteX117" fmla="*/ 1029920 w 1321853"/>
              <a:gd name="connsiteY117" fmla="*/ 0 h 787787"/>
              <a:gd name="connsiteX118" fmla="*/ 1027215 w 1321853"/>
              <a:gd name="connsiteY118" fmla="*/ 31976 h 787787"/>
              <a:gd name="connsiteX119" fmla="*/ 1024505 w 1321853"/>
              <a:gd name="connsiteY119" fmla="*/ 56868 h 787787"/>
              <a:gd name="connsiteX120" fmla="*/ 1021787 w 1321853"/>
              <a:gd name="connsiteY120" fmla="*/ 28330 h 787787"/>
              <a:gd name="connsiteX121" fmla="*/ 1019064 w 1321853"/>
              <a:gd name="connsiteY121" fmla="*/ 31087 h 787787"/>
              <a:gd name="connsiteX122" fmla="*/ 1016333 w 1321853"/>
              <a:gd name="connsiteY122" fmla="*/ 19150 h 787787"/>
              <a:gd name="connsiteX123" fmla="*/ 1013597 w 1321853"/>
              <a:gd name="connsiteY123" fmla="*/ 47476 h 787787"/>
              <a:gd name="connsiteX124" fmla="*/ 1010853 w 1321853"/>
              <a:gd name="connsiteY124" fmla="*/ 105925 h 787787"/>
              <a:gd name="connsiteX125" fmla="*/ 1008104 w 1321853"/>
              <a:gd name="connsiteY125" fmla="*/ 190394 h 787787"/>
              <a:gd name="connsiteX126" fmla="*/ 1005347 w 1321853"/>
              <a:gd name="connsiteY126" fmla="*/ 313343 h 787787"/>
              <a:gd name="connsiteX127" fmla="*/ 999812 w 1321853"/>
              <a:gd name="connsiteY127" fmla="*/ 625989 h 787787"/>
              <a:gd name="connsiteX128" fmla="*/ 997037 w 1321853"/>
              <a:gd name="connsiteY128" fmla="*/ 662439 h 787787"/>
              <a:gd name="connsiteX129" fmla="*/ 994254 w 1321853"/>
              <a:gd name="connsiteY129" fmla="*/ 722388 h 787787"/>
              <a:gd name="connsiteX130" fmla="*/ 991463 w 1321853"/>
              <a:gd name="connsiteY130" fmla="*/ 770648 h 787787"/>
              <a:gd name="connsiteX131" fmla="*/ 988667 w 1321853"/>
              <a:gd name="connsiteY131" fmla="*/ 761952 h 787787"/>
              <a:gd name="connsiteX132" fmla="*/ 985861 w 1321853"/>
              <a:gd name="connsiteY132" fmla="*/ 766644 h 787787"/>
              <a:gd name="connsiteX133" fmla="*/ 983052 w 1321853"/>
              <a:gd name="connsiteY133" fmla="*/ 784432 h 787787"/>
              <a:gd name="connsiteX134" fmla="*/ 980232 w 1321853"/>
              <a:gd name="connsiteY134" fmla="*/ 776945 h 787787"/>
              <a:gd name="connsiteX135" fmla="*/ 977408 w 1321853"/>
              <a:gd name="connsiteY135" fmla="*/ 764946 h 787787"/>
              <a:gd name="connsiteX136" fmla="*/ 974575 w 1321853"/>
              <a:gd name="connsiteY136" fmla="*/ 775869 h 787787"/>
              <a:gd name="connsiteX137" fmla="*/ 971737 w 1321853"/>
              <a:gd name="connsiteY137" fmla="*/ 780581 h 787787"/>
              <a:gd name="connsiteX138" fmla="*/ 968889 w 1321853"/>
              <a:gd name="connsiteY138" fmla="*/ 786959 h 787787"/>
              <a:gd name="connsiteX139" fmla="*/ 966036 w 1321853"/>
              <a:gd name="connsiteY139" fmla="*/ 787675 h 787787"/>
              <a:gd name="connsiteX140" fmla="*/ 960306 w 1321853"/>
              <a:gd name="connsiteY140" fmla="*/ 787696 h 787787"/>
              <a:gd name="connsiteX141" fmla="*/ 945849 w 1321853"/>
              <a:gd name="connsiteY141" fmla="*/ 787787 h 787787"/>
              <a:gd name="connsiteX142" fmla="*/ 719297 w 1321853"/>
              <a:gd name="connsiteY142" fmla="*/ 787587 h 787787"/>
              <a:gd name="connsiteX143" fmla="*/ 715657 w 1321853"/>
              <a:gd name="connsiteY143" fmla="*/ 786511 h 787787"/>
              <a:gd name="connsiteX144" fmla="*/ 712001 w 1321853"/>
              <a:gd name="connsiteY144" fmla="*/ 782374 h 787787"/>
              <a:gd name="connsiteX145" fmla="*/ 708329 w 1321853"/>
              <a:gd name="connsiteY145" fmla="*/ 764419 h 787787"/>
              <a:gd name="connsiteX146" fmla="*/ 704645 w 1321853"/>
              <a:gd name="connsiteY146" fmla="*/ 782481 h 787787"/>
              <a:gd name="connsiteX147" fmla="*/ 700947 w 1321853"/>
              <a:gd name="connsiteY147" fmla="*/ 769338 h 787787"/>
              <a:gd name="connsiteX148" fmla="*/ 697231 w 1321853"/>
              <a:gd name="connsiteY148" fmla="*/ 757977 h 787787"/>
              <a:gd name="connsiteX149" fmla="*/ 693502 w 1321853"/>
              <a:gd name="connsiteY149" fmla="*/ 774707 h 787787"/>
              <a:gd name="connsiteX150" fmla="*/ 689760 w 1321853"/>
              <a:gd name="connsiteY150" fmla="*/ 786508 h 787787"/>
              <a:gd name="connsiteX151" fmla="*/ 686000 w 1321853"/>
              <a:gd name="connsiteY151" fmla="*/ 787735 h 787787"/>
              <a:gd name="connsiteX152" fmla="*/ 682227 w 1321853"/>
              <a:gd name="connsiteY152" fmla="*/ 787584 h 787787"/>
              <a:gd name="connsiteX153" fmla="*/ 678435 w 1321853"/>
              <a:gd name="connsiteY153" fmla="*/ 786690 h 787787"/>
              <a:gd name="connsiteX154" fmla="*/ 674631 w 1321853"/>
              <a:gd name="connsiteY154" fmla="*/ 786102 h 787787"/>
              <a:gd name="connsiteX155" fmla="*/ 670808 w 1321853"/>
              <a:gd name="connsiteY155" fmla="*/ 780918 h 787787"/>
              <a:gd name="connsiteX156" fmla="*/ 666973 w 1321853"/>
              <a:gd name="connsiteY156" fmla="*/ 749062 h 787787"/>
              <a:gd name="connsiteX157" fmla="*/ 663119 w 1321853"/>
              <a:gd name="connsiteY157" fmla="*/ 758052 h 787787"/>
              <a:gd name="connsiteX158" fmla="*/ 659249 w 1321853"/>
              <a:gd name="connsiteY158" fmla="*/ 743417 h 787787"/>
              <a:gd name="connsiteX159" fmla="*/ 655361 w 1321853"/>
              <a:gd name="connsiteY159" fmla="*/ 702115 h 787787"/>
              <a:gd name="connsiteX160" fmla="*/ 651458 w 1321853"/>
              <a:gd name="connsiteY160" fmla="*/ 741570 h 787787"/>
              <a:gd name="connsiteX161" fmla="*/ 647538 w 1321853"/>
              <a:gd name="connsiteY161" fmla="*/ 784890 h 787787"/>
              <a:gd name="connsiteX162" fmla="*/ 643601 w 1321853"/>
              <a:gd name="connsiteY162" fmla="*/ 787266 h 787787"/>
              <a:gd name="connsiteX163" fmla="*/ 639645 w 1321853"/>
              <a:gd name="connsiteY163" fmla="*/ 786534 h 787787"/>
              <a:gd name="connsiteX164" fmla="*/ 635674 w 1321853"/>
              <a:gd name="connsiteY164" fmla="*/ 787297 h 787787"/>
              <a:gd name="connsiteX165" fmla="*/ 631682 w 1321853"/>
              <a:gd name="connsiteY165" fmla="*/ 785265 h 787787"/>
              <a:gd name="connsiteX166" fmla="*/ 627677 w 1321853"/>
              <a:gd name="connsiteY166" fmla="*/ 768233 h 787787"/>
              <a:gd name="connsiteX167" fmla="*/ 623651 w 1321853"/>
              <a:gd name="connsiteY167" fmla="*/ 763950 h 787787"/>
              <a:gd name="connsiteX168" fmla="*/ 619607 w 1321853"/>
              <a:gd name="connsiteY168" fmla="*/ 743706 h 787787"/>
              <a:gd name="connsiteX169" fmla="*/ 615542 w 1321853"/>
              <a:gd name="connsiteY169" fmla="*/ 680329 h 787787"/>
              <a:gd name="connsiteX170" fmla="*/ 611461 w 1321853"/>
              <a:gd name="connsiteY170" fmla="*/ 589931 h 787787"/>
              <a:gd name="connsiteX171" fmla="*/ 607362 w 1321853"/>
              <a:gd name="connsiteY171" fmla="*/ 460660 h 787787"/>
              <a:gd name="connsiteX172" fmla="*/ 603242 w 1321853"/>
              <a:gd name="connsiteY172" fmla="*/ 377948 h 787787"/>
              <a:gd name="connsiteX173" fmla="*/ 599102 w 1321853"/>
              <a:gd name="connsiteY173" fmla="*/ 276012 h 787787"/>
              <a:gd name="connsiteX174" fmla="*/ 594945 w 1321853"/>
              <a:gd name="connsiteY174" fmla="*/ 283606 h 787787"/>
              <a:gd name="connsiteX175" fmla="*/ 590766 w 1321853"/>
              <a:gd name="connsiteY175" fmla="*/ 283361 h 787787"/>
              <a:gd name="connsiteX176" fmla="*/ 586568 w 1321853"/>
              <a:gd name="connsiteY176" fmla="*/ 539699 h 787787"/>
              <a:gd name="connsiteX177" fmla="*/ 582349 w 1321853"/>
              <a:gd name="connsiteY177" fmla="*/ 496309 h 787787"/>
              <a:gd name="connsiteX178" fmla="*/ 578109 w 1321853"/>
              <a:gd name="connsiteY178" fmla="*/ 302636 h 787787"/>
              <a:gd name="connsiteX179" fmla="*/ 573851 w 1321853"/>
              <a:gd name="connsiteY179" fmla="*/ 249586 h 787787"/>
              <a:gd name="connsiteX180" fmla="*/ 569570 w 1321853"/>
              <a:gd name="connsiteY180" fmla="*/ 250823 h 787787"/>
              <a:gd name="connsiteX181" fmla="*/ 560945 w 1321853"/>
              <a:gd name="connsiteY181" fmla="*/ 775999 h 787787"/>
              <a:gd name="connsiteX182" fmla="*/ 556598 w 1321853"/>
              <a:gd name="connsiteY182" fmla="*/ 783137 h 787787"/>
              <a:gd name="connsiteX183" fmla="*/ 552231 w 1321853"/>
              <a:gd name="connsiteY183" fmla="*/ 778906 h 787787"/>
              <a:gd name="connsiteX184" fmla="*/ 547840 w 1321853"/>
              <a:gd name="connsiteY184" fmla="*/ 784625 h 787787"/>
              <a:gd name="connsiteX185" fmla="*/ 543429 w 1321853"/>
              <a:gd name="connsiteY185" fmla="*/ 787686 h 787787"/>
              <a:gd name="connsiteX186" fmla="*/ 530056 w 1321853"/>
              <a:gd name="connsiteY186" fmla="*/ 787753 h 787787"/>
              <a:gd name="connsiteX187" fmla="*/ 525550 w 1321853"/>
              <a:gd name="connsiteY187" fmla="*/ 787501 h 787787"/>
              <a:gd name="connsiteX188" fmla="*/ 521021 w 1321853"/>
              <a:gd name="connsiteY188" fmla="*/ 786928 h 787787"/>
              <a:gd name="connsiteX189" fmla="*/ 516469 w 1321853"/>
              <a:gd name="connsiteY189" fmla="*/ 784942 h 787787"/>
              <a:gd name="connsiteX190" fmla="*/ 511891 w 1321853"/>
              <a:gd name="connsiteY190" fmla="*/ 785036 h 787787"/>
              <a:gd name="connsiteX191" fmla="*/ 507289 w 1321853"/>
              <a:gd name="connsiteY191" fmla="*/ 787774 h 787787"/>
              <a:gd name="connsiteX192" fmla="*/ 454964 w 1321853"/>
              <a:gd name="connsiteY192" fmla="*/ 787613 h 787787"/>
              <a:gd name="connsiteX193" fmla="*/ 445098 w 1321853"/>
              <a:gd name="connsiteY193" fmla="*/ 787378 h 787787"/>
              <a:gd name="connsiteX194" fmla="*/ 440121 w 1321853"/>
              <a:gd name="connsiteY194" fmla="*/ 787777 h 787787"/>
              <a:gd name="connsiteX195" fmla="*/ 435118 w 1321853"/>
              <a:gd name="connsiteY195" fmla="*/ 787759 h 787787"/>
              <a:gd name="connsiteX196" fmla="*/ 430086 w 1321853"/>
              <a:gd name="connsiteY196" fmla="*/ 786737 h 787787"/>
              <a:gd name="connsiteX197" fmla="*/ 425026 w 1321853"/>
              <a:gd name="connsiteY197" fmla="*/ 785010 h 787787"/>
              <a:gd name="connsiteX198" fmla="*/ 419934 w 1321853"/>
              <a:gd name="connsiteY198" fmla="*/ 785661 h 787787"/>
              <a:gd name="connsiteX199" fmla="*/ 414814 w 1321853"/>
              <a:gd name="connsiteY199" fmla="*/ 787725 h 787787"/>
              <a:gd name="connsiteX200" fmla="*/ 409665 w 1321853"/>
              <a:gd name="connsiteY200" fmla="*/ 787152 h 787787"/>
              <a:gd name="connsiteX201" fmla="*/ 404487 w 1321853"/>
              <a:gd name="connsiteY201" fmla="*/ 776796 h 787787"/>
              <a:gd name="connsiteX202" fmla="*/ 399278 w 1321853"/>
              <a:gd name="connsiteY202" fmla="*/ 688999 h 787787"/>
              <a:gd name="connsiteX203" fmla="*/ 394040 w 1321853"/>
              <a:gd name="connsiteY203" fmla="*/ 558091 h 787787"/>
              <a:gd name="connsiteX204" fmla="*/ 388774 w 1321853"/>
              <a:gd name="connsiteY204" fmla="*/ 591914 h 787787"/>
              <a:gd name="connsiteX205" fmla="*/ 383476 w 1321853"/>
              <a:gd name="connsiteY205" fmla="*/ 710454 h 787787"/>
              <a:gd name="connsiteX206" fmla="*/ 378150 w 1321853"/>
              <a:gd name="connsiteY206" fmla="*/ 443545 h 787787"/>
              <a:gd name="connsiteX207" fmla="*/ 372793 w 1321853"/>
              <a:gd name="connsiteY207" fmla="*/ 615203 h 787787"/>
              <a:gd name="connsiteX208" fmla="*/ 367406 w 1321853"/>
              <a:gd name="connsiteY208" fmla="*/ 672183 h 787787"/>
              <a:gd name="connsiteX209" fmla="*/ 361991 w 1321853"/>
              <a:gd name="connsiteY209" fmla="*/ 499555 h 787787"/>
              <a:gd name="connsiteX210" fmla="*/ 356548 w 1321853"/>
              <a:gd name="connsiteY210" fmla="*/ 730295 h 787787"/>
              <a:gd name="connsiteX211" fmla="*/ 351073 w 1321853"/>
              <a:gd name="connsiteY211" fmla="*/ 787422 h 787787"/>
              <a:gd name="connsiteX212" fmla="*/ 345572 w 1321853"/>
              <a:gd name="connsiteY212" fmla="*/ 783343 h 787787"/>
              <a:gd name="connsiteX213" fmla="*/ 340043 w 1321853"/>
              <a:gd name="connsiteY213" fmla="*/ 735758 h 787787"/>
              <a:gd name="connsiteX214" fmla="*/ 334485 w 1321853"/>
              <a:gd name="connsiteY214" fmla="*/ 787428 h 787787"/>
              <a:gd name="connsiteX215" fmla="*/ 328903 w 1321853"/>
              <a:gd name="connsiteY215" fmla="*/ 787772 h 787787"/>
              <a:gd name="connsiteX216" fmla="*/ 283361 w 1321853"/>
              <a:gd name="connsiteY216" fmla="*/ 787738 h 787787"/>
              <a:gd name="connsiteX217" fmla="*/ 277579 w 1321853"/>
              <a:gd name="connsiteY217" fmla="*/ 784700 h 787787"/>
              <a:gd name="connsiteX218" fmla="*/ 271781 w 1321853"/>
              <a:gd name="connsiteY218" fmla="*/ 751404 h 787787"/>
              <a:gd name="connsiteX219" fmla="*/ 265973 w 1321853"/>
              <a:gd name="connsiteY219" fmla="*/ 774454 h 787787"/>
              <a:gd name="connsiteX220" fmla="*/ 260151 w 1321853"/>
              <a:gd name="connsiteY220" fmla="*/ 688887 h 787787"/>
              <a:gd name="connsiteX221" fmla="*/ 254322 w 1321853"/>
              <a:gd name="connsiteY221" fmla="*/ 721951 h 787787"/>
              <a:gd name="connsiteX222" fmla="*/ 248488 w 1321853"/>
              <a:gd name="connsiteY222" fmla="*/ 747814 h 787787"/>
              <a:gd name="connsiteX223" fmla="*/ 242651 w 1321853"/>
              <a:gd name="connsiteY223" fmla="*/ 753861 h 787787"/>
              <a:gd name="connsiteX224" fmla="*/ 236814 w 1321853"/>
              <a:gd name="connsiteY224" fmla="*/ 778427 h 787787"/>
              <a:gd name="connsiteX225" fmla="*/ 230979 w 1321853"/>
              <a:gd name="connsiteY225" fmla="*/ 781584 h 787787"/>
              <a:gd name="connsiteX226" fmla="*/ 225153 w 1321853"/>
              <a:gd name="connsiteY226" fmla="*/ 787670 h 787787"/>
              <a:gd name="connsiteX227" fmla="*/ 219337 w 1321853"/>
              <a:gd name="connsiteY227" fmla="*/ 787485 h 787787"/>
              <a:gd name="connsiteX228" fmla="*/ 213536 w 1321853"/>
              <a:gd name="connsiteY228" fmla="*/ 664946 h 787787"/>
              <a:gd name="connsiteX229" fmla="*/ 207751 w 1321853"/>
              <a:gd name="connsiteY229" fmla="*/ 770786 h 787787"/>
              <a:gd name="connsiteX230" fmla="*/ 201990 w 1321853"/>
              <a:gd name="connsiteY230" fmla="*/ 787735 h 787787"/>
              <a:gd name="connsiteX231" fmla="*/ 196257 w 1321853"/>
              <a:gd name="connsiteY231" fmla="*/ 787297 h 787787"/>
              <a:gd name="connsiteX232" fmla="*/ 190553 w 1321853"/>
              <a:gd name="connsiteY232" fmla="*/ 787355 h 787787"/>
              <a:gd name="connsiteX233" fmla="*/ 184885 w 1321853"/>
              <a:gd name="connsiteY233" fmla="*/ 780443 h 787787"/>
              <a:gd name="connsiteX234" fmla="*/ 179257 w 1321853"/>
              <a:gd name="connsiteY234" fmla="*/ 775950 h 787787"/>
              <a:gd name="connsiteX235" fmla="*/ 173672 w 1321853"/>
              <a:gd name="connsiteY235" fmla="*/ 785008 h 787787"/>
              <a:gd name="connsiteX236" fmla="*/ 168140 w 1321853"/>
              <a:gd name="connsiteY236" fmla="*/ 784223 h 787787"/>
              <a:gd name="connsiteX237" fmla="*/ 162660 w 1321853"/>
              <a:gd name="connsiteY237" fmla="*/ 787219 h 787787"/>
              <a:gd name="connsiteX238" fmla="*/ 157240 w 1321853"/>
              <a:gd name="connsiteY238" fmla="*/ 787592 h 787787"/>
              <a:gd name="connsiteX239" fmla="*/ 151883 w 1321853"/>
              <a:gd name="connsiteY239" fmla="*/ 765672 h 787787"/>
              <a:gd name="connsiteX240" fmla="*/ 146590 w 1321853"/>
              <a:gd name="connsiteY240" fmla="*/ 756278 h 787787"/>
              <a:gd name="connsiteX241" fmla="*/ 141371 w 1321853"/>
              <a:gd name="connsiteY241" fmla="*/ 787688 h 787787"/>
              <a:gd name="connsiteX242" fmla="*/ 111751 w 1321853"/>
              <a:gd name="connsiteY242" fmla="*/ 787623 h 787787"/>
              <a:gd name="connsiteX243" fmla="*/ 107123 w 1321853"/>
              <a:gd name="connsiteY243" fmla="*/ 787154 h 787787"/>
              <a:gd name="connsiteX244" fmla="*/ 102590 w 1321853"/>
              <a:gd name="connsiteY244" fmla="*/ 784453 h 787787"/>
              <a:gd name="connsiteX245" fmla="*/ 98154 w 1321853"/>
              <a:gd name="connsiteY245" fmla="*/ 786352 h 787787"/>
              <a:gd name="connsiteX246" fmla="*/ 93814 w 1321853"/>
              <a:gd name="connsiteY246" fmla="*/ 787605 h 787787"/>
              <a:gd name="connsiteX247" fmla="*/ 52408 w 1321853"/>
              <a:gd name="connsiteY247" fmla="*/ 787449 h 787787"/>
              <a:gd name="connsiteX248" fmla="*/ 49195 w 1321853"/>
              <a:gd name="connsiteY248" fmla="*/ 786677 h 787787"/>
              <a:gd name="connsiteX249" fmla="*/ 46067 w 1321853"/>
              <a:gd name="connsiteY249" fmla="*/ 787415 h 787787"/>
              <a:gd name="connsiteX250" fmla="*/ 0 w 1321853"/>
              <a:gd name="connsiteY250" fmla="*/ 786928 h 787787"/>
              <a:gd name="connsiteX251" fmla="*/ 0 w 1321853"/>
              <a:gd name="connsiteY251" fmla="*/ 786928 h 787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321853" h="787787">
                <a:moveTo>
                  <a:pt x="1321854" y="771325"/>
                </a:moveTo>
                <a:lnTo>
                  <a:pt x="1319712" y="771042"/>
                </a:lnTo>
                <a:lnTo>
                  <a:pt x="1317564" y="751727"/>
                </a:lnTo>
                <a:lnTo>
                  <a:pt x="1315412" y="725048"/>
                </a:lnTo>
                <a:lnTo>
                  <a:pt x="1313260" y="679055"/>
                </a:lnTo>
                <a:lnTo>
                  <a:pt x="1311102" y="678570"/>
                </a:lnTo>
                <a:lnTo>
                  <a:pt x="1308942" y="651136"/>
                </a:lnTo>
                <a:lnTo>
                  <a:pt x="1306776" y="665029"/>
                </a:lnTo>
                <a:lnTo>
                  <a:pt x="1304608" y="624058"/>
                </a:lnTo>
                <a:lnTo>
                  <a:pt x="1302438" y="622143"/>
                </a:lnTo>
                <a:lnTo>
                  <a:pt x="1300262" y="616308"/>
                </a:lnTo>
                <a:lnTo>
                  <a:pt x="1298084" y="557891"/>
                </a:lnTo>
                <a:lnTo>
                  <a:pt x="1295902" y="608654"/>
                </a:lnTo>
                <a:lnTo>
                  <a:pt x="1293716" y="644217"/>
                </a:lnTo>
                <a:lnTo>
                  <a:pt x="1291527" y="650943"/>
                </a:lnTo>
                <a:lnTo>
                  <a:pt x="1289336" y="653322"/>
                </a:lnTo>
                <a:lnTo>
                  <a:pt x="1287139" y="550784"/>
                </a:lnTo>
                <a:lnTo>
                  <a:pt x="1284940" y="536680"/>
                </a:lnTo>
                <a:lnTo>
                  <a:pt x="1282735" y="705090"/>
                </a:lnTo>
                <a:lnTo>
                  <a:pt x="1280528" y="715730"/>
                </a:lnTo>
                <a:lnTo>
                  <a:pt x="1278318" y="766668"/>
                </a:lnTo>
                <a:lnTo>
                  <a:pt x="1276103" y="774986"/>
                </a:lnTo>
                <a:lnTo>
                  <a:pt x="1273886" y="766738"/>
                </a:lnTo>
                <a:lnTo>
                  <a:pt x="1271663" y="728075"/>
                </a:lnTo>
                <a:lnTo>
                  <a:pt x="1269438" y="730662"/>
                </a:lnTo>
                <a:lnTo>
                  <a:pt x="1267207" y="714821"/>
                </a:lnTo>
                <a:lnTo>
                  <a:pt x="1264974" y="734302"/>
                </a:lnTo>
                <a:lnTo>
                  <a:pt x="1262738" y="746767"/>
                </a:lnTo>
                <a:lnTo>
                  <a:pt x="1260497" y="763601"/>
                </a:lnTo>
                <a:lnTo>
                  <a:pt x="1258254" y="764104"/>
                </a:lnTo>
                <a:lnTo>
                  <a:pt x="1256005" y="767936"/>
                </a:lnTo>
                <a:lnTo>
                  <a:pt x="1253753" y="775929"/>
                </a:lnTo>
                <a:lnTo>
                  <a:pt x="1251497" y="781235"/>
                </a:lnTo>
                <a:lnTo>
                  <a:pt x="1246973" y="785628"/>
                </a:lnTo>
                <a:lnTo>
                  <a:pt x="1244703" y="783741"/>
                </a:lnTo>
                <a:lnTo>
                  <a:pt x="1242434" y="783322"/>
                </a:lnTo>
                <a:lnTo>
                  <a:pt x="1240156" y="785039"/>
                </a:lnTo>
                <a:lnTo>
                  <a:pt x="1237876" y="786386"/>
                </a:lnTo>
                <a:lnTo>
                  <a:pt x="1235594" y="785375"/>
                </a:lnTo>
                <a:lnTo>
                  <a:pt x="1233306" y="777685"/>
                </a:lnTo>
                <a:lnTo>
                  <a:pt x="1231015" y="787076"/>
                </a:lnTo>
                <a:lnTo>
                  <a:pt x="1226419" y="787592"/>
                </a:lnTo>
                <a:lnTo>
                  <a:pt x="1224115" y="787548"/>
                </a:lnTo>
                <a:lnTo>
                  <a:pt x="1221806" y="786615"/>
                </a:lnTo>
                <a:lnTo>
                  <a:pt x="1219495" y="785206"/>
                </a:lnTo>
                <a:lnTo>
                  <a:pt x="1217178" y="781102"/>
                </a:lnTo>
                <a:lnTo>
                  <a:pt x="1214857" y="771002"/>
                </a:lnTo>
                <a:lnTo>
                  <a:pt x="1212535" y="749041"/>
                </a:lnTo>
                <a:lnTo>
                  <a:pt x="1210205" y="686584"/>
                </a:lnTo>
                <a:lnTo>
                  <a:pt x="1207873" y="675517"/>
                </a:lnTo>
                <a:lnTo>
                  <a:pt x="1205536" y="643448"/>
                </a:lnTo>
                <a:lnTo>
                  <a:pt x="1203193" y="606346"/>
                </a:lnTo>
                <a:lnTo>
                  <a:pt x="1200848" y="544099"/>
                </a:lnTo>
                <a:lnTo>
                  <a:pt x="1198497" y="555510"/>
                </a:lnTo>
                <a:lnTo>
                  <a:pt x="1196142" y="515821"/>
                </a:lnTo>
                <a:lnTo>
                  <a:pt x="1193783" y="527057"/>
                </a:lnTo>
                <a:lnTo>
                  <a:pt x="1191420" y="486886"/>
                </a:lnTo>
                <a:lnTo>
                  <a:pt x="1189051" y="539121"/>
                </a:lnTo>
                <a:lnTo>
                  <a:pt x="1186680" y="529310"/>
                </a:lnTo>
                <a:lnTo>
                  <a:pt x="1184303" y="530905"/>
                </a:lnTo>
                <a:lnTo>
                  <a:pt x="1181922" y="375884"/>
                </a:lnTo>
                <a:lnTo>
                  <a:pt x="1179537" y="563104"/>
                </a:lnTo>
                <a:lnTo>
                  <a:pt x="1177148" y="597879"/>
                </a:lnTo>
                <a:lnTo>
                  <a:pt x="1174753" y="612239"/>
                </a:lnTo>
                <a:lnTo>
                  <a:pt x="1172353" y="561991"/>
                </a:lnTo>
                <a:lnTo>
                  <a:pt x="1169951" y="701099"/>
                </a:lnTo>
                <a:lnTo>
                  <a:pt x="1167543" y="680594"/>
                </a:lnTo>
                <a:lnTo>
                  <a:pt x="1165130" y="651579"/>
                </a:lnTo>
                <a:lnTo>
                  <a:pt x="1162712" y="662124"/>
                </a:lnTo>
                <a:lnTo>
                  <a:pt x="1160291" y="660084"/>
                </a:lnTo>
                <a:lnTo>
                  <a:pt x="1157862" y="695926"/>
                </a:lnTo>
                <a:lnTo>
                  <a:pt x="1155431" y="706495"/>
                </a:lnTo>
                <a:lnTo>
                  <a:pt x="1152995" y="725449"/>
                </a:lnTo>
                <a:lnTo>
                  <a:pt x="1150553" y="724259"/>
                </a:lnTo>
                <a:lnTo>
                  <a:pt x="1148109" y="685802"/>
                </a:lnTo>
                <a:lnTo>
                  <a:pt x="1145657" y="763476"/>
                </a:lnTo>
                <a:lnTo>
                  <a:pt x="1143202" y="768989"/>
                </a:lnTo>
                <a:lnTo>
                  <a:pt x="1140740" y="765071"/>
                </a:lnTo>
                <a:lnTo>
                  <a:pt x="1138274" y="782817"/>
                </a:lnTo>
                <a:lnTo>
                  <a:pt x="1135804" y="780574"/>
                </a:lnTo>
                <a:lnTo>
                  <a:pt x="1133331" y="781777"/>
                </a:lnTo>
                <a:lnTo>
                  <a:pt x="1130851" y="781407"/>
                </a:lnTo>
                <a:lnTo>
                  <a:pt x="1128365" y="779188"/>
                </a:lnTo>
                <a:lnTo>
                  <a:pt x="1125873" y="779581"/>
                </a:lnTo>
                <a:lnTo>
                  <a:pt x="1123380" y="786857"/>
                </a:lnTo>
                <a:lnTo>
                  <a:pt x="1120878" y="787292"/>
                </a:lnTo>
                <a:lnTo>
                  <a:pt x="1118374" y="787021"/>
                </a:lnTo>
                <a:lnTo>
                  <a:pt x="1115862" y="787123"/>
                </a:lnTo>
                <a:lnTo>
                  <a:pt x="1110825" y="785179"/>
                </a:lnTo>
                <a:lnTo>
                  <a:pt x="1108300" y="784734"/>
                </a:lnTo>
                <a:lnTo>
                  <a:pt x="1105767" y="782757"/>
                </a:lnTo>
                <a:lnTo>
                  <a:pt x="1103232" y="776854"/>
                </a:lnTo>
                <a:lnTo>
                  <a:pt x="1100688" y="776499"/>
                </a:lnTo>
                <a:lnTo>
                  <a:pt x="1098140" y="775215"/>
                </a:lnTo>
                <a:lnTo>
                  <a:pt x="1095589" y="763963"/>
                </a:lnTo>
                <a:lnTo>
                  <a:pt x="1093030" y="774582"/>
                </a:lnTo>
                <a:lnTo>
                  <a:pt x="1090466" y="783661"/>
                </a:lnTo>
                <a:lnTo>
                  <a:pt x="1087896" y="761481"/>
                </a:lnTo>
                <a:lnTo>
                  <a:pt x="1085322" y="771609"/>
                </a:lnTo>
                <a:lnTo>
                  <a:pt x="1082742" y="753561"/>
                </a:lnTo>
                <a:lnTo>
                  <a:pt x="1080155" y="777528"/>
                </a:lnTo>
                <a:lnTo>
                  <a:pt x="1077564" y="783557"/>
                </a:lnTo>
                <a:lnTo>
                  <a:pt x="1074966" y="785417"/>
                </a:lnTo>
                <a:lnTo>
                  <a:pt x="1072363" y="780662"/>
                </a:lnTo>
                <a:lnTo>
                  <a:pt x="1069755" y="759647"/>
                </a:lnTo>
                <a:lnTo>
                  <a:pt x="1064522" y="653590"/>
                </a:lnTo>
                <a:lnTo>
                  <a:pt x="1061896" y="565222"/>
                </a:lnTo>
                <a:lnTo>
                  <a:pt x="1059264" y="511658"/>
                </a:lnTo>
                <a:lnTo>
                  <a:pt x="1056627" y="451610"/>
                </a:lnTo>
                <a:lnTo>
                  <a:pt x="1053982" y="402144"/>
                </a:lnTo>
                <a:lnTo>
                  <a:pt x="1051334" y="307961"/>
                </a:lnTo>
                <a:lnTo>
                  <a:pt x="1048679" y="268819"/>
                </a:lnTo>
                <a:lnTo>
                  <a:pt x="1046016" y="177796"/>
                </a:lnTo>
                <a:lnTo>
                  <a:pt x="1043350" y="170901"/>
                </a:lnTo>
                <a:lnTo>
                  <a:pt x="1040677" y="139910"/>
                </a:lnTo>
                <a:lnTo>
                  <a:pt x="1035311" y="49648"/>
                </a:lnTo>
                <a:lnTo>
                  <a:pt x="1032617" y="50735"/>
                </a:lnTo>
                <a:lnTo>
                  <a:pt x="1029920" y="0"/>
                </a:lnTo>
                <a:lnTo>
                  <a:pt x="1027215" y="31976"/>
                </a:lnTo>
                <a:lnTo>
                  <a:pt x="1024505" y="56868"/>
                </a:lnTo>
                <a:lnTo>
                  <a:pt x="1021787" y="28330"/>
                </a:lnTo>
                <a:lnTo>
                  <a:pt x="1019064" y="31087"/>
                </a:lnTo>
                <a:lnTo>
                  <a:pt x="1016333" y="19150"/>
                </a:lnTo>
                <a:lnTo>
                  <a:pt x="1013597" y="47476"/>
                </a:lnTo>
                <a:lnTo>
                  <a:pt x="1010853" y="105925"/>
                </a:lnTo>
                <a:lnTo>
                  <a:pt x="1008104" y="190394"/>
                </a:lnTo>
                <a:lnTo>
                  <a:pt x="1005347" y="313343"/>
                </a:lnTo>
                <a:lnTo>
                  <a:pt x="999812" y="625989"/>
                </a:lnTo>
                <a:lnTo>
                  <a:pt x="997037" y="662439"/>
                </a:lnTo>
                <a:lnTo>
                  <a:pt x="994254" y="722388"/>
                </a:lnTo>
                <a:lnTo>
                  <a:pt x="991463" y="770648"/>
                </a:lnTo>
                <a:lnTo>
                  <a:pt x="988667" y="761952"/>
                </a:lnTo>
                <a:lnTo>
                  <a:pt x="985861" y="766644"/>
                </a:lnTo>
                <a:lnTo>
                  <a:pt x="983052" y="784432"/>
                </a:lnTo>
                <a:lnTo>
                  <a:pt x="980232" y="776945"/>
                </a:lnTo>
                <a:lnTo>
                  <a:pt x="977408" y="764946"/>
                </a:lnTo>
                <a:lnTo>
                  <a:pt x="974575" y="775869"/>
                </a:lnTo>
                <a:lnTo>
                  <a:pt x="971737" y="780581"/>
                </a:lnTo>
                <a:lnTo>
                  <a:pt x="968889" y="786959"/>
                </a:lnTo>
                <a:lnTo>
                  <a:pt x="966036" y="787675"/>
                </a:lnTo>
                <a:lnTo>
                  <a:pt x="960306" y="787696"/>
                </a:lnTo>
                <a:lnTo>
                  <a:pt x="945849" y="787787"/>
                </a:lnTo>
                <a:lnTo>
                  <a:pt x="719297" y="787587"/>
                </a:lnTo>
                <a:lnTo>
                  <a:pt x="715657" y="786511"/>
                </a:lnTo>
                <a:lnTo>
                  <a:pt x="712001" y="782374"/>
                </a:lnTo>
                <a:lnTo>
                  <a:pt x="708329" y="764419"/>
                </a:lnTo>
                <a:lnTo>
                  <a:pt x="704645" y="782481"/>
                </a:lnTo>
                <a:lnTo>
                  <a:pt x="700947" y="769338"/>
                </a:lnTo>
                <a:lnTo>
                  <a:pt x="697231" y="757977"/>
                </a:lnTo>
                <a:lnTo>
                  <a:pt x="693502" y="774707"/>
                </a:lnTo>
                <a:lnTo>
                  <a:pt x="689760" y="786508"/>
                </a:lnTo>
                <a:lnTo>
                  <a:pt x="686000" y="787735"/>
                </a:lnTo>
                <a:lnTo>
                  <a:pt x="682227" y="787584"/>
                </a:lnTo>
                <a:lnTo>
                  <a:pt x="678435" y="786690"/>
                </a:lnTo>
                <a:lnTo>
                  <a:pt x="674631" y="786102"/>
                </a:lnTo>
                <a:lnTo>
                  <a:pt x="670808" y="780918"/>
                </a:lnTo>
                <a:lnTo>
                  <a:pt x="666973" y="749062"/>
                </a:lnTo>
                <a:lnTo>
                  <a:pt x="663119" y="758052"/>
                </a:lnTo>
                <a:lnTo>
                  <a:pt x="659249" y="743417"/>
                </a:lnTo>
                <a:lnTo>
                  <a:pt x="655361" y="702115"/>
                </a:lnTo>
                <a:lnTo>
                  <a:pt x="651458" y="741570"/>
                </a:lnTo>
                <a:lnTo>
                  <a:pt x="647538" y="784890"/>
                </a:lnTo>
                <a:lnTo>
                  <a:pt x="643601" y="787266"/>
                </a:lnTo>
                <a:lnTo>
                  <a:pt x="639645" y="786534"/>
                </a:lnTo>
                <a:lnTo>
                  <a:pt x="635674" y="787297"/>
                </a:lnTo>
                <a:lnTo>
                  <a:pt x="631682" y="785265"/>
                </a:lnTo>
                <a:lnTo>
                  <a:pt x="627677" y="768233"/>
                </a:lnTo>
                <a:lnTo>
                  <a:pt x="623651" y="763950"/>
                </a:lnTo>
                <a:lnTo>
                  <a:pt x="619607" y="743706"/>
                </a:lnTo>
                <a:lnTo>
                  <a:pt x="615542" y="680329"/>
                </a:lnTo>
                <a:lnTo>
                  <a:pt x="611461" y="589931"/>
                </a:lnTo>
                <a:lnTo>
                  <a:pt x="607362" y="460660"/>
                </a:lnTo>
                <a:lnTo>
                  <a:pt x="603242" y="377948"/>
                </a:lnTo>
                <a:lnTo>
                  <a:pt x="599102" y="276012"/>
                </a:lnTo>
                <a:lnTo>
                  <a:pt x="594945" y="283606"/>
                </a:lnTo>
                <a:lnTo>
                  <a:pt x="590766" y="283361"/>
                </a:lnTo>
                <a:lnTo>
                  <a:pt x="586568" y="539699"/>
                </a:lnTo>
                <a:lnTo>
                  <a:pt x="582349" y="496309"/>
                </a:lnTo>
                <a:lnTo>
                  <a:pt x="578109" y="302636"/>
                </a:lnTo>
                <a:lnTo>
                  <a:pt x="573851" y="249586"/>
                </a:lnTo>
                <a:lnTo>
                  <a:pt x="569570" y="250823"/>
                </a:lnTo>
                <a:lnTo>
                  <a:pt x="560945" y="775999"/>
                </a:lnTo>
                <a:lnTo>
                  <a:pt x="556598" y="783137"/>
                </a:lnTo>
                <a:lnTo>
                  <a:pt x="552231" y="778906"/>
                </a:lnTo>
                <a:lnTo>
                  <a:pt x="547840" y="784625"/>
                </a:lnTo>
                <a:lnTo>
                  <a:pt x="543429" y="787686"/>
                </a:lnTo>
                <a:lnTo>
                  <a:pt x="530056" y="787753"/>
                </a:lnTo>
                <a:lnTo>
                  <a:pt x="525550" y="787501"/>
                </a:lnTo>
                <a:lnTo>
                  <a:pt x="521021" y="786928"/>
                </a:lnTo>
                <a:lnTo>
                  <a:pt x="516469" y="784942"/>
                </a:lnTo>
                <a:lnTo>
                  <a:pt x="511891" y="785036"/>
                </a:lnTo>
                <a:lnTo>
                  <a:pt x="507289" y="787774"/>
                </a:lnTo>
                <a:lnTo>
                  <a:pt x="454964" y="787613"/>
                </a:lnTo>
                <a:lnTo>
                  <a:pt x="445098" y="787378"/>
                </a:lnTo>
                <a:lnTo>
                  <a:pt x="440121" y="787777"/>
                </a:lnTo>
                <a:lnTo>
                  <a:pt x="435118" y="787759"/>
                </a:lnTo>
                <a:lnTo>
                  <a:pt x="430086" y="786737"/>
                </a:lnTo>
                <a:lnTo>
                  <a:pt x="425026" y="785010"/>
                </a:lnTo>
                <a:lnTo>
                  <a:pt x="419934" y="785661"/>
                </a:lnTo>
                <a:lnTo>
                  <a:pt x="414814" y="787725"/>
                </a:lnTo>
                <a:lnTo>
                  <a:pt x="409665" y="787152"/>
                </a:lnTo>
                <a:lnTo>
                  <a:pt x="404487" y="776796"/>
                </a:lnTo>
                <a:lnTo>
                  <a:pt x="399278" y="688999"/>
                </a:lnTo>
                <a:lnTo>
                  <a:pt x="394040" y="558091"/>
                </a:lnTo>
                <a:lnTo>
                  <a:pt x="388774" y="591914"/>
                </a:lnTo>
                <a:lnTo>
                  <a:pt x="383476" y="710454"/>
                </a:lnTo>
                <a:lnTo>
                  <a:pt x="378150" y="443545"/>
                </a:lnTo>
                <a:lnTo>
                  <a:pt x="372793" y="615203"/>
                </a:lnTo>
                <a:lnTo>
                  <a:pt x="367406" y="672183"/>
                </a:lnTo>
                <a:lnTo>
                  <a:pt x="361991" y="499555"/>
                </a:lnTo>
                <a:lnTo>
                  <a:pt x="356548" y="730295"/>
                </a:lnTo>
                <a:lnTo>
                  <a:pt x="351073" y="787422"/>
                </a:lnTo>
                <a:lnTo>
                  <a:pt x="345572" y="783343"/>
                </a:lnTo>
                <a:lnTo>
                  <a:pt x="340043" y="735758"/>
                </a:lnTo>
                <a:lnTo>
                  <a:pt x="334485" y="787428"/>
                </a:lnTo>
                <a:lnTo>
                  <a:pt x="328903" y="787772"/>
                </a:lnTo>
                <a:lnTo>
                  <a:pt x="283361" y="787738"/>
                </a:lnTo>
                <a:lnTo>
                  <a:pt x="277579" y="784700"/>
                </a:lnTo>
                <a:lnTo>
                  <a:pt x="271781" y="751404"/>
                </a:lnTo>
                <a:lnTo>
                  <a:pt x="265973" y="774454"/>
                </a:lnTo>
                <a:lnTo>
                  <a:pt x="260151" y="688887"/>
                </a:lnTo>
                <a:lnTo>
                  <a:pt x="254322" y="721951"/>
                </a:lnTo>
                <a:lnTo>
                  <a:pt x="248488" y="747814"/>
                </a:lnTo>
                <a:lnTo>
                  <a:pt x="242651" y="753861"/>
                </a:lnTo>
                <a:lnTo>
                  <a:pt x="236814" y="778427"/>
                </a:lnTo>
                <a:lnTo>
                  <a:pt x="230979" y="781584"/>
                </a:lnTo>
                <a:lnTo>
                  <a:pt x="225153" y="787670"/>
                </a:lnTo>
                <a:lnTo>
                  <a:pt x="219337" y="787485"/>
                </a:lnTo>
                <a:lnTo>
                  <a:pt x="213536" y="664946"/>
                </a:lnTo>
                <a:lnTo>
                  <a:pt x="207751" y="770786"/>
                </a:lnTo>
                <a:lnTo>
                  <a:pt x="201990" y="787735"/>
                </a:lnTo>
                <a:lnTo>
                  <a:pt x="196257" y="787297"/>
                </a:lnTo>
                <a:lnTo>
                  <a:pt x="190553" y="787355"/>
                </a:lnTo>
                <a:lnTo>
                  <a:pt x="184885" y="780443"/>
                </a:lnTo>
                <a:lnTo>
                  <a:pt x="179257" y="775950"/>
                </a:lnTo>
                <a:lnTo>
                  <a:pt x="173672" y="785008"/>
                </a:lnTo>
                <a:lnTo>
                  <a:pt x="168140" y="784223"/>
                </a:lnTo>
                <a:lnTo>
                  <a:pt x="162660" y="787219"/>
                </a:lnTo>
                <a:lnTo>
                  <a:pt x="157240" y="787592"/>
                </a:lnTo>
                <a:lnTo>
                  <a:pt x="151883" y="765672"/>
                </a:lnTo>
                <a:lnTo>
                  <a:pt x="146590" y="756278"/>
                </a:lnTo>
                <a:lnTo>
                  <a:pt x="141371" y="787688"/>
                </a:lnTo>
                <a:lnTo>
                  <a:pt x="111751" y="787623"/>
                </a:lnTo>
                <a:lnTo>
                  <a:pt x="107123" y="787154"/>
                </a:lnTo>
                <a:lnTo>
                  <a:pt x="102590" y="784453"/>
                </a:lnTo>
                <a:lnTo>
                  <a:pt x="98154" y="786352"/>
                </a:lnTo>
                <a:lnTo>
                  <a:pt x="93814" y="787605"/>
                </a:lnTo>
                <a:lnTo>
                  <a:pt x="52408" y="787449"/>
                </a:lnTo>
                <a:lnTo>
                  <a:pt x="49195" y="786677"/>
                </a:lnTo>
                <a:lnTo>
                  <a:pt x="46067" y="787415"/>
                </a:lnTo>
                <a:lnTo>
                  <a:pt x="0" y="786928"/>
                </a:lnTo>
                <a:lnTo>
                  <a:pt x="0" y="786928"/>
                </a:lnTo>
              </a:path>
            </a:pathLst>
          </a:custGeom>
          <a:noFill/>
          <a:ln w="38100" cap="sq">
            <a:solidFill>
              <a:srgbClr val="2A9D8F"/>
            </a:solidFill>
            <a:prstDash val="solid"/>
            <a:round/>
          </a:ln>
        </p:spPr>
        <p:txBody>
          <a:bodyPr rtlCol="0" anchor="ctr"/>
          <a:lstStyle/>
          <a:p>
            <a:endParaRPr lang="es-ES"/>
          </a:p>
        </p:txBody>
      </p:sp>
      <p:cxnSp>
        <p:nvCxnSpPr>
          <p:cNvPr id="237" name="Conector recto 236">
            <a:extLst>
              <a:ext uri="{FF2B5EF4-FFF2-40B4-BE49-F238E27FC236}">
                <a16:creationId xmlns:a16="http://schemas.microsoft.com/office/drawing/2014/main" id="{32E8CC18-DAF1-F545-FF9F-2657011E914B}"/>
              </a:ext>
            </a:extLst>
          </p:cNvPr>
          <p:cNvCxnSpPr>
            <a:cxnSpLocks/>
          </p:cNvCxnSpPr>
          <p:nvPr/>
        </p:nvCxnSpPr>
        <p:spPr>
          <a:xfrm>
            <a:off x="6802598" y="5723917"/>
            <a:ext cx="205939" cy="561824"/>
          </a:xfrm>
          <a:prstGeom prst="line">
            <a:avLst/>
          </a:prstGeom>
          <a:ln>
            <a:solidFill>
              <a:srgbClr val="3F7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ector recto 237">
            <a:extLst>
              <a:ext uri="{FF2B5EF4-FFF2-40B4-BE49-F238E27FC236}">
                <a16:creationId xmlns:a16="http://schemas.microsoft.com/office/drawing/2014/main" id="{55161406-0676-EE1D-9459-38F9581FC3C4}"/>
              </a:ext>
            </a:extLst>
          </p:cNvPr>
          <p:cNvCxnSpPr>
            <a:cxnSpLocks/>
          </p:cNvCxnSpPr>
          <p:nvPr/>
        </p:nvCxnSpPr>
        <p:spPr>
          <a:xfrm flipV="1">
            <a:off x="7008537" y="5662539"/>
            <a:ext cx="0" cy="623202"/>
          </a:xfrm>
          <a:prstGeom prst="line">
            <a:avLst/>
          </a:prstGeom>
          <a:ln>
            <a:solidFill>
              <a:srgbClr val="3F7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ector recto 238">
            <a:extLst>
              <a:ext uri="{FF2B5EF4-FFF2-40B4-BE49-F238E27FC236}">
                <a16:creationId xmlns:a16="http://schemas.microsoft.com/office/drawing/2014/main" id="{642C200C-0846-8429-DEB1-201F618E0DF6}"/>
              </a:ext>
            </a:extLst>
          </p:cNvPr>
          <p:cNvCxnSpPr>
            <a:cxnSpLocks/>
          </p:cNvCxnSpPr>
          <p:nvPr/>
        </p:nvCxnSpPr>
        <p:spPr>
          <a:xfrm flipV="1">
            <a:off x="7008537" y="5715092"/>
            <a:ext cx="221210" cy="570649"/>
          </a:xfrm>
          <a:prstGeom prst="line">
            <a:avLst/>
          </a:prstGeom>
          <a:ln>
            <a:solidFill>
              <a:srgbClr val="3F7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4" name="CuadroTexto 353">
                <a:extLst>
                  <a:ext uri="{FF2B5EF4-FFF2-40B4-BE49-F238E27FC236}">
                    <a16:creationId xmlns:a16="http://schemas.microsoft.com/office/drawing/2014/main" id="{D16466F0-E59B-7A4B-893D-375115CD94B1}"/>
                  </a:ext>
                </a:extLst>
              </p:cNvPr>
              <p:cNvSpPr txBox="1"/>
              <p:nvPr/>
            </p:nvSpPr>
            <p:spPr>
              <a:xfrm rot="5400000">
                <a:off x="7591219" y="4371939"/>
                <a:ext cx="204405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s-E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s-ES" sz="2800" dirty="0"/>
                  <a:t> </a:t>
                </a:r>
              </a:p>
            </p:txBody>
          </p:sp>
        </mc:Choice>
        <mc:Fallback xmlns="">
          <p:sp>
            <p:nvSpPr>
              <p:cNvPr id="354" name="CuadroTexto 353">
                <a:extLst>
                  <a:ext uri="{FF2B5EF4-FFF2-40B4-BE49-F238E27FC236}">
                    <a16:creationId xmlns:a16="http://schemas.microsoft.com/office/drawing/2014/main" id="{D16466F0-E59B-7A4B-893D-375115CD9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591219" y="4371939"/>
                <a:ext cx="2044050" cy="430887"/>
              </a:xfrm>
              <a:prstGeom prst="rect">
                <a:avLst/>
              </a:prstGeom>
              <a:blipFill>
                <a:blip r:embed="rId2"/>
                <a:stretch>
                  <a:fillRect t="-29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" name="CuadroTexto 354">
            <a:extLst>
              <a:ext uri="{FF2B5EF4-FFF2-40B4-BE49-F238E27FC236}">
                <a16:creationId xmlns:a16="http://schemas.microsoft.com/office/drawing/2014/main" id="{7A4FFAC4-4F58-EE7C-5096-C9AF7124F8E9}"/>
              </a:ext>
            </a:extLst>
          </p:cNvPr>
          <p:cNvSpPr txBox="1"/>
          <p:nvPr/>
        </p:nvSpPr>
        <p:spPr>
          <a:xfrm>
            <a:off x="8397800" y="6131213"/>
            <a:ext cx="3656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latin typeface="FrankRuehl" panose="020E0503060101010101" pitchFamily="34" charset="-79"/>
                <a:cs typeface="FrankRuehl" panose="020E0503060101010101" pitchFamily="34" charset="-79"/>
              </a:rPr>
              <a:t>Z</a:t>
            </a:r>
          </a:p>
        </p:txBody>
      </p:sp>
      <p:sp>
        <p:nvSpPr>
          <p:cNvPr id="356" name="CuadroTexto 355">
            <a:extLst>
              <a:ext uri="{FF2B5EF4-FFF2-40B4-BE49-F238E27FC236}">
                <a16:creationId xmlns:a16="http://schemas.microsoft.com/office/drawing/2014/main" id="{86739370-17B8-DFCF-012A-19D27FAE6BFB}"/>
              </a:ext>
            </a:extLst>
          </p:cNvPr>
          <p:cNvSpPr txBox="1"/>
          <p:nvPr/>
        </p:nvSpPr>
        <p:spPr>
          <a:xfrm>
            <a:off x="271977" y="6081072"/>
            <a:ext cx="1712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>
                <a:latin typeface="FrankRuehl" panose="020E0503060101010101" pitchFamily="34" charset="-79"/>
                <a:cs typeface="FrankRuehl" panose="020E0503060101010101" pitchFamily="34" charset="-79"/>
              </a:rPr>
              <a:t>Latent</a:t>
            </a:r>
            <a:endParaRPr lang="es-ES" sz="2000" b="1" dirty="0">
              <a:latin typeface="FrankRuehl" panose="020E0503060101010101" pitchFamily="34" charset="-79"/>
              <a:cs typeface="FrankRuehl" panose="020E0503060101010101" pitchFamily="34" charset="-79"/>
            </a:endParaRPr>
          </a:p>
          <a:p>
            <a:pPr algn="ctr"/>
            <a:r>
              <a:rPr lang="es-ES" sz="2000" b="1" dirty="0">
                <a:latin typeface="FrankRuehl" panose="020E0503060101010101" pitchFamily="34" charset="-79"/>
                <a:cs typeface="FrankRuehl" panose="020E0503060101010101" pitchFamily="34" charset="-79"/>
              </a:rPr>
              <a:t> </a:t>
            </a:r>
            <a:r>
              <a:rPr lang="es-ES" sz="2000" b="1" dirty="0" err="1">
                <a:latin typeface="FrankRuehl" panose="020E0503060101010101" pitchFamily="34" charset="-79"/>
                <a:cs typeface="FrankRuehl" panose="020E0503060101010101" pitchFamily="34" charset="-79"/>
              </a:rPr>
              <a:t>Space</a:t>
            </a:r>
            <a:endParaRPr lang="es-ES" sz="2000" b="1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p:sp>
        <p:nvSpPr>
          <p:cNvPr id="357" name="CuadroTexto 356">
            <a:extLst>
              <a:ext uri="{FF2B5EF4-FFF2-40B4-BE49-F238E27FC236}">
                <a16:creationId xmlns:a16="http://schemas.microsoft.com/office/drawing/2014/main" id="{302059EC-CB6E-4656-4CE6-669092E009B6}"/>
              </a:ext>
            </a:extLst>
          </p:cNvPr>
          <p:cNvSpPr txBox="1"/>
          <p:nvPr/>
        </p:nvSpPr>
        <p:spPr>
          <a:xfrm>
            <a:off x="357842" y="4187272"/>
            <a:ext cx="1712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>
                <a:latin typeface="FrankRuehl" panose="020E0503060101010101" pitchFamily="34" charset="-79"/>
                <a:cs typeface="FrankRuehl" panose="020E0503060101010101" pitchFamily="34" charset="-79"/>
              </a:rPr>
              <a:t>Encoder</a:t>
            </a:r>
            <a:endParaRPr lang="es-ES" sz="2000" b="1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" name="CuadroTexto 357">
                <a:extLst>
                  <a:ext uri="{FF2B5EF4-FFF2-40B4-BE49-F238E27FC236}">
                    <a16:creationId xmlns:a16="http://schemas.microsoft.com/office/drawing/2014/main" id="{AA92077E-5513-9026-0AEA-38B16BA7E1B4}"/>
                  </a:ext>
                </a:extLst>
              </p:cNvPr>
              <p:cNvSpPr txBox="1"/>
              <p:nvPr/>
            </p:nvSpPr>
            <p:spPr>
              <a:xfrm rot="5400000">
                <a:off x="7679881" y="7716386"/>
                <a:ext cx="18667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d>
                      <m:dPr>
                        <m:ctrlPr>
                          <a:rPr lang="es-E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s-ES" sz="2800" dirty="0"/>
                  <a:t> </a:t>
                </a:r>
              </a:p>
            </p:txBody>
          </p:sp>
        </mc:Choice>
        <mc:Fallback xmlns="">
          <p:sp>
            <p:nvSpPr>
              <p:cNvPr id="358" name="CuadroTexto 357">
                <a:extLst>
                  <a:ext uri="{FF2B5EF4-FFF2-40B4-BE49-F238E27FC236}">
                    <a16:creationId xmlns:a16="http://schemas.microsoft.com/office/drawing/2014/main" id="{AA92077E-5513-9026-0AEA-38B16BA7E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679881" y="7716386"/>
                <a:ext cx="1866729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9" name="CuadroTexto 358">
            <a:extLst>
              <a:ext uri="{FF2B5EF4-FFF2-40B4-BE49-F238E27FC236}">
                <a16:creationId xmlns:a16="http://schemas.microsoft.com/office/drawing/2014/main" id="{B33FF59B-24B8-908A-F3FE-207915339476}"/>
              </a:ext>
            </a:extLst>
          </p:cNvPr>
          <p:cNvSpPr txBox="1"/>
          <p:nvPr/>
        </p:nvSpPr>
        <p:spPr>
          <a:xfrm>
            <a:off x="333322" y="8465084"/>
            <a:ext cx="1712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>
                <a:latin typeface="FrankRuehl" panose="020E0503060101010101" pitchFamily="34" charset="-79"/>
                <a:cs typeface="FrankRuehl" panose="020E0503060101010101" pitchFamily="34" charset="-79"/>
              </a:rPr>
              <a:t>Decoder</a:t>
            </a:r>
            <a:endParaRPr lang="es-ES" sz="2000" b="1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p:sp>
        <p:nvSpPr>
          <p:cNvPr id="360" name="CuadroTexto 359">
            <a:extLst>
              <a:ext uri="{FF2B5EF4-FFF2-40B4-BE49-F238E27FC236}">
                <a16:creationId xmlns:a16="http://schemas.microsoft.com/office/drawing/2014/main" id="{647F31AE-DE0A-91BC-5887-1C3C150AF1D1}"/>
              </a:ext>
            </a:extLst>
          </p:cNvPr>
          <p:cNvSpPr txBox="1"/>
          <p:nvPr/>
        </p:nvSpPr>
        <p:spPr>
          <a:xfrm>
            <a:off x="430396" y="6999767"/>
            <a:ext cx="1712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>
                <a:latin typeface="FrankRuehl" panose="020E0503060101010101" pitchFamily="34" charset="-79"/>
                <a:cs typeface="FrankRuehl" panose="020E0503060101010101" pitchFamily="34" charset="-79"/>
              </a:rPr>
              <a:t>Endmembers</a:t>
            </a:r>
            <a:endParaRPr lang="es-ES" sz="2000" b="1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p:sp>
        <p:nvSpPr>
          <p:cNvPr id="361" name="CuadroTexto 360">
            <a:extLst>
              <a:ext uri="{FF2B5EF4-FFF2-40B4-BE49-F238E27FC236}">
                <a16:creationId xmlns:a16="http://schemas.microsoft.com/office/drawing/2014/main" id="{D03ACDA6-1B58-ECA5-6064-8803C653E77C}"/>
              </a:ext>
            </a:extLst>
          </p:cNvPr>
          <p:cNvSpPr txBox="1"/>
          <p:nvPr/>
        </p:nvSpPr>
        <p:spPr>
          <a:xfrm>
            <a:off x="8463001" y="1914690"/>
            <a:ext cx="3656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latin typeface="FrankRuehl" panose="020E0503060101010101" pitchFamily="34" charset="-79"/>
                <a:cs typeface="FrankRuehl" panose="020E0503060101010101" pitchFamily="34" charset="-79"/>
              </a:rPr>
              <a:t>X</a:t>
            </a:r>
          </a:p>
        </p:txBody>
      </p:sp>
      <p:sp>
        <p:nvSpPr>
          <p:cNvPr id="362" name="CuadroTexto 361">
            <a:extLst>
              <a:ext uri="{FF2B5EF4-FFF2-40B4-BE49-F238E27FC236}">
                <a16:creationId xmlns:a16="http://schemas.microsoft.com/office/drawing/2014/main" id="{46675C07-A076-5B9D-BBDA-838E3758BA19}"/>
              </a:ext>
            </a:extLst>
          </p:cNvPr>
          <p:cNvSpPr txBox="1"/>
          <p:nvPr/>
        </p:nvSpPr>
        <p:spPr>
          <a:xfrm>
            <a:off x="3732742" y="1430588"/>
            <a:ext cx="2271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FrankRuehl" panose="020E0503060101010101" pitchFamily="34" charset="-79"/>
                <a:cs typeface="FrankRuehl" panose="020E0503060101010101" pitchFamily="34" charset="-79"/>
              </a:rPr>
              <a:t>Input </a:t>
            </a:r>
            <a:r>
              <a:rPr lang="es-ES" sz="2400" b="1" dirty="0" err="1">
                <a:latin typeface="FrankRuehl" panose="020E0503060101010101" pitchFamily="34" charset="-79"/>
                <a:cs typeface="FrankRuehl" panose="020E0503060101010101" pitchFamily="34" charset="-79"/>
              </a:rPr>
              <a:t>Spectrum</a:t>
            </a:r>
            <a:endParaRPr lang="es-ES" sz="2400" b="1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p:sp>
        <p:nvSpPr>
          <p:cNvPr id="363" name="CuadroTexto 362">
            <a:extLst>
              <a:ext uri="{FF2B5EF4-FFF2-40B4-BE49-F238E27FC236}">
                <a16:creationId xmlns:a16="http://schemas.microsoft.com/office/drawing/2014/main" id="{B34B3C70-AE8B-520D-3F39-99FE8595E71F}"/>
              </a:ext>
            </a:extLst>
          </p:cNvPr>
          <p:cNvSpPr txBox="1"/>
          <p:nvPr/>
        </p:nvSpPr>
        <p:spPr>
          <a:xfrm>
            <a:off x="3177856" y="10331812"/>
            <a:ext cx="3265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FrankRuehl" panose="020E0503060101010101" pitchFamily="34" charset="-79"/>
                <a:cs typeface="FrankRuehl" panose="020E0503060101010101" pitchFamily="34" charset="-79"/>
              </a:rPr>
              <a:t>Reconstructed</a:t>
            </a:r>
            <a:r>
              <a:rPr lang="es-ES" sz="2400" b="1" dirty="0">
                <a:latin typeface="FrankRuehl" panose="020E0503060101010101" pitchFamily="34" charset="-79"/>
                <a:cs typeface="FrankRuehl" panose="020E0503060101010101" pitchFamily="34" charset="-79"/>
              </a:rPr>
              <a:t> </a:t>
            </a:r>
            <a:r>
              <a:rPr lang="es-ES" sz="2400" b="1" dirty="0" err="1">
                <a:latin typeface="FrankRuehl" panose="020E0503060101010101" pitchFamily="34" charset="-79"/>
                <a:cs typeface="FrankRuehl" panose="020E0503060101010101" pitchFamily="34" charset="-79"/>
              </a:rPr>
              <a:t>Spectrum</a:t>
            </a:r>
            <a:endParaRPr lang="es-ES" sz="2400" b="1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p:pic>
        <p:nvPicPr>
          <p:cNvPr id="364" name="Gráfico 363">
            <a:extLst>
              <a:ext uri="{FF2B5EF4-FFF2-40B4-BE49-F238E27FC236}">
                <a16:creationId xmlns:a16="http://schemas.microsoft.com/office/drawing/2014/main" id="{C934FF21-BDF2-0A17-88CD-AA4D766D64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87625" y="-30518"/>
            <a:ext cx="3561887" cy="2125643"/>
          </a:xfrm>
          <a:prstGeom prst="rect">
            <a:avLst/>
          </a:prstGeom>
        </p:spPr>
      </p:pic>
      <p:grpSp>
        <p:nvGrpSpPr>
          <p:cNvPr id="382" name="Gráfico 365">
            <a:extLst>
              <a:ext uri="{FF2B5EF4-FFF2-40B4-BE49-F238E27FC236}">
                <a16:creationId xmlns:a16="http://schemas.microsoft.com/office/drawing/2014/main" id="{AE9FAB5C-C254-5EAF-B049-965CEB6216F7}"/>
              </a:ext>
            </a:extLst>
          </p:cNvPr>
          <p:cNvGrpSpPr/>
          <p:nvPr/>
        </p:nvGrpSpPr>
        <p:grpSpPr>
          <a:xfrm>
            <a:off x="3099725" y="10730588"/>
            <a:ext cx="3561886" cy="2123345"/>
            <a:chOff x="2791056" y="10889057"/>
            <a:chExt cx="3561886" cy="2123345"/>
          </a:xfrm>
          <a:noFill/>
        </p:grpSpPr>
        <p:sp>
          <p:nvSpPr>
            <p:cNvPr id="383" name="Forma libre: forma 382">
              <a:extLst>
                <a:ext uri="{FF2B5EF4-FFF2-40B4-BE49-F238E27FC236}">
                  <a16:creationId xmlns:a16="http://schemas.microsoft.com/office/drawing/2014/main" id="{27C86946-C790-CECB-CBDA-F05B63F48DC4}"/>
                </a:ext>
              </a:extLst>
            </p:cNvPr>
            <p:cNvSpPr/>
            <p:nvPr/>
          </p:nvSpPr>
          <p:spPr>
            <a:xfrm>
              <a:off x="2791056" y="10889057"/>
              <a:ext cx="3561886" cy="2123345"/>
            </a:xfrm>
            <a:custGeom>
              <a:avLst/>
              <a:gdLst>
                <a:gd name="connsiteX0" fmla="*/ 0 w 3561886"/>
                <a:gd name="connsiteY0" fmla="*/ 2123345 h 2123345"/>
                <a:gd name="connsiteX1" fmla="*/ 3561887 w 3561886"/>
                <a:gd name="connsiteY1" fmla="*/ 2123345 h 2123345"/>
                <a:gd name="connsiteX2" fmla="*/ 3561887 w 3561886"/>
                <a:gd name="connsiteY2" fmla="*/ 0 h 2123345"/>
                <a:gd name="connsiteX3" fmla="*/ 0 w 3561886"/>
                <a:gd name="connsiteY3" fmla="*/ 0 h 2123345"/>
                <a:gd name="connsiteX4" fmla="*/ 0 w 3561886"/>
                <a:gd name="connsiteY4" fmla="*/ 2123345 h 2123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61886" h="2123345">
                  <a:moveTo>
                    <a:pt x="0" y="2123345"/>
                  </a:moveTo>
                  <a:lnTo>
                    <a:pt x="3561887" y="2123345"/>
                  </a:lnTo>
                  <a:lnTo>
                    <a:pt x="3561887" y="0"/>
                  </a:lnTo>
                  <a:lnTo>
                    <a:pt x="0" y="0"/>
                  </a:lnTo>
                  <a:lnTo>
                    <a:pt x="0" y="2123345"/>
                  </a:lnTo>
                  <a:close/>
                </a:path>
              </a:pathLst>
            </a:custGeom>
            <a:noFill/>
            <a:ln w="25468" cap="flat">
              <a:solidFill>
                <a:srgbClr val="E76F51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86" name="Forma libre: forma 385">
              <a:extLst>
                <a:ext uri="{FF2B5EF4-FFF2-40B4-BE49-F238E27FC236}">
                  <a16:creationId xmlns:a16="http://schemas.microsoft.com/office/drawing/2014/main" id="{9F4C9AD2-429F-C5B9-D443-2F316A08C61E}"/>
                </a:ext>
              </a:extLst>
            </p:cNvPr>
            <p:cNvSpPr/>
            <p:nvPr/>
          </p:nvSpPr>
          <p:spPr>
            <a:xfrm>
              <a:off x="2952959" y="10985572"/>
              <a:ext cx="3238076" cy="1930313"/>
            </a:xfrm>
            <a:custGeom>
              <a:avLst/>
              <a:gdLst>
                <a:gd name="connsiteX0" fmla="*/ 3238077 w 3238076"/>
                <a:gd name="connsiteY0" fmla="*/ 762334 h 1930313"/>
                <a:gd name="connsiteX1" fmla="*/ 3233034 w 3238076"/>
                <a:gd name="connsiteY1" fmla="*/ 1322964 h 1930313"/>
                <a:gd name="connsiteX2" fmla="*/ 3227570 w 3238076"/>
                <a:gd name="connsiteY2" fmla="*/ 1930314 h 1930313"/>
                <a:gd name="connsiteX3" fmla="*/ 3222298 w 3238076"/>
                <a:gd name="connsiteY3" fmla="*/ 1672013 h 1930313"/>
                <a:gd name="connsiteX4" fmla="*/ 3217025 w 3238076"/>
                <a:gd name="connsiteY4" fmla="*/ 1196616 h 1930313"/>
                <a:gd name="connsiteX5" fmla="*/ 3211740 w 3238076"/>
                <a:gd name="connsiteY5" fmla="*/ 1085750 h 1930313"/>
                <a:gd name="connsiteX6" fmla="*/ 3206448 w 3238076"/>
                <a:gd name="connsiteY6" fmla="*/ 1288006 h 1930313"/>
                <a:gd name="connsiteX7" fmla="*/ 3201143 w 3238076"/>
                <a:gd name="connsiteY7" fmla="*/ 1790800 h 1930313"/>
                <a:gd name="connsiteX8" fmla="*/ 3198488 w 3238076"/>
                <a:gd name="connsiteY8" fmla="*/ 1483591 h 1930313"/>
                <a:gd name="connsiteX9" fmla="*/ 3195832 w 3238076"/>
                <a:gd name="connsiteY9" fmla="*/ 1176381 h 1930313"/>
                <a:gd name="connsiteX10" fmla="*/ 3190515 w 3238076"/>
                <a:gd name="connsiteY10" fmla="*/ 1729814 h 1930313"/>
                <a:gd name="connsiteX11" fmla="*/ 3185185 w 3238076"/>
                <a:gd name="connsiteY11" fmla="*/ 1761399 h 1930313"/>
                <a:gd name="connsiteX12" fmla="*/ 3179848 w 3238076"/>
                <a:gd name="connsiteY12" fmla="*/ 1166059 h 1930313"/>
                <a:gd name="connsiteX13" fmla="*/ 3174506 w 3238076"/>
                <a:gd name="connsiteY13" fmla="*/ 1047112 h 1930313"/>
                <a:gd name="connsiteX14" fmla="*/ 3169150 w 3238076"/>
                <a:gd name="connsiteY14" fmla="*/ 899326 h 1930313"/>
                <a:gd name="connsiteX15" fmla="*/ 3163788 w 3238076"/>
                <a:gd name="connsiteY15" fmla="*/ 1136211 h 1930313"/>
                <a:gd name="connsiteX16" fmla="*/ 3158420 w 3238076"/>
                <a:gd name="connsiteY16" fmla="*/ 1158214 h 1930313"/>
                <a:gd name="connsiteX17" fmla="*/ 3153039 w 3238076"/>
                <a:gd name="connsiteY17" fmla="*/ 933310 h 1930313"/>
                <a:gd name="connsiteX18" fmla="*/ 3147645 w 3238076"/>
                <a:gd name="connsiteY18" fmla="*/ 1007663 h 1930313"/>
                <a:gd name="connsiteX19" fmla="*/ 3142251 w 3238076"/>
                <a:gd name="connsiteY19" fmla="*/ 1172142 h 1930313"/>
                <a:gd name="connsiteX20" fmla="*/ 3131425 w 3238076"/>
                <a:gd name="connsiteY20" fmla="*/ 1062407 h 1930313"/>
                <a:gd name="connsiteX21" fmla="*/ 3126005 w 3238076"/>
                <a:gd name="connsiteY21" fmla="*/ 951880 h 1930313"/>
                <a:gd name="connsiteX22" fmla="*/ 3120567 w 3238076"/>
                <a:gd name="connsiteY22" fmla="*/ 903596 h 1930313"/>
                <a:gd name="connsiteX23" fmla="*/ 3115128 w 3238076"/>
                <a:gd name="connsiteY23" fmla="*/ 1089300 h 1930313"/>
                <a:gd name="connsiteX24" fmla="*/ 3104213 w 3238076"/>
                <a:gd name="connsiteY24" fmla="*/ 1227051 h 1930313"/>
                <a:gd name="connsiteX25" fmla="*/ 3098742 w 3238076"/>
                <a:gd name="connsiteY25" fmla="*/ 1319814 h 1930313"/>
                <a:gd name="connsiteX26" fmla="*/ 3093265 w 3238076"/>
                <a:gd name="connsiteY26" fmla="*/ 1195154 h 1930313"/>
                <a:gd name="connsiteX27" fmla="*/ 3087776 w 3238076"/>
                <a:gd name="connsiteY27" fmla="*/ 1136887 h 1930313"/>
                <a:gd name="connsiteX28" fmla="*/ 3082280 w 3238076"/>
                <a:gd name="connsiteY28" fmla="*/ 1243144 h 1930313"/>
                <a:gd name="connsiteX29" fmla="*/ 3076771 w 3238076"/>
                <a:gd name="connsiteY29" fmla="*/ 1298296 h 1930313"/>
                <a:gd name="connsiteX30" fmla="*/ 3071249 w 3238076"/>
                <a:gd name="connsiteY30" fmla="*/ 1401731 h 1930313"/>
                <a:gd name="connsiteX31" fmla="*/ 3065728 w 3238076"/>
                <a:gd name="connsiteY31" fmla="*/ 1321825 h 1930313"/>
                <a:gd name="connsiteX32" fmla="*/ 3060187 w 3238076"/>
                <a:gd name="connsiteY32" fmla="*/ 898266 h 1930313"/>
                <a:gd name="connsiteX33" fmla="*/ 3054646 w 3238076"/>
                <a:gd name="connsiteY33" fmla="*/ 1329887 h 1930313"/>
                <a:gd name="connsiteX34" fmla="*/ 3043527 w 3238076"/>
                <a:gd name="connsiteY34" fmla="*/ 1086638 h 1930313"/>
                <a:gd name="connsiteX35" fmla="*/ 3037948 w 3238076"/>
                <a:gd name="connsiteY35" fmla="*/ 1270930 h 1930313"/>
                <a:gd name="connsiteX36" fmla="*/ 3032362 w 3238076"/>
                <a:gd name="connsiteY36" fmla="*/ 1326472 h 1930313"/>
                <a:gd name="connsiteX37" fmla="*/ 3026770 w 3238076"/>
                <a:gd name="connsiteY37" fmla="*/ 1298679 h 1930313"/>
                <a:gd name="connsiteX38" fmla="*/ 3021166 w 3238076"/>
                <a:gd name="connsiteY38" fmla="*/ 1321997 h 1930313"/>
                <a:gd name="connsiteX39" fmla="*/ 3015555 w 3238076"/>
                <a:gd name="connsiteY39" fmla="*/ 1128308 h 1930313"/>
                <a:gd name="connsiteX40" fmla="*/ 3009931 w 3238076"/>
                <a:gd name="connsiteY40" fmla="*/ 1393177 h 1930313"/>
                <a:gd name="connsiteX41" fmla="*/ 3004295 w 3238076"/>
                <a:gd name="connsiteY41" fmla="*/ 1036120 h 1930313"/>
                <a:gd name="connsiteX42" fmla="*/ 2998652 w 3238076"/>
                <a:gd name="connsiteY42" fmla="*/ 1305987 h 1930313"/>
                <a:gd name="connsiteX43" fmla="*/ 2992996 w 3238076"/>
                <a:gd name="connsiteY43" fmla="*/ 890715 h 1930313"/>
                <a:gd name="connsiteX44" fmla="*/ 2987334 w 3238076"/>
                <a:gd name="connsiteY44" fmla="*/ 1127829 h 1930313"/>
                <a:gd name="connsiteX45" fmla="*/ 2981660 w 3238076"/>
                <a:gd name="connsiteY45" fmla="*/ 1219404 h 1930313"/>
                <a:gd name="connsiteX46" fmla="*/ 2975972 w 3238076"/>
                <a:gd name="connsiteY46" fmla="*/ 1218402 h 1930313"/>
                <a:gd name="connsiteX47" fmla="*/ 2970278 w 3238076"/>
                <a:gd name="connsiteY47" fmla="*/ 1156605 h 1930313"/>
                <a:gd name="connsiteX48" fmla="*/ 2964578 w 3238076"/>
                <a:gd name="connsiteY48" fmla="*/ 1249010 h 1930313"/>
                <a:gd name="connsiteX49" fmla="*/ 2958858 w 3238076"/>
                <a:gd name="connsiteY49" fmla="*/ 1140098 h 1930313"/>
                <a:gd name="connsiteX50" fmla="*/ 2953133 w 3238076"/>
                <a:gd name="connsiteY50" fmla="*/ 1215670 h 1930313"/>
                <a:gd name="connsiteX51" fmla="*/ 2947400 w 3238076"/>
                <a:gd name="connsiteY51" fmla="*/ 1147988 h 1930313"/>
                <a:gd name="connsiteX52" fmla="*/ 2941655 w 3238076"/>
                <a:gd name="connsiteY52" fmla="*/ 757176 h 1930313"/>
                <a:gd name="connsiteX53" fmla="*/ 2935898 w 3238076"/>
                <a:gd name="connsiteY53" fmla="*/ 1046442 h 1930313"/>
                <a:gd name="connsiteX54" fmla="*/ 2930127 w 3238076"/>
                <a:gd name="connsiteY54" fmla="*/ 1080797 h 1930313"/>
                <a:gd name="connsiteX55" fmla="*/ 2924350 w 3238076"/>
                <a:gd name="connsiteY55" fmla="*/ 1093289 h 1930313"/>
                <a:gd name="connsiteX56" fmla="*/ 2918561 w 3238076"/>
                <a:gd name="connsiteY56" fmla="*/ 982373 h 1930313"/>
                <a:gd name="connsiteX57" fmla="*/ 2912758 w 3238076"/>
                <a:gd name="connsiteY57" fmla="*/ 614911 h 1930313"/>
                <a:gd name="connsiteX58" fmla="*/ 2906949 w 3238076"/>
                <a:gd name="connsiteY58" fmla="*/ 905575 h 1930313"/>
                <a:gd name="connsiteX59" fmla="*/ 2901128 w 3238076"/>
                <a:gd name="connsiteY59" fmla="*/ 770121 h 1930313"/>
                <a:gd name="connsiteX60" fmla="*/ 2895293 w 3238076"/>
                <a:gd name="connsiteY60" fmla="*/ 821513 h 1930313"/>
                <a:gd name="connsiteX61" fmla="*/ 2889453 w 3238076"/>
                <a:gd name="connsiteY61" fmla="*/ 1162733 h 1930313"/>
                <a:gd name="connsiteX62" fmla="*/ 2883599 w 3238076"/>
                <a:gd name="connsiteY62" fmla="*/ 1217119 h 1930313"/>
                <a:gd name="connsiteX63" fmla="*/ 2877733 w 3238076"/>
                <a:gd name="connsiteY63" fmla="*/ 1223624 h 1930313"/>
                <a:gd name="connsiteX64" fmla="*/ 2871854 w 3238076"/>
                <a:gd name="connsiteY64" fmla="*/ 847359 h 1930313"/>
                <a:gd name="connsiteX65" fmla="*/ 2865969 w 3238076"/>
                <a:gd name="connsiteY65" fmla="*/ 800104 h 1930313"/>
                <a:gd name="connsiteX66" fmla="*/ 2860070 w 3238076"/>
                <a:gd name="connsiteY66" fmla="*/ 662192 h 1930313"/>
                <a:gd name="connsiteX67" fmla="*/ 2854159 w 3238076"/>
                <a:gd name="connsiteY67" fmla="*/ 857739 h 1930313"/>
                <a:gd name="connsiteX68" fmla="*/ 2848236 w 3238076"/>
                <a:gd name="connsiteY68" fmla="*/ 1132808 h 1930313"/>
                <a:gd name="connsiteX69" fmla="*/ 2842299 w 3238076"/>
                <a:gd name="connsiteY69" fmla="*/ 1129827 h 1930313"/>
                <a:gd name="connsiteX70" fmla="*/ 2836356 w 3238076"/>
                <a:gd name="connsiteY70" fmla="*/ 1065790 h 1930313"/>
                <a:gd name="connsiteX71" fmla="*/ 2830401 w 3238076"/>
                <a:gd name="connsiteY71" fmla="*/ 770510 h 1930313"/>
                <a:gd name="connsiteX72" fmla="*/ 2824432 w 3238076"/>
                <a:gd name="connsiteY72" fmla="*/ 982296 h 1930313"/>
                <a:gd name="connsiteX73" fmla="*/ 2818451 w 3238076"/>
                <a:gd name="connsiteY73" fmla="*/ 1227766 h 1930313"/>
                <a:gd name="connsiteX74" fmla="*/ 2812463 w 3238076"/>
                <a:gd name="connsiteY74" fmla="*/ 1298551 h 1930313"/>
                <a:gd name="connsiteX75" fmla="*/ 2806457 w 3238076"/>
                <a:gd name="connsiteY75" fmla="*/ 1242805 h 1930313"/>
                <a:gd name="connsiteX76" fmla="*/ 2800444 w 3238076"/>
                <a:gd name="connsiteY76" fmla="*/ 1236250 h 1930313"/>
                <a:gd name="connsiteX77" fmla="*/ 2794411 w 3238076"/>
                <a:gd name="connsiteY77" fmla="*/ 1305975 h 1930313"/>
                <a:gd name="connsiteX78" fmla="*/ 2788373 w 3238076"/>
                <a:gd name="connsiteY78" fmla="*/ 1265849 h 1930313"/>
                <a:gd name="connsiteX79" fmla="*/ 2782322 w 3238076"/>
                <a:gd name="connsiteY79" fmla="*/ 1179106 h 1930313"/>
                <a:gd name="connsiteX80" fmla="*/ 2776257 w 3238076"/>
                <a:gd name="connsiteY80" fmla="*/ 1342245 h 1930313"/>
                <a:gd name="connsiteX81" fmla="*/ 2770187 w 3238076"/>
                <a:gd name="connsiteY81" fmla="*/ 1188586 h 1930313"/>
                <a:gd name="connsiteX82" fmla="*/ 2764097 w 3238076"/>
                <a:gd name="connsiteY82" fmla="*/ 1009291 h 1930313"/>
                <a:gd name="connsiteX83" fmla="*/ 2757995 w 3238076"/>
                <a:gd name="connsiteY83" fmla="*/ 1377659 h 1930313"/>
                <a:gd name="connsiteX84" fmla="*/ 2751886 w 3238076"/>
                <a:gd name="connsiteY84" fmla="*/ 1117565 h 1930313"/>
                <a:gd name="connsiteX85" fmla="*/ 2745758 w 3238076"/>
                <a:gd name="connsiteY85" fmla="*/ 976315 h 1930313"/>
                <a:gd name="connsiteX86" fmla="*/ 2739624 w 3238076"/>
                <a:gd name="connsiteY86" fmla="*/ 1175474 h 1930313"/>
                <a:gd name="connsiteX87" fmla="*/ 2733470 w 3238076"/>
                <a:gd name="connsiteY87" fmla="*/ 988973 h 1930313"/>
                <a:gd name="connsiteX88" fmla="*/ 2727310 w 3238076"/>
                <a:gd name="connsiteY88" fmla="*/ 1059853 h 1930313"/>
                <a:gd name="connsiteX89" fmla="*/ 2721131 w 3238076"/>
                <a:gd name="connsiteY89" fmla="*/ 1183294 h 1930313"/>
                <a:gd name="connsiteX90" fmla="*/ 2714946 w 3238076"/>
                <a:gd name="connsiteY90" fmla="*/ 1108743 h 1930313"/>
                <a:gd name="connsiteX91" fmla="*/ 2708741 w 3238076"/>
                <a:gd name="connsiteY91" fmla="*/ 1211393 h 1930313"/>
                <a:gd name="connsiteX92" fmla="*/ 2702530 w 3238076"/>
                <a:gd name="connsiteY92" fmla="*/ 933393 h 1930313"/>
                <a:gd name="connsiteX93" fmla="*/ 2696300 w 3238076"/>
                <a:gd name="connsiteY93" fmla="*/ 1033171 h 1930313"/>
                <a:gd name="connsiteX94" fmla="*/ 2690057 w 3238076"/>
                <a:gd name="connsiteY94" fmla="*/ 1225870 h 1930313"/>
                <a:gd name="connsiteX95" fmla="*/ 2683808 w 3238076"/>
                <a:gd name="connsiteY95" fmla="*/ 1305043 h 1930313"/>
                <a:gd name="connsiteX96" fmla="*/ 2677540 w 3238076"/>
                <a:gd name="connsiteY96" fmla="*/ 1101479 h 1930313"/>
                <a:gd name="connsiteX97" fmla="*/ 2671258 w 3238076"/>
                <a:gd name="connsiteY97" fmla="*/ 1139977 h 1930313"/>
                <a:gd name="connsiteX98" fmla="*/ 2664964 w 3238076"/>
                <a:gd name="connsiteY98" fmla="*/ 1025332 h 1930313"/>
                <a:gd name="connsiteX99" fmla="*/ 2658658 w 3238076"/>
                <a:gd name="connsiteY99" fmla="*/ 1118522 h 1930313"/>
                <a:gd name="connsiteX100" fmla="*/ 2652338 w 3238076"/>
                <a:gd name="connsiteY100" fmla="*/ 1009349 h 1930313"/>
                <a:gd name="connsiteX101" fmla="*/ 2646000 w 3238076"/>
                <a:gd name="connsiteY101" fmla="*/ 846663 h 1930313"/>
                <a:gd name="connsiteX102" fmla="*/ 2639655 w 3238076"/>
                <a:gd name="connsiteY102" fmla="*/ 1158795 h 1930313"/>
                <a:gd name="connsiteX103" fmla="*/ 2633290 w 3238076"/>
                <a:gd name="connsiteY103" fmla="*/ 1070220 h 1930313"/>
                <a:gd name="connsiteX104" fmla="*/ 2626913 w 3238076"/>
                <a:gd name="connsiteY104" fmla="*/ 1076392 h 1930313"/>
                <a:gd name="connsiteX105" fmla="*/ 2620524 w 3238076"/>
                <a:gd name="connsiteY105" fmla="*/ 1231296 h 1930313"/>
                <a:gd name="connsiteX106" fmla="*/ 2614121 w 3238076"/>
                <a:gd name="connsiteY106" fmla="*/ 1273854 h 1930313"/>
                <a:gd name="connsiteX107" fmla="*/ 2607706 w 3238076"/>
                <a:gd name="connsiteY107" fmla="*/ 1085074 h 1930313"/>
                <a:gd name="connsiteX108" fmla="*/ 2601272 w 3238076"/>
                <a:gd name="connsiteY108" fmla="*/ 1127376 h 1930313"/>
                <a:gd name="connsiteX109" fmla="*/ 2594825 w 3238076"/>
                <a:gd name="connsiteY109" fmla="*/ 1054083 h 1930313"/>
                <a:gd name="connsiteX110" fmla="*/ 2588365 w 3238076"/>
                <a:gd name="connsiteY110" fmla="*/ 1204818 h 1930313"/>
                <a:gd name="connsiteX111" fmla="*/ 2581886 w 3238076"/>
                <a:gd name="connsiteY111" fmla="*/ 906437 h 1930313"/>
                <a:gd name="connsiteX112" fmla="*/ 2575400 w 3238076"/>
                <a:gd name="connsiteY112" fmla="*/ 943103 h 1930313"/>
                <a:gd name="connsiteX113" fmla="*/ 2568896 w 3238076"/>
                <a:gd name="connsiteY113" fmla="*/ 898151 h 1930313"/>
                <a:gd name="connsiteX114" fmla="*/ 2562372 w 3238076"/>
                <a:gd name="connsiteY114" fmla="*/ 730602 h 1930313"/>
                <a:gd name="connsiteX115" fmla="*/ 2555842 w 3238076"/>
                <a:gd name="connsiteY115" fmla="*/ 833016 h 1930313"/>
                <a:gd name="connsiteX116" fmla="*/ 2549292 w 3238076"/>
                <a:gd name="connsiteY116" fmla="*/ 775304 h 1930313"/>
                <a:gd name="connsiteX117" fmla="*/ 2542724 w 3238076"/>
                <a:gd name="connsiteY117" fmla="*/ 687406 h 1930313"/>
                <a:gd name="connsiteX118" fmla="*/ 2536143 w 3238076"/>
                <a:gd name="connsiteY118" fmla="*/ 743324 h 1930313"/>
                <a:gd name="connsiteX119" fmla="*/ 2529549 w 3238076"/>
                <a:gd name="connsiteY119" fmla="*/ 726000 h 1930313"/>
                <a:gd name="connsiteX120" fmla="*/ 2522942 w 3238076"/>
                <a:gd name="connsiteY120" fmla="*/ 554882 h 1930313"/>
                <a:gd name="connsiteX121" fmla="*/ 2516316 w 3238076"/>
                <a:gd name="connsiteY121" fmla="*/ 590795 h 1930313"/>
                <a:gd name="connsiteX122" fmla="*/ 2509678 w 3238076"/>
                <a:gd name="connsiteY122" fmla="*/ 681636 h 1930313"/>
                <a:gd name="connsiteX123" fmla="*/ 2503020 w 3238076"/>
                <a:gd name="connsiteY123" fmla="*/ 638484 h 1930313"/>
                <a:gd name="connsiteX124" fmla="*/ 2496343 w 3238076"/>
                <a:gd name="connsiteY124" fmla="*/ 674997 h 1930313"/>
                <a:gd name="connsiteX125" fmla="*/ 2489660 w 3238076"/>
                <a:gd name="connsiteY125" fmla="*/ 716603 h 1930313"/>
                <a:gd name="connsiteX126" fmla="*/ 2482951 w 3238076"/>
                <a:gd name="connsiteY126" fmla="*/ 645295 h 1930313"/>
                <a:gd name="connsiteX127" fmla="*/ 2476235 w 3238076"/>
                <a:gd name="connsiteY127" fmla="*/ 637195 h 1930313"/>
                <a:gd name="connsiteX128" fmla="*/ 2469495 w 3238076"/>
                <a:gd name="connsiteY128" fmla="*/ 732300 h 1930313"/>
                <a:gd name="connsiteX129" fmla="*/ 2462748 w 3238076"/>
                <a:gd name="connsiteY129" fmla="*/ 915061 h 1930313"/>
                <a:gd name="connsiteX130" fmla="*/ 2455975 w 3238076"/>
                <a:gd name="connsiteY130" fmla="*/ 1066479 h 1930313"/>
                <a:gd name="connsiteX131" fmla="*/ 2449189 w 3238076"/>
                <a:gd name="connsiteY131" fmla="*/ 1170202 h 1930313"/>
                <a:gd name="connsiteX132" fmla="*/ 2442391 w 3238076"/>
                <a:gd name="connsiteY132" fmla="*/ 1084008 h 1930313"/>
                <a:gd name="connsiteX133" fmla="*/ 2435574 w 3238076"/>
                <a:gd name="connsiteY133" fmla="*/ 1280920 h 1930313"/>
                <a:gd name="connsiteX134" fmla="*/ 2428737 w 3238076"/>
                <a:gd name="connsiteY134" fmla="*/ 1210825 h 1930313"/>
                <a:gd name="connsiteX135" fmla="*/ 2421882 w 3238076"/>
                <a:gd name="connsiteY135" fmla="*/ 1254225 h 1930313"/>
                <a:gd name="connsiteX136" fmla="*/ 2415013 w 3238076"/>
                <a:gd name="connsiteY136" fmla="*/ 1205042 h 1930313"/>
                <a:gd name="connsiteX137" fmla="*/ 2408132 w 3238076"/>
                <a:gd name="connsiteY137" fmla="*/ 1234411 h 1930313"/>
                <a:gd name="connsiteX138" fmla="*/ 2401225 w 3238076"/>
                <a:gd name="connsiteY138" fmla="*/ 1231494 h 1930313"/>
                <a:gd name="connsiteX139" fmla="*/ 2387367 w 3238076"/>
                <a:gd name="connsiteY139" fmla="*/ 1086657 h 1930313"/>
                <a:gd name="connsiteX140" fmla="*/ 2380409 w 3238076"/>
                <a:gd name="connsiteY140" fmla="*/ 1094757 h 1930313"/>
                <a:gd name="connsiteX141" fmla="*/ 2373439 w 3238076"/>
                <a:gd name="connsiteY141" fmla="*/ 1300613 h 1930313"/>
                <a:gd name="connsiteX142" fmla="*/ 2366449 w 3238076"/>
                <a:gd name="connsiteY142" fmla="*/ 1343585 h 1930313"/>
                <a:gd name="connsiteX143" fmla="*/ 2359440 w 3238076"/>
                <a:gd name="connsiteY143" fmla="*/ 1224907 h 1930313"/>
                <a:gd name="connsiteX144" fmla="*/ 2352412 w 3238076"/>
                <a:gd name="connsiteY144" fmla="*/ 1197522 h 1930313"/>
                <a:gd name="connsiteX145" fmla="*/ 2345365 w 3238076"/>
                <a:gd name="connsiteY145" fmla="*/ 1225194 h 1930313"/>
                <a:gd name="connsiteX146" fmla="*/ 2338305 w 3238076"/>
                <a:gd name="connsiteY146" fmla="*/ 1328699 h 1930313"/>
                <a:gd name="connsiteX147" fmla="*/ 2331219 w 3238076"/>
                <a:gd name="connsiteY147" fmla="*/ 1290393 h 1930313"/>
                <a:gd name="connsiteX148" fmla="*/ 2324121 w 3238076"/>
                <a:gd name="connsiteY148" fmla="*/ 1306868 h 1930313"/>
                <a:gd name="connsiteX149" fmla="*/ 2316997 w 3238076"/>
                <a:gd name="connsiteY149" fmla="*/ 1334661 h 1930313"/>
                <a:gd name="connsiteX150" fmla="*/ 2309861 w 3238076"/>
                <a:gd name="connsiteY150" fmla="*/ 1288433 h 1930313"/>
                <a:gd name="connsiteX151" fmla="*/ 2302705 w 3238076"/>
                <a:gd name="connsiteY151" fmla="*/ 1350715 h 1930313"/>
                <a:gd name="connsiteX152" fmla="*/ 2295530 w 3238076"/>
                <a:gd name="connsiteY152" fmla="*/ 1303211 h 1930313"/>
                <a:gd name="connsiteX153" fmla="*/ 2288330 w 3238076"/>
                <a:gd name="connsiteY153" fmla="*/ 1287489 h 1930313"/>
                <a:gd name="connsiteX154" fmla="*/ 2281117 w 3238076"/>
                <a:gd name="connsiteY154" fmla="*/ 1252597 h 1930313"/>
                <a:gd name="connsiteX155" fmla="*/ 2273885 w 3238076"/>
                <a:gd name="connsiteY155" fmla="*/ 1232107 h 1930313"/>
                <a:gd name="connsiteX156" fmla="*/ 2266627 w 3238076"/>
                <a:gd name="connsiteY156" fmla="*/ 1222283 h 1930313"/>
                <a:gd name="connsiteX157" fmla="*/ 2259356 w 3238076"/>
                <a:gd name="connsiteY157" fmla="*/ 1350907 h 1930313"/>
                <a:gd name="connsiteX158" fmla="*/ 2252060 w 3238076"/>
                <a:gd name="connsiteY158" fmla="*/ 1273911 h 1930313"/>
                <a:gd name="connsiteX159" fmla="*/ 2244745 w 3238076"/>
                <a:gd name="connsiteY159" fmla="*/ 1204857 h 1930313"/>
                <a:gd name="connsiteX160" fmla="*/ 2237410 w 3238076"/>
                <a:gd name="connsiteY160" fmla="*/ 1232375 h 1930313"/>
                <a:gd name="connsiteX161" fmla="*/ 2230057 w 3238076"/>
                <a:gd name="connsiteY161" fmla="*/ 1243444 h 1930313"/>
                <a:gd name="connsiteX162" fmla="*/ 2222678 w 3238076"/>
                <a:gd name="connsiteY162" fmla="*/ 1369444 h 1930313"/>
                <a:gd name="connsiteX163" fmla="*/ 2215286 w 3238076"/>
                <a:gd name="connsiteY163" fmla="*/ 1203076 h 1930313"/>
                <a:gd name="connsiteX164" fmla="*/ 2207868 w 3238076"/>
                <a:gd name="connsiteY164" fmla="*/ 1246399 h 1930313"/>
                <a:gd name="connsiteX165" fmla="*/ 2200425 w 3238076"/>
                <a:gd name="connsiteY165" fmla="*/ 1314828 h 1930313"/>
                <a:gd name="connsiteX166" fmla="*/ 2192970 w 3238076"/>
                <a:gd name="connsiteY166" fmla="*/ 1265058 h 1930313"/>
                <a:gd name="connsiteX167" fmla="*/ 2185489 w 3238076"/>
                <a:gd name="connsiteY167" fmla="*/ 1206082 h 1930313"/>
                <a:gd name="connsiteX168" fmla="*/ 2177982 w 3238076"/>
                <a:gd name="connsiteY168" fmla="*/ 1167814 h 1930313"/>
                <a:gd name="connsiteX169" fmla="*/ 2170462 w 3238076"/>
                <a:gd name="connsiteY169" fmla="*/ 1204684 h 1930313"/>
                <a:gd name="connsiteX170" fmla="*/ 2162911 w 3238076"/>
                <a:gd name="connsiteY170" fmla="*/ 1177230 h 1930313"/>
                <a:gd name="connsiteX171" fmla="*/ 2155346 w 3238076"/>
                <a:gd name="connsiteY171" fmla="*/ 1195824 h 1930313"/>
                <a:gd name="connsiteX172" fmla="*/ 2147757 w 3238076"/>
                <a:gd name="connsiteY172" fmla="*/ 1208738 h 1930313"/>
                <a:gd name="connsiteX173" fmla="*/ 2140141 w 3238076"/>
                <a:gd name="connsiteY173" fmla="*/ 1139306 h 1930313"/>
                <a:gd name="connsiteX174" fmla="*/ 2132507 w 3238076"/>
                <a:gd name="connsiteY174" fmla="*/ 1122071 h 1930313"/>
                <a:gd name="connsiteX175" fmla="*/ 2124847 w 3238076"/>
                <a:gd name="connsiteY175" fmla="*/ 1133427 h 1930313"/>
                <a:gd name="connsiteX176" fmla="*/ 2117168 w 3238076"/>
                <a:gd name="connsiteY176" fmla="*/ 1203389 h 1930313"/>
                <a:gd name="connsiteX177" fmla="*/ 2109463 w 3238076"/>
                <a:gd name="connsiteY177" fmla="*/ 1042657 h 1930313"/>
                <a:gd name="connsiteX178" fmla="*/ 2101733 w 3238076"/>
                <a:gd name="connsiteY178" fmla="*/ 1096079 h 1930313"/>
                <a:gd name="connsiteX179" fmla="*/ 2093984 w 3238076"/>
                <a:gd name="connsiteY179" fmla="*/ 1100113 h 1930313"/>
                <a:gd name="connsiteX180" fmla="*/ 2086209 w 3238076"/>
                <a:gd name="connsiteY180" fmla="*/ 1055245 h 1930313"/>
                <a:gd name="connsiteX181" fmla="*/ 2078408 w 3238076"/>
                <a:gd name="connsiteY181" fmla="*/ 1051127 h 1930313"/>
                <a:gd name="connsiteX182" fmla="*/ 2070582 w 3238076"/>
                <a:gd name="connsiteY182" fmla="*/ 1107792 h 1930313"/>
                <a:gd name="connsiteX183" fmla="*/ 2062737 w 3238076"/>
                <a:gd name="connsiteY183" fmla="*/ 928025 h 1930313"/>
                <a:gd name="connsiteX184" fmla="*/ 2054867 w 3238076"/>
                <a:gd name="connsiteY184" fmla="*/ 957886 h 1930313"/>
                <a:gd name="connsiteX185" fmla="*/ 2046964 w 3238076"/>
                <a:gd name="connsiteY185" fmla="*/ 959342 h 1930313"/>
                <a:gd name="connsiteX186" fmla="*/ 2039042 w 3238076"/>
                <a:gd name="connsiteY186" fmla="*/ 891149 h 1930313"/>
                <a:gd name="connsiteX187" fmla="*/ 2031095 w 3238076"/>
                <a:gd name="connsiteY187" fmla="*/ 949058 h 1930313"/>
                <a:gd name="connsiteX188" fmla="*/ 2023123 w 3238076"/>
                <a:gd name="connsiteY188" fmla="*/ 886770 h 1930313"/>
                <a:gd name="connsiteX189" fmla="*/ 2015124 w 3238076"/>
                <a:gd name="connsiteY189" fmla="*/ 902268 h 1930313"/>
                <a:gd name="connsiteX190" fmla="*/ 2007100 w 3238076"/>
                <a:gd name="connsiteY190" fmla="*/ 934102 h 1930313"/>
                <a:gd name="connsiteX191" fmla="*/ 1999051 w 3238076"/>
                <a:gd name="connsiteY191" fmla="*/ 788384 h 1930313"/>
                <a:gd name="connsiteX192" fmla="*/ 1990976 w 3238076"/>
                <a:gd name="connsiteY192" fmla="*/ 910439 h 1930313"/>
                <a:gd name="connsiteX193" fmla="*/ 1982869 w 3238076"/>
                <a:gd name="connsiteY193" fmla="*/ 1109081 h 1930313"/>
                <a:gd name="connsiteX194" fmla="*/ 1974743 w 3238076"/>
                <a:gd name="connsiteY194" fmla="*/ 1047208 h 1930313"/>
                <a:gd name="connsiteX195" fmla="*/ 1966586 w 3238076"/>
                <a:gd name="connsiteY195" fmla="*/ 793797 h 1930313"/>
                <a:gd name="connsiteX196" fmla="*/ 1958402 w 3238076"/>
                <a:gd name="connsiteY196" fmla="*/ 733998 h 1930313"/>
                <a:gd name="connsiteX197" fmla="*/ 1950187 w 3238076"/>
                <a:gd name="connsiteY197" fmla="*/ 863337 h 1930313"/>
                <a:gd name="connsiteX198" fmla="*/ 1941952 w 3238076"/>
                <a:gd name="connsiteY198" fmla="*/ 808478 h 1930313"/>
                <a:gd name="connsiteX199" fmla="*/ 1933679 w 3238076"/>
                <a:gd name="connsiteY199" fmla="*/ 737368 h 1930313"/>
                <a:gd name="connsiteX200" fmla="*/ 1925388 w 3238076"/>
                <a:gd name="connsiteY200" fmla="*/ 772891 h 1930313"/>
                <a:gd name="connsiteX201" fmla="*/ 1917064 w 3238076"/>
                <a:gd name="connsiteY201" fmla="*/ 714822 h 1930313"/>
                <a:gd name="connsiteX202" fmla="*/ 1908708 w 3238076"/>
                <a:gd name="connsiteY202" fmla="*/ 683825 h 1930313"/>
                <a:gd name="connsiteX203" fmla="*/ 1900327 w 3238076"/>
                <a:gd name="connsiteY203" fmla="*/ 724065 h 1930313"/>
                <a:gd name="connsiteX204" fmla="*/ 1891913 w 3238076"/>
                <a:gd name="connsiteY204" fmla="*/ 784298 h 1930313"/>
                <a:gd name="connsiteX205" fmla="*/ 1883475 w 3238076"/>
                <a:gd name="connsiteY205" fmla="*/ 591210 h 1930313"/>
                <a:gd name="connsiteX206" fmla="*/ 1866502 w 3238076"/>
                <a:gd name="connsiteY206" fmla="*/ 683870 h 1930313"/>
                <a:gd name="connsiteX207" fmla="*/ 1857974 w 3238076"/>
                <a:gd name="connsiteY207" fmla="*/ 865603 h 1930313"/>
                <a:gd name="connsiteX208" fmla="*/ 1840815 w 3238076"/>
                <a:gd name="connsiteY208" fmla="*/ 473778 h 1930313"/>
                <a:gd name="connsiteX209" fmla="*/ 1832191 w 3238076"/>
                <a:gd name="connsiteY209" fmla="*/ 541508 h 1930313"/>
                <a:gd name="connsiteX210" fmla="*/ 1823536 w 3238076"/>
                <a:gd name="connsiteY210" fmla="*/ 718416 h 1930313"/>
                <a:gd name="connsiteX211" fmla="*/ 1814848 w 3238076"/>
                <a:gd name="connsiteY211" fmla="*/ 480114 h 1930313"/>
                <a:gd name="connsiteX212" fmla="*/ 1806128 w 3238076"/>
                <a:gd name="connsiteY212" fmla="*/ 493483 h 1930313"/>
                <a:gd name="connsiteX213" fmla="*/ 1797370 w 3238076"/>
                <a:gd name="connsiteY213" fmla="*/ 645372 h 1930313"/>
                <a:gd name="connsiteX214" fmla="*/ 1788587 w 3238076"/>
                <a:gd name="connsiteY214" fmla="*/ 548716 h 1930313"/>
                <a:gd name="connsiteX215" fmla="*/ 1779765 w 3238076"/>
                <a:gd name="connsiteY215" fmla="*/ 523318 h 1930313"/>
                <a:gd name="connsiteX216" fmla="*/ 1770912 w 3238076"/>
                <a:gd name="connsiteY216" fmla="*/ 455255 h 1930313"/>
                <a:gd name="connsiteX217" fmla="*/ 1762026 w 3238076"/>
                <a:gd name="connsiteY217" fmla="*/ 661694 h 1930313"/>
                <a:gd name="connsiteX218" fmla="*/ 1753108 w 3238076"/>
                <a:gd name="connsiteY218" fmla="*/ 724397 h 1930313"/>
                <a:gd name="connsiteX219" fmla="*/ 1744153 w 3238076"/>
                <a:gd name="connsiteY219" fmla="*/ 499180 h 1930313"/>
                <a:gd name="connsiteX220" fmla="*/ 1735159 w 3238076"/>
                <a:gd name="connsiteY220" fmla="*/ 653045 h 1930313"/>
                <a:gd name="connsiteX221" fmla="*/ 1726133 w 3238076"/>
                <a:gd name="connsiteY221" fmla="*/ 666865 h 1930313"/>
                <a:gd name="connsiteX222" fmla="*/ 1717075 w 3238076"/>
                <a:gd name="connsiteY222" fmla="*/ 856826 h 1930313"/>
                <a:gd name="connsiteX223" fmla="*/ 1707972 w 3238076"/>
                <a:gd name="connsiteY223" fmla="*/ 597899 h 1930313"/>
                <a:gd name="connsiteX224" fmla="*/ 1698838 w 3238076"/>
                <a:gd name="connsiteY224" fmla="*/ 668486 h 1930313"/>
                <a:gd name="connsiteX225" fmla="*/ 1689671 w 3238076"/>
                <a:gd name="connsiteY225" fmla="*/ 652981 h 1930313"/>
                <a:gd name="connsiteX226" fmla="*/ 1680460 w 3238076"/>
                <a:gd name="connsiteY226" fmla="*/ 719610 h 1930313"/>
                <a:gd name="connsiteX227" fmla="*/ 1671217 w 3238076"/>
                <a:gd name="connsiteY227" fmla="*/ 748712 h 1930313"/>
                <a:gd name="connsiteX228" fmla="*/ 1661929 w 3238076"/>
                <a:gd name="connsiteY228" fmla="*/ 673791 h 1930313"/>
                <a:gd name="connsiteX229" fmla="*/ 1652610 w 3238076"/>
                <a:gd name="connsiteY229" fmla="*/ 751367 h 1930313"/>
                <a:gd name="connsiteX230" fmla="*/ 1643245 w 3238076"/>
                <a:gd name="connsiteY230" fmla="*/ 618281 h 1930313"/>
                <a:gd name="connsiteX231" fmla="*/ 1633849 w 3238076"/>
                <a:gd name="connsiteY231" fmla="*/ 598116 h 1930313"/>
                <a:gd name="connsiteX232" fmla="*/ 1624408 w 3238076"/>
                <a:gd name="connsiteY232" fmla="*/ 616602 h 1930313"/>
                <a:gd name="connsiteX233" fmla="*/ 1614923 w 3238076"/>
                <a:gd name="connsiteY233" fmla="*/ 615358 h 1930313"/>
                <a:gd name="connsiteX234" fmla="*/ 1605405 w 3238076"/>
                <a:gd name="connsiteY234" fmla="*/ 605336 h 1930313"/>
                <a:gd name="connsiteX235" fmla="*/ 1595843 w 3238076"/>
                <a:gd name="connsiteY235" fmla="*/ 670778 h 1930313"/>
                <a:gd name="connsiteX236" fmla="*/ 1586242 w 3238076"/>
                <a:gd name="connsiteY236" fmla="*/ 707916 h 1930313"/>
                <a:gd name="connsiteX237" fmla="*/ 1576597 w 3238076"/>
                <a:gd name="connsiteY237" fmla="*/ 767676 h 1930313"/>
                <a:gd name="connsiteX238" fmla="*/ 1566907 w 3238076"/>
                <a:gd name="connsiteY238" fmla="*/ 510290 h 1930313"/>
                <a:gd name="connsiteX239" fmla="*/ 1557179 w 3238076"/>
                <a:gd name="connsiteY239" fmla="*/ 671678 h 1930313"/>
                <a:gd name="connsiteX240" fmla="*/ 1547400 w 3238076"/>
                <a:gd name="connsiteY240" fmla="*/ 417160 h 1930313"/>
                <a:gd name="connsiteX241" fmla="*/ 1537583 w 3238076"/>
                <a:gd name="connsiteY241" fmla="*/ 481930 h 1930313"/>
                <a:gd name="connsiteX242" fmla="*/ 1527720 w 3238076"/>
                <a:gd name="connsiteY242" fmla="*/ 561329 h 1930313"/>
                <a:gd name="connsiteX243" fmla="*/ 1517813 w 3238076"/>
                <a:gd name="connsiteY243" fmla="*/ 470990 h 1930313"/>
                <a:gd name="connsiteX244" fmla="*/ 1507862 w 3238076"/>
                <a:gd name="connsiteY244" fmla="*/ 649259 h 1930313"/>
                <a:gd name="connsiteX245" fmla="*/ 1497865 w 3238076"/>
                <a:gd name="connsiteY245" fmla="*/ 537530 h 1930313"/>
                <a:gd name="connsiteX246" fmla="*/ 1487825 w 3238076"/>
                <a:gd name="connsiteY246" fmla="*/ 254845 h 1930313"/>
                <a:gd name="connsiteX247" fmla="*/ 1477733 w 3238076"/>
                <a:gd name="connsiteY247" fmla="*/ 374663 h 1930313"/>
                <a:gd name="connsiteX248" fmla="*/ 1467589 w 3238076"/>
                <a:gd name="connsiteY248" fmla="*/ 439197 h 1930313"/>
                <a:gd name="connsiteX249" fmla="*/ 1457402 w 3238076"/>
                <a:gd name="connsiteY249" fmla="*/ 436199 h 1930313"/>
                <a:gd name="connsiteX250" fmla="*/ 1447169 w 3238076"/>
                <a:gd name="connsiteY250" fmla="*/ 373202 h 1930313"/>
                <a:gd name="connsiteX251" fmla="*/ 1436886 w 3238076"/>
                <a:gd name="connsiteY251" fmla="*/ 411546 h 1930313"/>
                <a:gd name="connsiteX252" fmla="*/ 1426551 w 3238076"/>
                <a:gd name="connsiteY252" fmla="*/ 361104 h 1930313"/>
                <a:gd name="connsiteX253" fmla="*/ 1416165 w 3238076"/>
                <a:gd name="connsiteY253" fmla="*/ 390256 h 1930313"/>
                <a:gd name="connsiteX254" fmla="*/ 1405729 w 3238076"/>
                <a:gd name="connsiteY254" fmla="*/ 758382 h 1930313"/>
                <a:gd name="connsiteX255" fmla="*/ 1395247 w 3238076"/>
                <a:gd name="connsiteY255" fmla="*/ 445593 h 1930313"/>
                <a:gd name="connsiteX256" fmla="*/ 1384708 w 3238076"/>
                <a:gd name="connsiteY256" fmla="*/ 677327 h 1930313"/>
                <a:gd name="connsiteX257" fmla="*/ 1374112 w 3238076"/>
                <a:gd name="connsiteY257" fmla="*/ 557506 h 1930313"/>
                <a:gd name="connsiteX258" fmla="*/ 1363471 w 3238076"/>
                <a:gd name="connsiteY258" fmla="*/ 554391 h 1930313"/>
                <a:gd name="connsiteX259" fmla="*/ 1352773 w 3238076"/>
                <a:gd name="connsiteY259" fmla="*/ 639914 h 1930313"/>
                <a:gd name="connsiteX260" fmla="*/ 1342017 w 3238076"/>
                <a:gd name="connsiteY260" fmla="*/ 307088 h 1930313"/>
                <a:gd name="connsiteX261" fmla="*/ 1331210 w 3238076"/>
                <a:gd name="connsiteY261" fmla="*/ 629593 h 1930313"/>
                <a:gd name="connsiteX262" fmla="*/ 1309424 w 3238076"/>
                <a:gd name="connsiteY262" fmla="*/ 749260 h 1930313"/>
                <a:gd name="connsiteX263" fmla="*/ 1298444 w 3238076"/>
                <a:gd name="connsiteY263" fmla="*/ 766572 h 1930313"/>
                <a:gd name="connsiteX264" fmla="*/ 1287414 w 3238076"/>
                <a:gd name="connsiteY264" fmla="*/ 951848 h 1930313"/>
                <a:gd name="connsiteX265" fmla="*/ 1276320 w 3238076"/>
                <a:gd name="connsiteY265" fmla="*/ 990894 h 1930313"/>
                <a:gd name="connsiteX266" fmla="*/ 1265168 w 3238076"/>
                <a:gd name="connsiteY266" fmla="*/ 1230249 h 1930313"/>
                <a:gd name="connsiteX267" fmla="*/ 1253953 w 3238076"/>
                <a:gd name="connsiteY267" fmla="*/ 836169 h 1930313"/>
                <a:gd name="connsiteX268" fmla="*/ 1242680 w 3238076"/>
                <a:gd name="connsiteY268" fmla="*/ 868335 h 1930313"/>
                <a:gd name="connsiteX269" fmla="*/ 1231350 w 3238076"/>
                <a:gd name="connsiteY269" fmla="*/ 737828 h 1930313"/>
                <a:gd name="connsiteX270" fmla="*/ 1219949 w 3238076"/>
                <a:gd name="connsiteY270" fmla="*/ 765704 h 1930313"/>
                <a:gd name="connsiteX271" fmla="*/ 1208491 w 3238076"/>
                <a:gd name="connsiteY271" fmla="*/ 902524 h 1930313"/>
                <a:gd name="connsiteX272" fmla="*/ 1196969 w 3238076"/>
                <a:gd name="connsiteY272" fmla="*/ 899128 h 1930313"/>
                <a:gd name="connsiteX273" fmla="*/ 1185383 w 3238076"/>
                <a:gd name="connsiteY273" fmla="*/ 800882 h 1930313"/>
                <a:gd name="connsiteX274" fmla="*/ 1173740 w 3238076"/>
                <a:gd name="connsiteY274" fmla="*/ 1006751 h 1930313"/>
                <a:gd name="connsiteX275" fmla="*/ 1162020 w 3238076"/>
                <a:gd name="connsiteY275" fmla="*/ 950111 h 1930313"/>
                <a:gd name="connsiteX276" fmla="*/ 1150243 w 3238076"/>
                <a:gd name="connsiteY276" fmla="*/ 1070475 h 1930313"/>
                <a:gd name="connsiteX277" fmla="*/ 1138396 w 3238076"/>
                <a:gd name="connsiteY277" fmla="*/ 1140117 h 1930313"/>
                <a:gd name="connsiteX278" fmla="*/ 1126485 w 3238076"/>
                <a:gd name="connsiteY278" fmla="*/ 1045485 h 1930313"/>
                <a:gd name="connsiteX279" fmla="*/ 1114503 w 3238076"/>
                <a:gd name="connsiteY279" fmla="*/ 1082386 h 1930313"/>
                <a:gd name="connsiteX280" fmla="*/ 1102451 w 3238076"/>
                <a:gd name="connsiteY280" fmla="*/ 1078914 h 1930313"/>
                <a:gd name="connsiteX281" fmla="*/ 1090336 w 3238076"/>
                <a:gd name="connsiteY281" fmla="*/ 1048887 h 1930313"/>
                <a:gd name="connsiteX282" fmla="*/ 1078144 w 3238076"/>
                <a:gd name="connsiteY282" fmla="*/ 1089389 h 1930313"/>
                <a:gd name="connsiteX283" fmla="*/ 1065888 w 3238076"/>
                <a:gd name="connsiteY283" fmla="*/ 981211 h 1930313"/>
                <a:gd name="connsiteX284" fmla="*/ 1053562 w 3238076"/>
                <a:gd name="connsiteY284" fmla="*/ 973564 h 1930313"/>
                <a:gd name="connsiteX285" fmla="*/ 1041165 w 3238076"/>
                <a:gd name="connsiteY285" fmla="*/ 901611 h 1930313"/>
                <a:gd name="connsiteX286" fmla="*/ 1028692 w 3238076"/>
                <a:gd name="connsiteY286" fmla="*/ 888500 h 1930313"/>
                <a:gd name="connsiteX287" fmla="*/ 1016149 w 3238076"/>
                <a:gd name="connsiteY287" fmla="*/ 813164 h 1930313"/>
                <a:gd name="connsiteX288" fmla="*/ 1003536 w 3238076"/>
                <a:gd name="connsiteY288" fmla="*/ 840912 h 1930313"/>
                <a:gd name="connsiteX289" fmla="*/ 990852 w 3238076"/>
                <a:gd name="connsiteY289" fmla="*/ 741486 h 1930313"/>
                <a:gd name="connsiteX290" fmla="*/ 965261 w 3238076"/>
                <a:gd name="connsiteY290" fmla="*/ 487856 h 1930313"/>
                <a:gd name="connsiteX291" fmla="*/ 952361 w 3238076"/>
                <a:gd name="connsiteY291" fmla="*/ 546520 h 1930313"/>
                <a:gd name="connsiteX292" fmla="*/ 939383 w 3238076"/>
                <a:gd name="connsiteY292" fmla="*/ 536812 h 1930313"/>
                <a:gd name="connsiteX293" fmla="*/ 926336 w 3238076"/>
                <a:gd name="connsiteY293" fmla="*/ 294418 h 1930313"/>
                <a:gd name="connsiteX294" fmla="*/ 913212 w 3238076"/>
                <a:gd name="connsiteY294" fmla="*/ 560614 h 1930313"/>
                <a:gd name="connsiteX295" fmla="*/ 900017 w 3238076"/>
                <a:gd name="connsiteY295" fmla="*/ 696822 h 1930313"/>
                <a:gd name="connsiteX296" fmla="*/ 886753 w 3238076"/>
                <a:gd name="connsiteY296" fmla="*/ 483542 h 1930313"/>
                <a:gd name="connsiteX297" fmla="*/ 873418 w 3238076"/>
                <a:gd name="connsiteY297" fmla="*/ 666335 h 1930313"/>
                <a:gd name="connsiteX298" fmla="*/ 860007 w 3238076"/>
                <a:gd name="connsiteY298" fmla="*/ 549795 h 1930313"/>
                <a:gd name="connsiteX299" fmla="*/ 846532 w 3238076"/>
                <a:gd name="connsiteY299" fmla="*/ 546603 h 1930313"/>
                <a:gd name="connsiteX300" fmla="*/ 832986 w 3238076"/>
                <a:gd name="connsiteY300" fmla="*/ 436350 h 1930313"/>
                <a:gd name="connsiteX301" fmla="*/ 819371 w 3238076"/>
                <a:gd name="connsiteY301" fmla="*/ 452364 h 1930313"/>
                <a:gd name="connsiteX302" fmla="*/ 805691 w 3238076"/>
                <a:gd name="connsiteY302" fmla="*/ 557997 h 1930313"/>
                <a:gd name="connsiteX303" fmla="*/ 791948 w 3238076"/>
                <a:gd name="connsiteY303" fmla="*/ 560997 h 1930313"/>
                <a:gd name="connsiteX304" fmla="*/ 778147 w 3238076"/>
                <a:gd name="connsiteY304" fmla="*/ 734011 h 1930313"/>
                <a:gd name="connsiteX305" fmla="*/ 764276 w 3238076"/>
                <a:gd name="connsiteY305" fmla="*/ 769234 h 1930313"/>
                <a:gd name="connsiteX306" fmla="*/ 750354 w 3238076"/>
                <a:gd name="connsiteY306" fmla="*/ 888863 h 1930313"/>
                <a:gd name="connsiteX307" fmla="*/ 736375 w 3238076"/>
                <a:gd name="connsiteY307" fmla="*/ 972734 h 1930313"/>
                <a:gd name="connsiteX308" fmla="*/ 722344 w 3238076"/>
                <a:gd name="connsiteY308" fmla="*/ 976864 h 1930313"/>
                <a:gd name="connsiteX309" fmla="*/ 708263 w 3238076"/>
                <a:gd name="connsiteY309" fmla="*/ 1147949 h 1930313"/>
                <a:gd name="connsiteX310" fmla="*/ 694137 w 3238076"/>
                <a:gd name="connsiteY310" fmla="*/ 1230581 h 1930313"/>
                <a:gd name="connsiteX311" fmla="*/ 679972 w 3238076"/>
                <a:gd name="connsiteY311" fmla="*/ 1200344 h 1930313"/>
                <a:gd name="connsiteX312" fmla="*/ 665769 w 3238076"/>
                <a:gd name="connsiteY312" fmla="*/ 1123769 h 1930313"/>
                <a:gd name="connsiteX313" fmla="*/ 651534 w 3238076"/>
                <a:gd name="connsiteY313" fmla="*/ 1097094 h 1930313"/>
                <a:gd name="connsiteX314" fmla="*/ 637280 w 3238076"/>
                <a:gd name="connsiteY314" fmla="*/ 964104 h 1930313"/>
                <a:gd name="connsiteX315" fmla="*/ 623001 w 3238076"/>
                <a:gd name="connsiteY315" fmla="*/ 972810 h 1930313"/>
                <a:gd name="connsiteX316" fmla="*/ 608709 w 3238076"/>
                <a:gd name="connsiteY316" fmla="*/ 965431 h 1930313"/>
                <a:gd name="connsiteX317" fmla="*/ 594410 w 3238076"/>
                <a:gd name="connsiteY317" fmla="*/ 916420 h 1930313"/>
                <a:gd name="connsiteX318" fmla="*/ 580111 w 3238076"/>
                <a:gd name="connsiteY318" fmla="*/ 945784 h 1930313"/>
                <a:gd name="connsiteX319" fmla="*/ 565819 w 3238076"/>
                <a:gd name="connsiteY319" fmla="*/ 822649 h 1930313"/>
                <a:gd name="connsiteX320" fmla="*/ 551546 w 3238076"/>
                <a:gd name="connsiteY320" fmla="*/ 780998 h 1930313"/>
                <a:gd name="connsiteX321" fmla="*/ 537299 w 3238076"/>
                <a:gd name="connsiteY321" fmla="*/ 912137 h 1930313"/>
                <a:gd name="connsiteX322" fmla="*/ 523089 w 3238076"/>
                <a:gd name="connsiteY322" fmla="*/ 718129 h 1930313"/>
                <a:gd name="connsiteX323" fmla="*/ 508918 w 3238076"/>
                <a:gd name="connsiteY323" fmla="*/ 748756 h 1930313"/>
                <a:gd name="connsiteX324" fmla="*/ 494805 w 3238076"/>
                <a:gd name="connsiteY324" fmla="*/ 843925 h 1930313"/>
                <a:gd name="connsiteX325" fmla="*/ 480762 w 3238076"/>
                <a:gd name="connsiteY325" fmla="*/ 872860 h 1930313"/>
                <a:gd name="connsiteX326" fmla="*/ 466788 w 3238076"/>
                <a:gd name="connsiteY326" fmla="*/ 819234 h 1930313"/>
                <a:gd name="connsiteX327" fmla="*/ 452904 w 3238076"/>
                <a:gd name="connsiteY327" fmla="*/ 878682 h 1930313"/>
                <a:gd name="connsiteX328" fmla="*/ 439118 w 3238076"/>
                <a:gd name="connsiteY328" fmla="*/ 1180396 h 1930313"/>
                <a:gd name="connsiteX329" fmla="*/ 425440 w 3238076"/>
                <a:gd name="connsiteY329" fmla="*/ 1199890 h 1930313"/>
                <a:gd name="connsiteX330" fmla="*/ 411886 w 3238076"/>
                <a:gd name="connsiteY330" fmla="*/ 1111801 h 1930313"/>
                <a:gd name="connsiteX331" fmla="*/ 398462 w 3238076"/>
                <a:gd name="connsiteY331" fmla="*/ 1127887 h 1930313"/>
                <a:gd name="connsiteX332" fmla="*/ 385182 w 3238076"/>
                <a:gd name="connsiteY332" fmla="*/ 1079137 h 1930313"/>
                <a:gd name="connsiteX333" fmla="*/ 372056 w 3238076"/>
                <a:gd name="connsiteY333" fmla="*/ 1082508 h 1930313"/>
                <a:gd name="connsiteX334" fmla="*/ 346309 w 3238076"/>
                <a:gd name="connsiteY334" fmla="*/ 975594 h 1930313"/>
                <a:gd name="connsiteX335" fmla="*/ 333707 w 3238076"/>
                <a:gd name="connsiteY335" fmla="*/ 954644 h 1930313"/>
                <a:gd name="connsiteX336" fmla="*/ 321298 w 3238076"/>
                <a:gd name="connsiteY336" fmla="*/ 987703 h 1930313"/>
                <a:gd name="connsiteX337" fmla="*/ 309089 w 3238076"/>
                <a:gd name="connsiteY337" fmla="*/ 916229 h 1930313"/>
                <a:gd name="connsiteX338" fmla="*/ 297093 w 3238076"/>
                <a:gd name="connsiteY338" fmla="*/ 968489 h 1930313"/>
                <a:gd name="connsiteX339" fmla="*/ 285311 w 3238076"/>
                <a:gd name="connsiteY339" fmla="*/ 880559 h 1930313"/>
                <a:gd name="connsiteX340" fmla="*/ 273750 w 3238076"/>
                <a:gd name="connsiteY340" fmla="*/ 995184 h 1930313"/>
                <a:gd name="connsiteX341" fmla="*/ 262415 w 3238076"/>
                <a:gd name="connsiteY341" fmla="*/ 903002 h 1930313"/>
                <a:gd name="connsiteX342" fmla="*/ 251311 w 3238076"/>
                <a:gd name="connsiteY342" fmla="*/ 940798 h 1930313"/>
                <a:gd name="connsiteX343" fmla="*/ 240443 w 3238076"/>
                <a:gd name="connsiteY343" fmla="*/ 898107 h 1930313"/>
                <a:gd name="connsiteX344" fmla="*/ 229812 w 3238076"/>
                <a:gd name="connsiteY344" fmla="*/ 828937 h 1930313"/>
                <a:gd name="connsiteX345" fmla="*/ 219416 w 3238076"/>
                <a:gd name="connsiteY345" fmla="*/ 805887 h 1930313"/>
                <a:gd name="connsiteX346" fmla="*/ 209260 w 3238076"/>
                <a:gd name="connsiteY346" fmla="*/ 758172 h 1930313"/>
                <a:gd name="connsiteX347" fmla="*/ 189663 w 3238076"/>
                <a:gd name="connsiteY347" fmla="*/ 794761 h 1930313"/>
                <a:gd name="connsiteX348" fmla="*/ 180222 w 3238076"/>
                <a:gd name="connsiteY348" fmla="*/ 695921 h 1930313"/>
                <a:gd name="connsiteX349" fmla="*/ 171013 w 3238076"/>
                <a:gd name="connsiteY349" fmla="*/ 522241 h 1930313"/>
                <a:gd name="connsiteX350" fmla="*/ 162033 w 3238076"/>
                <a:gd name="connsiteY350" fmla="*/ 468152 h 1930313"/>
                <a:gd name="connsiteX351" fmla="*/ 153289 w 3238076"/>
                <a:gd name="connsiteY351" fmla="*/ 733513 h 1930313"/>
                <a:gd name="connsiteX352" fmla="*/ 144768 w 3238076"/>
                <a:gd name="connsiteY352" fmla="*/ 582439 h 1930313"/>
                <a:gd name="connsiteX353" fmla="*/ 136466 w 3238076"/>
                <a:gd name="connsiteY353" fmla="*/ 362095 h 1930313"/>
                <a:gd name="connsiteX354" fmla="*/ 128382 w 3238076"/>
                <a:gd name="connsiteY354" fmla="*/ 542020 h 1930313"/>
                <a:gd name="connsiteX355" fmla="*/ 120511 w 3238076"/>
                <a:gd name="connsiteY355" fmla="*/ 369861 h 1930313"/>
                <a:gd name="connsiteX356" fmla="*/ 112847 w 3238076"/>
                <a:gd name="connsiteY356" fmla="*/ 151618 h 1930313"/>
                <a:gd name="connsiteX357" fmla="*/ 105387 w 3238076"/>
                <a:gd name="connsiteY357" fmla="*/ 39753 h 1930313"/>
                <a:gd name="connsiteX358" fmla="*/ 98125 w 3238076"/>
                <a:gd name="connsiteY358" fmla="*/ 455895 h 1930313"/>
                <a:gd name="connsiteX359" fmla="*/ 91054 w 3238076"/>
                <a:gd name="connsiteY359" fmla="*/ 504586 h 1930313"/>
                <a:gd name="connsiteX360" fmla="*/ 84168 w 3238076"/>
                <a:gd name="connsiteY360" fmla="*/ 492698 h 1930313"/>
                <a:gd name="connsiteX361" fmla="*/ 77469 w 3238076"/>
                <a:gd name="connsiteY361" fmla="*/ 422185 h 1930313"/>
                <a:gd name="connsiteX362" fmla="*/ 70949 w 3238076"/>
                <a:gd name="connsiteY362" fmla="*/ 306995 h 1930313"/>
                <a:gd name="connsiteX363" fmla="*/ 64595 w 3238076"/>
                <a:gd name="connsiteY363" fmla="*/ 275929 h 1930313"/>
                <a:gd name="connsiteX364" fmla="*/ 58412 w 3238076"/>
                <a:gd name="connsiteY364" fmla="*/ 27114 h 1930313"/>
                <a:gd name="connsiteX365" fmla="*/ 52391 w 3238076"/>
                <a:gd name="connsiteY365" fmla="*/ 197920 h 1930313"/>
                <a:gd name="connsiteX366" fmla="*/ 46522 w 3238076"/>
                <a:gd name="connsiteY366" fmla="*/ 0 h 1930313"/>
                <a:gd name="connsiteX367" fmla="*/ 40810 w 3238076"/>
                <a:gd name="connsiteY367" fmla="*/ 299141 h 1930313"/>
                <a:gd name="connsiteX368" fmla="*/ 35242 w 3238076"/>
                <a:gd name="connsiteY368" fmla="*/ 229421 h 1930313"/>
                <a:gd name="connsiteX369" fmla="*/ 29815 w 3238076"/>
                <a:gd name="connsiteY369" fmla="*/ 215321 h 1930313"/>
                <a:gd name="connsiteX370" fmla="*/ 24531 w 3238076"/>
                <a:gd name="connsiteY370" fmla="*/ 156459 h 1930313"/>
                <a:gd name="connsiteX371" fmla="*/ 19372 w 3238076"/>
                <a:gd name="connsiteY371" fmla="*/ 475422 h 1930313"/>
                <a:gd name="connsiteX372" fmla="*/ 14346 w 3238076"/>
                <a:gd name="connsiteY372" fmla="*/ 553586 h 1930313"/>
                <a:gd name="connsiteX373" fmla="*/ 9449 w 3238076"/>
                <a:gd name="connsiteY373" fmla="*/ 793312 h 1930313"/>
                <a:gd name="connsiteX374" fmla="*/ 4669 w 3238076"/>
                <a:gd name="connsiteY374" fmla="*/ 430268 h 1930313"/>
                <a:gd name="connsiteX375" fmla="*/ 0 w 3238076"/>
                <a:gd name="connsiteY375" fmla="*/ 466765 h 1930313"/>
                <a:gd name="connsiteX376" fmla="*/ 0 w 3238076"/>
                <a:gd name="connsiteY376" fmla="*/ 466765 h 1930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</a:cxnLst>
              <a:rect l="l" t="t" r="r" b="b"/>
              <a:pathLst>
                <a:path w="3238076" h="1930313" extrusionOk="0">
                  <a:moveTo>
                    <a:pt x="3238077" y="762334"/>
                  </a:moveTo>
                  <a:cubicBezTo>
                    <a:pt x="3291853" y="1031992"/>
                    <a:pt x="3216395" y="1080923"/>
                    <a:pt x="3233034" y="1322964"/>
                  </a:cubicBezTo>
                  <a:cubicBezTo>
                    <a:pt x="3249673" y="1565005"/>
                    <a:pt x="3177556" y="1744037"/>
                    <a:pt x="3227570" y="1930314"/>
                  </a:cubicBezTo>
                  <a:cubicBezTo>
                    <a:pt x="3213352" y="1845810"/>
                    <a:pt x="3245156" y="1724500"/>
                    <a:pt x="3222298" y="1672013"/>
                  </a:cubicBezTo>
                  <a:cubicBezTo>
                    <a:pt x="3214737" y="1528721"/>
                    <a:pt x="3257596" y="1396085"/>
                    <a:pt x="3217025" y="1196616"/>
                  </a:cubicBezTo>
                  <a:cubicBezTo>
                    <a:pt x="3203036" y="1162331"/>
                    <a:pt x="3225736" y="1133456"/>
                    <a:pt x="3211740" y="1085750"/>
                  </a:cubicBezTo>
                  <a:cubicBezTo>
                    <a:pt x="3231811" y="1148518"/>
                    <a:pt x="3193013" y="1201571"/>
                    <a:pt x="3206448" y="1288006"/>
                  </a:cubicBezTo>
                  <a:cubicBezTo>
                    <a:pt x="3238622" y="1431002"/>
                    <a:pt x="3163526" y="1592904"/>
                    <a:pt x="3201143" y="1790800"/>
                  </a:cubicBezTo>
                  <a:cubicBezTo>
                    <a:pt x="3187097" y="1678955"/>
                    <a:pt x="3226507" y="1626586"/>
                    <a:pt x="3198488" y="1483591"/>
                  </a:cubicBezTo>
                  <a:cubicBezTo>
                    <a:pt x="3170468" y="1340596"/>
                    <a:pt x="3224647" y="1325234"/>
                    <a:pt x="3195832" y="1176381"/>
                  </a:cubicBezTo>
                  <a:cubicBezTo>
                    <a:pt x="3210423" y="1412873"/>
                    <a:pt x="3147132" y="1523382"/>
                    <a:pt x="3190515" y="1729814"/>
                  </a:cubicBezTo>
                  <a:cubicBezTo>
                    <a:pt x="3190128" y="1739070"/>
                    <a:pt x="3184279" y="1753835"/>
                    <a:pt x="3185185" y="1761399"/>
                  </a:cubicBezTo>
                  <a:cubicBezTo>
                    <a:pt x="3171152" y="1493205"/>
                    <a:pt x="3188357" y="1384663"/>
                    <a:pt x="3179848" y="1166059"/>
                  </a:cubicBezTo>
                  <a:cubicBezTo>
                    <a:pt x="3168753" y="1124090"/>
                    <a:pt x="3187059" y="1099734"/>
                    <a:pt x="3174506" y="1047112"/>
                  </a:cubicBezTo>
                  <a:cubicBezTo>
                    <a:pt x="3169827" y="990754"/>
                    <a:pt x="3188623" y="952098"/>
                    <a:pt x="3169150" y="899326"/>
                  </a:cubicBezTo>
                  <a:cubicBezTo>
                    <a:pt x="3191092" y="955738"/>
                    <a:pt x="3161809" y="1066563"/>
                    <a:pt x="3163788" y="1136211"/>
                  </a:cubicBezTo>
                  <a:cubicBezTo>
                    <a:pt x="3162298" y="1143965"/>
                    <a:pt x="3159570" y="1150976"/>
                    <a:pt x="3158420" y="1158214"/>
                  </a:cubicBezTo>
                  <a:cubicBezTo>
                    <a:pt x="3132212" y="1080849"/>
                    <a:pt x="3169147" y="982844"/>
                    <a:pt x="3153039" y="933310"/>
                  </a:cubicBezTo>
                  <a:cubicBezTo>
                    <a:pt x="3155256" y="961406"/>
                    <a:pt x="3144903" y="980066"/>
                    <a:pt x="3147645" y="1007663"/>
                  </a:cubicBezTo>
                  <a:cubicBezTo>
                    <a:pt x="3150977" y="1076079"/>
                    <a:pt x="3139019" y="1095773"/>
                    <a:pt x="3142251" y="1172142"/>
                  </a:cubicBezTo>
                  <a:cubicBezTo>
                    <a:pt x="3132970" y="1120515"/>
                    <a:pt x="3144497" y="1111741"/>
                    <a:pt x="3131425" y="1062407"/>
                  </a:cubicBezTo>
                  <a:cubicBezTo>
                    <a:pt x="3125375" y="1013007"/>
                    <a:pt x="3136925" y="985585"/>
                    <a:pt x="3126005" y="951880"/>
                  </a:cubicBezTo>
                  <a:cubicBezTo>
                    <a:pt x="3120317" y="942600"/>
                    <a:pt x="3126614" y="916270"/>
                    <a:pt x="3120567" y="903596"/>
                  </a:cubicBezTo>
                  <a:cubicBezTo>
                    <a:pt x="3134175" y="990786"/>
                    <a:pt x="3095637" y="1035113"/>
                    <a:pt x="3115128" y="1089300"/>
                  </a:cubicBezTo>
                  <a:cubicBezTo>
                    <a:pt x="3127452" y="1118845"/>
                    <a:pt x="3098083" y="1160348"/>
                    <a:pt x="3104213" y="1227051"/>
                  </a:cubicBezTo>
                  <a:cubicBezTo>
                    <a:pt x="3112357" y="1269939"/>
                    <a:pt x="3096212" y="1290401"/>
                    <a:pt x="3098742" y="1319814"/>
                  </a:cubicBezTo>
                  <a:cubicBezTo>
                    <a:pt x="3092253" y="1289938"/>
                    <a:pt x="3105844" y="1248773"/>
                    <a:pt x="3093265" y="1195154"/>
                  </a:cubicBezTo>
                  <a:cubicBezTo>
                    <a:pt x="3085165" y="1180460"/>
                    <a:pt x="3096952" y="1159554"/>
                    <a:pt x="3087776" y="1136887"/>
                  </a:cubicBezTo>
                  <a:cubicBezTo>
                    <a:pt x="3091669" y="1170565"/>
                    <a:pt x="3080570" y="1200059"/>
                    <a:pt x="3082280" y="1243144"/>
                  </a:cubicBezTo>
                  <a:cubicBezTo>
                    <a:pt x="3082207" y="1264313"/>
                    <a:pt x="3072106" y="1280301"/>
                    <a:pt x="3076771" y="1298296"/>
                  </a:cubicBezTo>
                  <a:cubicBezTo>
                    <a:pt x="3080424" y="1329495"/>
                    <a:pt x="3071193" y="1376071"/>
                    <a:pt x="3071249" y="1401731"/>
                  </a:cubicBezTo>
                  <a:cubicBezTo>
                    <a:pt x="3059511" y="1369508"/>
                    <a:pt x="3071582" y="1353504"/>
                    <a:pt x="3065728" y="1321825"/>
                  </a:cubicBezTo>
                  <a:cubicBezTo>
                    <a:pt x="3042632" y="1189639"/>
                    <a:pt x="3067122" y="1061718"/>
                    <a:pt x="3060187" y="898266"/>
                  </a:cubicBezTo>
                  <a:cubicBezTo>
                    <a:pt x="3091576" y="1040733"/>
                    <a:pt x="3019874" y="1141337"/>
                    <a:pt x="3054646" y="1329887"/>
                  </a:cubicBezTo>
                  <a:cubicBezTo>
                    <a:pt x="3034517" y="1213380"/>
                    <a:pt x="3072598" y="1157691"/>
                    <a:pt x="3043527" y="1086638"/>
                  </a:cubicBezTo>
                  <a:cubicBezTo>
                    <a:pt x="3043399" y="1147779"/>
                    <a:pt x="3025519" y="1209601"/>
                    <a:pt x="3037948" y="1270930"/>
                  </a:cubicBezTo>
                  <a:cubicBezTo>
                    <a:pt x="3037653" y="1291869"/>
                    <a:pt x="3033403" y="1303858"/>
                    <a:pt x="3032362" y="1326472"/>
                  </a:cubicBezTo>
                  <a:cubicBezTo>
                    <a:pt x="3029233" y="1315950"/>
                    <a:pt x="3030516" y="1311607"/>
                    <a:pt x="3026770" y="1298679"/>
                  </a:cubicBezTo>
                  <a:cubicBezTo>
                    <a:pt x="3026106" y="1309872"/>
                    <a:pt x="3021792" y="1311760"/>
                    <a:pt x="3021166" y="1321997"/>
                  </a:cubicBezTo>
                  <a:cubicBezTo>
                    <a:pt x="2998396" y="1238466"/>
                    <a:pt x="3032929" y="1171272"/>
                    <a:pt x="3015555" y="1128308"/>
                  </a:cubicBezTo>
                  <a:cubicBezTo>
                    <a:pt x="3019248" y="1200246"/>
                    <a:pt x="2999393" y="1284354"/>
                    <a:pt x="3009931" y="1393177"/>
                  </a:cubicBezTo>
                  <a:cubicBezTo>
                    <a:pt x="2974598" y="1318267"/>
                    <a:pt x="3022158" y="1204132"/>
                    <a:pt x="3004295" y="1036120"/>
                  </a:cubicBezTo>
                  <a:cubicBezTo>
                    <a:pt x="3009654" y="1141211"/>
                    <a:pt x="2978331" y="1181281"/>
                    <a:pt x="2998652" y="1305987"/>
                  </a:cubicBezTo>
                  <a:cubicBezTo>
                    <a:pt x="2951471" y="1116912"/>
                    <a:pt x="3011176" y="1045584"/>
                    <a:pt x="2992996" y="890715"/>
                  </a:cubicBezTo>
                  <a:cubicBezTo>
                    <a:pt x="3006992" y="989094"/>
                    <a:pt x="2966958" y="1018981"/>
                    <a:pt x="2987334" y="1127829"/>
                  </a:cubicBezTo>
                  <a:cubicBezTo>
                    <a:pt x="2986857" y="1167347"/>
                    <a:pt x="2981324" y="1196582"/>
                    <a:pt x="2981660" y="1219404"/>
                  </a:cubicBezTo>
                  <a:cubicBezTo>
                    <a:pt x="2980057" y="1219142"/>
                    <a:pt x="2978496" y="1218631"/>
                    <a:pt x="2975972" y="1218402"/>
                  </a:cubicBezTo>
                  <a:cubicBezTo>
                    <a:pt x="2973189" y="1191647"/>
                    <a:pt x="2976683" y="1179310"/>
                    <a:pt x="2970278" y="1156605"/>
                  </a:cubicBezTo>
                  <a:cubicBezTo>
                    <a:pt x="2976622" y="1176878"/>
                    <a:pt x="2965147" y="1223250"/>
                    <a:pt x="2964578" y="1249010"/>
                  </a:cubicBezTo>
                  <a:cubicBezTo>
                    <a:pt x="2952756" y="1201156"/>
                    <a:pt x="2963552" y="1186469"/>
                    <a:pt x="2958858" y="1140098"/>
                  </a:cubicBezTo>
                  <a:cubicBezTo>
                    <a:pt x="2963614" y="1164192"/>
                    <a:pt x="2951574" y="1199221"/>
                    <a:pt x="2953133" y="1215670"/>
                  </a:cubicBezTo>
                  <a:cubicBezTo>
                    <a:pt x="2949377" y="1190399"/>
                    <a:pt x="2951569" y="1171954"/>
                    <a:pt x="2947400" y="1147988"/>
                  </a:cubicBezTo>
                  <a:cubicBezTo>
                    <a:pt x="2926323" y="1018713"/>
                    <a:pt x="2952139" y="935988"/>
                    <a:pt x="2941655" y="757176"/>
                  </a:cubicBezTo>
                  <a:cubicBezTo>
                    <a:pt x="2946562" y="899064"/>
                    <a:pt x="2909181" y="966295"/>
                    <a:pt x="2935898" y="1046442"/>
                  </a:cubicBezTo>
                  <a:cubicBezTo>
                    <a:pt x="2937251" y="1062642"/>
                    <a:pt x="2931151" y="1064637"/>
                    <a:pt x="2930127" y="1080797"/>
                  </a:cubicBezTo>
                  <a:cubicBezTo>
                    <a:pt x="2928317" y="1087279"/>
                    <a:pt x="2925334" y="1089049"/>
                    <a:pt x="2924350" y="1093289"/>
                  </a:cubicBezTo>
                  <a:cubicBezTo>
                    <a:pt x="2919900" y="1044214"/>
                    <a:pt x="2928317" y="1037464"/>
                    <a:pt x="2918561" y="982373"/>
                  </a:cubicBezTo>
                  <a:cubicBezTo>
                    <a:pt x="2895615" y="903065"/>
                    <a:pt x="2918951" y="701810"/>
                    <a:pt x="2912758" y="614911"/>
                  </a:cubicBezTo>
                  <a:cubicBezTo>
                    <a:pt x="2911913" y="699827"/>
                    <a:pt x="2906698" y="805755"/>
                    <a:pt x="2906949" y="905575"/>
                  </a:cubicBezTo>
                  <a:cubicBezTo>
                    <a:pt x="2897739" y="865059"/>
                    <a:pt x="2910461" y="831857"/>
                    <a:pt x="2901128" y="770121"/>
                  </a:cubicBezTo>
                  <a:cubicBezTo>
                    <a:pt x="2901713" y="788428"/>
                    <a:pt x="2892561" y="799982"/>
                    <a:pt x="2895293" y="821513"/>
                  </a:cubicBezTo>
                  <a:cubicBezTo>
                    <a:pt x="2908694" y="991543"/>
                    <a:pt x="2858380" y="1079359"/>
                    <a:pt x="2889453" y="1162733"/>
                  </a:cubicBezTo>
                  <a:cubicBezTo>
                    <a:pt x="2891569" y="1181622"/>
                    <a:pt x="2882568" y="1202179"/>
                    <a:pt x="2883599" y="1217119"/>
                  </a:cubicBezTo>
                  <a:cubicBezTo>
                    <a:pt x="2882334" y="1218880"/>
                    <a:pt x="2879530" y="1221076"/>
                    <a:pt x="2877733" y="1223624"/>
                  </a:cubicBezTo>
                  <a:cubicBezTo>
                    <a:pt x="2872498" y="1044549"/>
                    <a:pt x="2905920" y="993071"/>
                    <a:pt x="2871854" y="847359"/>
                  </a:cubicBezTo>
                  <a:cubicBezTo>
                    <a:pt x="2868452" y="832220"/>
                    <a:pt x="2871172" y="818651"/>
                    <a:pt x="2865969" y="800104"/>
                  </a:cubicBezTo>
                  <a:cubicBezTo>
                    <a:pt x="2848509" y="744666"/>
                    <a:pt x="2873150" y="700968"/>
                    <a:pt x="2860070" y="662192"/>
                  </a:cubicBezTo>
                  <a:cubicBezTo>
                    <a:pt x="2868930" y="737485"/>
                    <a:pt x="2837827" y="765980"/>
                    <a:pt x="2854159" y="857739"/>
                  </a:cubicBezTo>
                  <a:cubicBezTo>
                    <a:pt x="2866702" y="956895"/>
                    <a:pt x="2818398" y="997342"/>
                    <a:pt x="2848236" y="1132808"/>
                  </a:cubicBezTo>
                  <a:cubicBezTo>
                    <a:pt x="2845537" y="1131678"/>
                    <a:pt x="2844800" y="1130616"/>
                    <a:pt x="2842299" y="1129827"/>
                  </a:cubicBezTo>
                  <a:cubicBezTo>
                    <a:pt x="2833844" y="1099889"/>
                    <a:pt x="2839868" y="1082143"/>
                    <a:pt x="2836356" y="1065790"/>
                  </a:cubicBezTo>
                  <a:cubicBezTo>
                    <a:pt x="2802793" y="1002756"/>
                    <a:pt x="2856870" y="835116"/>
                    <a:pt x="2830401" y="770510"/>
                  </a:cubicBezTo>
                  <a:cubicBezTo>
                    <a:pt x="2848299" y="872593"/>
                    <a:pt x="2801526" y="924239"/>
                    <a:pt x="2824432" y="982296"/>
                  </a:cubicBezTo>
                  <a:cubicBezTo>
                    <a:pt x="2827028" y="1058322"/>
                    <a:pt x="2791156" y="1152652"/>
                    <a:pt x="2818451" y="1227766"/>
                  </a:cubicBezTo>
                  <a:cubicBezTo>
                    <a:pt x="2822941" y="1244040"/>
                    <a:pt x="2812406" y="1263188"/>
                    <a:pt x="2812463" y="1298551"/>
                  </a:cubicBezTo>
                  <a:cubicBezTo>
                    <a:pt x="2809711" y="1273888"/>
                    <a:pt x="2814586" y="1260609"/>
                    <a:pt x="2806457" y="1242805"/>
                  </a:cubicBezTo>
                  <a:cubicBezTo>
                    <a:pt x="2804310" y="1240548"/>
                    <a:pt x="2802260" y="1237732"/>
                    <a:pt x="2800444" y="1236250"/>
                  </a:cubicBezTo>
                  <a:cubicBezTo>
                    <a:pt x="2804925" y="1269724"/>
                    <a:pt x="2788307" y="1291058"/>
                    <a:pt x="2794411" y="1305975"/>
                  </a:cubicBezTo>
                  <a:cubicBezTo>
                    <a:pt x="2791484" y="1290727"/>
                    <a:pt x="2791497" y="1274688"/>
                    <a:pt x="2788373" y="1265849"/>
                  </a:cubicBezTo>
                  <a:cubicBezTo>
                    <a:pt x="2781866" y="1223247"/>
                    <a:pt x="2792256" y="1217269"/>
                    <a:pt x="2782322" y="1179106"/>
                  </a:cubicBezTo>
                  <a:cubicBezTo>
                    <a:pt x="2780457" y="1248521"/>
                    <a:pt x="2776634" y="1297456"/>
                    <a:pt x="2776257" y="1342245"/>
                  </a:cubicBezTo>
                  <a:cubicBezTo>
                    <a:pt x="2768821" y="1289497"/>
                    <a:pt x="2781518" y="1220790"/>
                    <a:pt x="2770187" y="1188586"/>
                  </a:cubicBezTo>
                  <a:cubicBezTo>
                    <a:pt x="2756525" y="1134335"/>
                    <a:pt x="2774335" y="1054499"/>
                    <a:pt x="2764097" y="1009291"/>
                  </a:cubicBezTo>
                  <a:cubicBezTo>
                    <a:pt x="2774765" y="1147223"/>
                    <a:pt x="2720360" y="1235550"/>
                    <a:pt x="2757995" y="1377659"/>
                  </a:cubicBezTo>
                  <a:cubicBezTo>
                    <a:pt x="2726108" y="1291605"/>
                    <a:pt x="2767775" y="1207020"/>
                    <a:pt x="2751886" y="1117565"/>
                  </a:cubicBezTo>
                  <a:cubicBezTo>
                    <a:pt x="2742447" y="1085221"/>
                    <a:pt x="2759699" y="1018664"/>
                    <a:pt x="2745758" y="976315"/>
                  </a:cubicBezTo>
                  <a:cubicBezTo>
                    <a:pt x="2745319" y="1034846"/>
                    <a:pt x="2719689" y="1114729"/>
                    <a:pt x="2739624" y="1175474"/>
                  </a:cubicBezTo>
                  <a:cubicBezTo>
                    <a:pt x="2729107" y="1106702"/>
                    <a:pt x="2742043" y="1068696"/>
                    <a:pt x="2733470" y="988973"/>
                  </a:cubicBezTo>
                  <a:cubicBezTo>
                    <a:pt x="2732450" y="1004413"/>
                    <a:pt x="2723566" y="1027257"/>
                    <a:pt x="2727310" y="1059853"/>
                  </a:cubicBezTo>
                  <a:cubicBezTo>
                    <a:pt x="2727300" y="1113943"/>
                    <a:pt x="2718211" y="1153439"/>
                    <a:pt x="2721131" y="1183294"/>
                  </a:cubicBezTo>
                  <a:cubicBezTo>
                    <a:pt x="2715594" y="1150260"/>
                    <a:pt x="2721041" y="1134788"/>
                    <a:pt x="2714946" y="1108743"/>
                  </a:cubicBezTo>
                  <a:cubicBezTo>
                    <a:pt x="2715160" y="1146054"/>
                    <a:pt x="2703888" y="1166499"/>
                    <a:pt x="2708741" y="1211393"/>
                  </a:cubicBezTo>
                  <a:cubicBezTo>
                    <a:pt x="2687651" y="1113143"/>
                    <a:pt x="2730002" y="1049741"/>
                    <a:pt x="2702530" y="933393"/>
                  </a:cubicBezTo>
                  <a:cubicBezTo>
                    <a:pt x="2706027" y="969973"/>
                    <a:pt x="2688361" y="991357"/>
                    <a:pt x="2696300" y="1033171"/>
                  </a:cubicBezTo>
                  <a:cubicBezTo>
                    <a:pt x="2708000" y="1083129"/>
                    <a:pt x="2686837" y="1183745"/>
                    <a:pt x="2690057" y="1225870"/>
                  </a:cubicBezTo>
                  <a:cubicBezTo>
                    <a:pt x="2695606" y="1261558"/>
                    <a:pt x="2685261" y="1273090"/>
                    <a:pt x="2683808" y="1305043"/>
                  </a:cubicBezTo>
                  <a:cubicBezTo>
                    <a:pt x="2670967" y="1258292"/>
                    <a:pt x="2683226" y="1158929"/>
                    <a:pt x="2677540" y="1101479"/>
                  </a:cubicBezTo>
                  <a:cubicBezTo>
                    <a:pt x="2678480" y="1109747"/>
                    <a:pt x="2669382" y="1125153"/>
                    <a:pt x="2671258" y="1139977"/>
                  </a:cubicBezTo>
                  <a:cubicBezTo>
                    <a:pt x="2656578" y="1112054"/>
                    <a:pt x="2679068" y="1077430"/>
                    <a:pt x="2664964" y="1025332"/>
                  </a:cubicBezTo>
                  <a:cubicBezTo>
                    <a:pt x="2664229" y="1068780"/>
                    <a:pt x="2660317" y="1078561"/>
                    <a:pt x="2658658" y="1118522"/>
                  </a:cubicBezTo>
                  <a:cubicBezTo>
                    <a:pt x="2650965" y="1093744"/>
                    <a:pt x="2654217" y="1035104"/>
                    <a:pt x="2652338" y="1009349"/>
                  </a:cubicBezTo>
                  <a:cubicBezTo>
                    <a:pt x="2634734" y="942473"/>
                    <a:pt x="2660207" y="901160"/>
                    <a:pt x="2646000" y="846663"/>
                  </a:cubicBezTo>
                  <a:cubicBezTo>
                    <a:pt x="2664853" y="961991"/>
                    <a:pt x="2607150" y="1060562"/>
                    <a:pt x="2639655" y="1158795"/>
                  </a:cubicBezTo>
                  <a:cubicBezTo>
                    <a:pt x="2636629" y="1134779"/>
                    <a:pt x="2640868" y="1093661"/>
                    <a:pt x="2633290" y="1070220"/>
                  </a:cubicBezTo>
                  <a:cubicBezTo>
                    <a:pt x="2632661" y="1072224"/>
                    <a:pt x="2628963" y="1073239"/>
                    <a:pt x="2626913" y="1076392"/>
                  </a:cubicBezTo>
                  <a:cubicBezTo>
                    <a:pt x="2643799" y="1118121"/>
                    <a:pt x="2619504" y="1167133"/>
                    <a:pt x="2620524" y="1231296"/>
                  </a:cubicBezTo>
                  <a:cubicBezTo>
                    <a:pt x="2620896" y="1240868"/>
                    <a:pt x="2611815" y="1257874"/>
                    <a:pt x="2614121" y="1273854"/>
                  </a:cubicBezTo>
                  <a:cubicBezTo>
                    <a:pt x="2593498" y="1193805"/>
                    <a:pt x="2631279" y="1171006"/>
                    <a:pt x="2607706" y="1085074"/>
                  </a:cubicBezTo>
                  <a:cubicBezTo>
                    <a:pt x="2605755" y="1098280"/>
                    <a:pt x="2599422" y="1107637"/>
                    <a:pt x="2601272" y="1127376"/>
                  </a:cubicBezTo>
                  <a:cubicBezTo>
                    <a:pt x="2596019" y="1110471"/>
                    <a:pt x="2601140" y="1086528"/>
                    <a:pt x="2594825" y="1054083"/>
                  </a:cubicBezTo>
                  <a:cubicBezTo>
                    <a:pt x="2599968" y="1089599"/>
                    <a:pt x="2574286" y="1131890"/>
                    <a:pt x="2588365" y="1204818"/>
                  </a:cubicBezTo>
                  <a:cubicBezTo>
                    <a:pt x="2571717" y="1066554"/>
                    <a:pt x="2603314" y="989597"/>
                    <a:pt x="2581886" y="906437"/>
                  </a:cubicBezTo>
                  <a:cubicBezTo>
                    <a:pt x="2582115" y="920719"/>
                    <a:pt x="2573454" y="931648"/>
                    <a:pt x="2575400" y="943103"/>
                  </a:cubicBezTo>
                  <a:cubicBezTo>
                    <a:pt x="2569594" y="924934"/>
                    <a:pt x="2574323" y="908242"/>
                    <a:pt x="2568896" y="898151"/>
                  </a:cubicBezTo>
                  <a:cubicBezTo>
                    <a:pt x="2550571" y="858225"/>
                    <a:pt x="2571006" y="803637"/>
                    <a:pt x="2562372" y="730602"/>
                  </a:cubicBezTo>
                  <a:cubicBezTo>
                    <a:pt x="2572554" y="752049"/>
                    <a:pt x="2550714" y="793254"/>
                    <a:pt x="2555842" y="833016"/>
                  </a:cubicBezTo>
                  <a:cubicBezTo>
                    <a:pt x="2551637" y="819423"/>
                    <a:pt x="2556815" y="797418"/>
                    <a:pt x="2549292" y="775304"/>
                  </a:cubicBezTo>
                  <a:cubicBezTo>
                    <a:pt x="2538431" y="753669"/>
                    <a:pt x="2556169" y="728462"/>
                    <a:pt x="2542724" y="687406"/>
                  </a:cubicBezTo>
                  <a:cubicBezTo>
                    <a:pt x="2546176" y="699220"/>
                    <a:pt x="2534340" y="723016"/>
                    <a:pt x="2536143" y="743324"/>
                  </a:cubicBezTo>
                  <a:cubicBezTo>
                    <a:pt x="2533151" y="736804"/>
                    <a:pt x="2530928" y="729513"/>
                    <a:pt x="2529549" y="726000"/>
                  </a:cubicBezTo>
                  <a:cubicBezTo>
                    <a:pt x="2514407" y="645590"/>
                    <a:pt x="2526953" y="639606"/>
                    <a:pt x="2522942" y="554882"/>
                  </a:cubicBezTo>
                  <a:cubicBezTo>
                    <a:pt x="2521370" y="569480"/>
                    <a:pt x="2516168" y="572492"/>
                    <a:pt x="2516316" y="590795"/>
                  </a:cubicBezTo>
                  <a:cubicBezTo>
                    <a:pt x="2515727" y="615696"/>
                    <a:pt x="2502393" y="659763"/>
                    <a:pt x="2509678" y="681636"/>
                  </a:cubicBezTo>
                  <a:cubicBezTo>
                    <a:pt x="2506967" y="667543"/>
                    <a:pt x="2511148" y="658705"/>
                    <a:pt x="2503020" y="638484"/>
                  </a:cubicBezTo>
                  <a:cubicBezTo>
                    <a:pt x="2503373" y="654853"/>
                    <a:pt x="2495426" y="666827"/>
                    <a:pt x="2496343" y="674997"/>
                  </a:cubicBezTo>
                  <a:cubicBezTo>
                    <a:pt x="2498710" y="686021"/>
                    <a:pt x="2489989" y="707580"/>
                    <a:pt x="2489660" y="716603"/>
                  </a:cubicBezTo>
                  <a:cubicBezTo>
                    <a:pt x="2485241" y="692867"/>
                    <a:pt x="2485773" y="668900"/>
                    <a:pt x="2482951" y="645295"/>
                  </a:cubicBezTo>
                  <a:cubicBezTo>
                    <a:pt x="2479274" y="642269"/>
                    <a:pt x="2479522" y="640179"/>
                    <a:pt x="2476235" y="637195"/>
                  </a:cubicBezTo>
                  <a:cubicBezTo>
                    <a:pt x="2474454" y="681542"/>
                    <a:pt x="2468241" y="691269"/>
                    <a:pt x="2469495" y="732300"/>
                  </a:cubicBezTo>
                  <a:cubicBezTo>
                    <a:pt x="2485803" y="778007"/>
                    <a:pt x="2450436" y="859954"/>
                    <a:pt x="2462748" y="915061"/>
                  </a:cubicBezTo>
                  <a:cubicBezTo>
                    <a:pt x="2465088" y="963924"/>
                    <a:pt x="2446326" y="1008229"/>
                    <a:pt x="2455975" y="1066479"/>
                  </a:cubicBezTo>
                  <a:cubicBezTo>
                    <a:pt x="2455656" y="1098862"/>
                    <a:pt x="2445007" y="1146051"/>
                    <a:pt x="2449189" y="1170202"/>
                  </a:cubicBezTo>
                  <a:cubicBezTo>
                    <a:pt x="2445086" y="1147681"/>
                    <a:pt x="2456032" y="1125113"/>
                    <a:pt x="2442391" y="1084008"/>
                  </a:cubicBezTo>
                  <a:cubicBezTo>
                    <a:pt x="2441015" y="1165485"/>
                    <a:pt x="2416716" y="1209631"/>
                    <a:pt x="2435574" y="1280920"/>
                  </a:cubicBezTo>
                  <a:cubicBezTo>
                    <a:pt x="2433223" y="1260779"/>
                    <a:pt x="2434395" y="1238162"/>
                    <a:pt x="2428737" y="1210825"/>
                  </a:cubicBezTo>
                  <a:cubicBezTo>
                    <a:pt x="2429270" y="1227231"/>
                    <a:pt x="2420144" y="1244751"/>
                    <a:pt x="2421882" y="1254225"/>
                  </a:cubicBezTo>
                  <a:cubicBezTo>
                    <a:pt x="2416766" y="1231233"/>
                    <a:pt x="2421313" y="1222539"/>
                    <a:pt x="2415013" y="1205042"/>
                  </a:cubicBezTo>
                  <a:cubicBezTo>
                    <a:pt x="2415015" y="1211972"/>
                    <a:pt x="2407620" y="1222040"/>
                    <a:pt x="2408132" y="1234411"/>
                  </a:cubicBezTo>
                  <a:cubicBezTo>
                    <a:pt x="2404987" y="1234032"/>
                    <a:pt x="2404237" y="1232512"/>
                    <a:pt x="2401225" y="1231494"/>
                  </a:cubicBezTo>
                  <a:cubicBezTo>
                    <a:pt x="2385678" y="1163793"/>
                    <a:pt x="2394839" y="1158152"/>
                    <a:pt x="2387367" y="1086657"/>
                  </a:cubicBezTo>
                  <a:cubicBezTo>
                    <a:pt x="2385003" y="1091088"/>
                    <a:pt x="2382327" y="1091528"/>
                    <a:pt x="2380409" y="1094757"/>
                  </a:cubicBezTo>
                  <a:cubicBezTo>
                    <a:pt x="2396553" y="1193918"/>
                    <a:pt x="2370956" y="1211534"/>
                    <a:pt x="2373439" y="1300613"/>
                  </a:cubicBezTo>
                  <a:cubicBezTo>
                    <a:pt x="2374541" y="1311809"/>
                    <a:pt x="2363779" y="1331448"/>
                    <a:pt x="2366449" y="1343585"/>
                  </a:cubicBezTo>
                  <a:cubicBezTo>
                    <a:pt x="2360535" y="1311133"/>
                    <a:pt x="2367698" y="1250505"/>
                    <a:pt x="2359440" y="1224907"/>
                  </a:cubicBezTo>
                  <a:cubicBezTo>
                    <a:pt x="2355226" y="1213718"/>
                    <a:pt x="2355738" y="1205542"/>
                    <a:pt x="2352412" y="1197522"/>
                  </a:cubicBezTo>
                  <a:cubicBezTo>
                    <a:pt x="2350537" y="1207367"/>
                    <a:pt x="2344782" y="1215226"/>
                    <a:pt x="2345365" y="1225194"/>
                  </a:cubicBezTo>
                  <a:cubicBezTo>
                    <a:pt x="2343750" y="1258172"/>
                    <a:pt x="2331928" y="1305545"/>
                    <a:pt x="2338305" y="1328699"/>
                  </a:cubicBezTo>
                  <a:cubicBezTo>
                    <a:pt x="2334447" y="1315552"/>
                    <a:pt x="2335247" y="1299796"/>
                    <a:pt x="2331219" y="1290393"/>
                  </a:cubicBezTo>
                  <a:cubicBezTo>
                    <a:pt x="2329212" y="1299234"/>
                    <a:pt x="2324554" y="1300825"/>
                    <a:pt x="2324121" y="1306868"/>
                  </a:cubicBezTo>
                  <a:cubicBezTo>
                    <a:pt x="2321192" y="1318650"/>
                    <a:pt x="2318302" y="1322598"/>
                    <a:pt x="2316997" y="1334661"/>
                  </a:cubicBezTo>
                  <a:cubicBezTo>
                    <a:pt x="2313114" y="1322829"/>
                    <a:pt x="2313781" y="1309428"/>
                    <a:pt x="2309861" y="1288433"/>
                  </a:cubicBezTo>
                  <a:cubicBezTo>
                    <a:pt x="2311367" y="1311884"/>
                    <a:pt x="2304055" y="1322314"/>
                    <a:pt x="2302705" y="1350715"/>
                  </a:cubicBezTo>
                  <a:cubicBezTo>
                    <a:pt x="2295293" y="1327847"/>
                    <a:pt x="2298598" y="1320324"/>
                    <a:pt x="2295530" y="1303211"/>
                  </a:cubicBezTo>
                  <a:cubicBezTo>
                    <a:pt x="2292188" y="1296830"/>
                    <a:pt x="2292245" y="1291868"/>
                    <a:pt x="2288330" y="1287489"/>
                  </a:cubicBezTo>
                  <a:cubicBezTo>
                    <a:pt x="2284075" y="1272497"/>
                    <a:pt x="2286149" y="1267526"/>
                    <a:pt x="2281117" y="1252597"/>
                  </a:cubicBezTo>
                  <a:cubicBezTo>
                    <a:pt x="2277031" y="1248226"/>
                    <a:pt x="2278251" y="1239735"/>
                    <a:pt x="2273885" y="1232107"/>
                  </a:cubicBezTo>
                  <a:cubicBezTo>
                    <a:pt x="2271117" y="1230518"/>
                    <a:pt x="2270757" y="1225594"/>
                    <a:pt x="2266627" y="1222283"/>
                  </a:cubicBezTo>
                  <a:cubicBezTo>
                    <a:pt x="2278231" y="1273728"/>
                    <a:pt x="2258287" y="1316614"/>
                    <a:pt x="2259356" y="1350907"/>
                  </a:cubicBezTo>
                  <a:cubicBezTo>
                    <a:pt x="2248665" y="1322556"/>
                    <a:pt x="2260680" y="1294085"/>
                    <a:pt x="2252060" y="1273911"/>
                  </a:cubicBezTo>
                  <a:cubicBezTo>
                    <a:pt x="2248690" y="1249081"/>
                    <a:pt x="2249346" y="1232322"/>
                    <a:pt x="2244745" y="1204857"/>
                  </a:cubicBezTo>
                  <a:cubicBezTo>
                    <a:pt x="2244456" y="1218392"/>
                    <a:pt x="2237596" y="1223754"/>
                    <a:pt x="2237410" y="1232375"/>
                  </a:cubicBezTo>
                  <a:cubicBezTo>
                    <a:pt x="2234395" y="1238163"/>
                    <a:pt x="2232045" y="1239052"/>
                    <a:pt x="2230057" y="1243444"/>
                  </a:cubicBezTo>
                  <a:cubicBezTo>
                    <a:pt x="2228335" y="1299141"/>
                    <a:pt x="2214557" y="1332000"/>
                    <a:pt x="2222678" y="1369444"/>
                  </a:cubicBezTo>
                  <a:cubicBezTo>
                    <a:pt x="2201396" y="1335217"/>
                    <a:pt x="2231701" y="1246639"/>
                    <a:pt x="2215286" y="1203076"/>
                  </a:cubicBezTo>
                  <a:cubicBezTo>
                    <a:pt x="2215179" y="1217608"/>
                    <a:pt x="2208625" y="1229296"/>
                    <a:pt x="2207868" y="1246399"/>
                  </a:cubicBezTo>
                  <a:cubicBezTo>
                    <a:pt x="2209228" y="1269141"/>
                    <a:pt x="2201119" y="1286964"/>
                    <a:pt x="2200425" y="1314828"/>
                  </a:cubicBezTo>
                  <a:cubicBezTo>
                    <a:pt x="2194418" y="1291114"/>
                    <a:pt x="2197523" y="1282018"/>
                    <a:pt x="2192970" y="1265058"/>
                  </a:cubicBezTo>
                  <a:cubicBezTo>
                    <a:pt x="2184383" y="1252127"/>
                    <a:pt x="2187406" y="1218099"/>
                    <a:pt x="2185489" y="1206082"/>
                  </a:cubicBezTo>
                  <a:cubicBezTo>
                    <a:pt x="2180322" y="1196510"/>
                    <a:pt x="2183775" y="1186252"/>
                    <a:pt x="2177982" y="1167814"/>
                  </a:cubicBezTo>
                  <a:cubicBezTo>
                    <a:pt x="2176703" y="1180889"/>
                    <a:pt x="2172959" y="1189670"/>
                    <a:pt x="2170462" y="1204684"/>
                  </a:cubicBezTo>
                  <a:cubicBezTo>
                    <a:pt x="2167437" y="1199543"/>
                    <a:pt x="2168789" y="1189643"/>
                    <a:pt x="2162911" y="1177230"/>
                  </a:cubicBezTo>
                  <a:cubicBezTo>
                    <a:pt x="2159635" y="1185701"/>
                    <a:pt x="2156517" y="1187798"/>
                    <a:pt x="2155346" y="1195824"/>
                  </a:cubicBezTo>
                  <a:cubicBezTo>
                    <a:pt x="2152527" y="1202127"/>
                    <a:pt x="2149531" y="1203541"/>
                    <a:pt x="2147757" y="1208738"/>
                  </a:cubicBezTo>
                  <a:cubicBezTo>
                    <a:pt x="2139971" y="1175208"/>
                    <a:pt x="2147776" y="1165402"/>
                    <a:pt x="2140141" y="1139306"/>
                  </a:cubicBezTo>
                  <a:cubicBezTo>
                    <a:pt x="2136364" y="1135575"/>
                    <a:pt x="2137231" y="1129222"/>
                    <a:pt x="2132507" y="1122071"/>
                  </a:cubicBezTo>
                  <a:cubicBezTo>
                    <a:pt x="2129901" y="1127660"/>
                    <a:pt x="2127747" y="1129027"/>
                    <a:pt x="2124847" y="1133427"/>
                  </a:cubicBezTo>
                  <a:cubicBezTo>
                    <a:pt x="2122457" y="1166425"/>
                    <a:pt x="2112400" y="1178223"/>
                    <a:pt x="2117168" y="1203389"/>
                  </a:cubicBezTo>
                  <a:cubicBezTo>
                    <a:pt x="2099836" y="1133019"/>
                    <a:pt x="2129424" y="1115417"/>
                    <a:pt x="2109463" y="1042657"/>
                  </a:cubicBezTo>
                  <a:cubicBezTo>
                    <a:pt x="2107677" y="1063727"/>
                    <a:pt x="2102724" y="1069035"/>
                    <a:pt x="2101733" y="1096079"/>
                  </a:cubicBezTo>
                  <a:cubicBezTo>
                    <a:pt x="2098395" y="1098388"/>
                    <a:pt x="2095476" y="1098410"/>
                    <a:pt x="2093984" y="1100113"/>
                  </a:cubicBezTo>
                  <a:cubicBezTo>
                    <a:pt x="2087490" y="1084794"/>
                    <a:pt x="2093461" y="1070895"/>
                    <a:pt x="2086209" y="1055245"/>
                  </a:cubicBezTo>
                  <a:cubicBezTo>
                    <a:pt x="2082524" y="1054036"/>
                    <a:pt x="2082368" y="1052241"/>
                    <a:pt x="2078408" y="1051127"/>
                  </a:cubicBezTo>
                  <a:cubicBezTo>
                    <a:pt x="2077330" y="1079037"/>
                    <a:pt x="2071552" y="1084007"/>
                    <a:pt x="2070582" y="1107792"/>
                  </a:cubicBezTo>
                  <a:cubicBezTo>
                    <a:pt x="2068212" y="1070868"/>
                    <a:pt x="2067511" y="971116"/>
                    <a:pt x="2062737" y="928025"/>
                  </a:cubicBezTo>
                  <a:cubicBezTo>
                    <a:pt x="2063516" y="938243"/>
                    <a:pt x="2054026" y="947758"/>
                    <a:pt x="2054867" y="957886"/>
                  </a:cubicBezTo>
                  <a:cubicBezTo>
                    <a:pt x="2053106" y="958522"/>
                    <a:pt x="2050184" y="958312"/>
                    <a:pt x="2046964" y="959342"/>
                  </a:cubicBezTo>
                  <a:cubicBezTo>
                    <a:pt x="2040170" y="945980"/>
                    <a:pt x="2050186" y="919515"/>
                    <a:pt x="2039042" y="891149"/>
                  </a:cubicBezTo>
                  <a:cubicBezTo>
                    <a:pt x="2040776" y="910711"/>
                    <a:pt x="2033815" y="924861"/>
                    <a:pt x="2031095" y="949058"/>
                  </a:cubicBezTo>
                  <a:cubicBezTo>
                    <a:pt x="2028502" y="930269"/>
                    <a:pt x="2027869" y="899405"/>
                    <a:pt x="2023123" y="886770"/>
                  </a:cubicBezTo>
                  <a:cubicBezTo>
                    <a:pt x="2021639" y="893438"/>
                    <a:pt x="2016009" y="898700"/>
                    <a:pt x="2015124" y="902268"/>
                  </a:cubicBezTo>
                  <a:cubicBezTo>
                    <a:pt x="2013817" y="915392"/>
                    <a:pt x="2009950" y="918286"/>
                    <a:pt x="2007100" y="934102"/>
                  </a:cubicBezTo>
                  <a:cubicBezTo>
                    <a:pt x="2001210" y="892773"/>
                    <a:pt x="2004539" y="840941"/>
                    <a:pt x="1999051" y="788384"/>
                  </a:cubicBezTo>
                  <a:cubicBezTo>
                    <a:pt x="2004738" y="842107"/>
                    <a:pt x="1989824" y="856759"/>
                    <a:pt x="1990976" y="910439"/>
                  </a:cubicBezTo>
                  <a:cubicBezTo>
                    <a:pt x="1991234" y="987698"/>
                    <a:pt x="1974454" y="1042669"/>
                    <a:pt x="1982869" y="1109081"/>
                  </a:cubicBezTo>
                  <a:cubicBezTo>
                    <a:pt x="1973618" y="1094194"/>
                    <a:pt x="1982025" y="1070316"/>
                    <a:pt x="1974743" y="1047208"/>
                  </a:cubicBezTo>
                  <a:cubicBezTo>
                    <a:pt x="1948180" y="985212"/>
                    <a:pt x="1974894" y="898721"/>
                    <a:pt x="1966586" y="793797"/>
                  </a:cubicBezTo>
                  <a:cubicBezTo>
                    <a:pt x="1958584" y="767988"/>
                    <a:pt x="1967450" y="757125"/>
                    <a:pt x="1958402" y="733998"/>
                  </a:cubicBezTo>
                  <a:cubicBezTo>
                    <a:pt x="1957338" y="769117"/>
                    <a:pt x="1952793" y="812893"/>
                    <a:pt x="1950187" y="863337"/>
                  </a:cubicBezTo>
                  <a:cubicBezTo>
                    <a:pt x="1942681" y="838486"/>
                    <a:pt x="1950842" y="823674"/>
                    <a:pt x="1941952" y="808478"/>
                  </a:cubicBezTo>
                  <a:cubicBezTo>
                    <a:pt x="1934943" y="793040"/>
                    <a:pt x="1942775" y="767915"/>
                    <a:pt x="1933679" y="737368"/>
                  </a:cubicBezTo>
                  <a:cubicBezTo>
                    <a:pt x="1933651" y="752180"/>
                    <a:pt x="1925414" y="762165"/>
                    <a:pt x="1925388" y="772891"/>
                  </a:cubicBezTo>
                  <a:cubicBezTo>
                    <a:pt x="1920694" y="750155"/>
                    <a:pt x="1926460" y="732893"/>
                    <a:pt x="1917064" y="714822"/>
                  </a:cubicBezTo>
                  <a:cubicBezTo>
                    <a:pt x="1913951" y="706042"/>
                    <a:pt x="1912456" y="696169"/>
                    <a:pt x="1908708" y="683825"/>
                  </a:cubicBezTo>
                  <a:cubicBezTo>
                    <a:pt x="1909215" y="694941"/>
                    <a:pt x="1900607" y="708283"/>
                    <a:pt x="1900327" y="724065"/>
                  </a:cubicBezTo>
                  <a:cubicBezTo>
                    <a:pt x="1901581" y="743557"/>
                    <a:pt x="1891877" y="765483"/>
                    <a:pt x="1891913" y="784298"/>
                  </a:cubicBezTo>
                  <a:cubicBezTo>
                    <a:pt x="1878099" y="710736"/>
                    <a:pt x="1889750" y="632572"/>
                    <a:pt x="1883475" y="591210"/>
                  </a:cubicBezTo>
                  <a:cubicBezTo>
                    <a:pt x="1884358" y="620472"/>
                    <a:pt x="1866246" y="659170"/>
                    <a:pt x="1866502" y="683870"/>
                  </a:cubicBezTo>
                  <a:cubicBezTo>
                    <a:pt x="1868357" y="751821"/>
                    <a:pt x="1856856" y="795339"/>
                    <a:pt x="1857974" y="865603"/>
                  </a:cubicBezTo>
                  <a:cubicBezTo>
                    <a:pt x="1849364" y="688295"/>
                    <a:pt x="1879997" y="631044"/>
                    <a:pt x="1840815" y="473778"/>
                  </a:cubicBezTo>
                  <a:cubicBezTo>
                    <a:pt x="1843170" y="502535"/>
                    <a:pt x="1827959" y="523306"/>
                    <a:pt x="1832191" y="541508"/>
                  </a:cubicBezTo>
                  <a:cubicBezTo>
                    <a:pt x="1828771" y="613514"/>
                    <a:pt x="1821616" y="680215"/>
                    <a:pt x="1823536" y="718416"/>
                  </a:cubicBezTo>
                  <a:cubicBezTo>
                    <a:pt x="1798371" y="617187"/>
                    <a:pt x="1826711" y="553739"/>
                    <a:pt x="1814848" y="480114"/>
                  </a:cubicBezTo>
                  <a:cubicBezTo>
                    <a:pt x="1813215" y="485103"/>
                    <a:pt x="1807127" y="489540"/>
                    <a:pt x="1806128" y="493483"/>
                  </a:cubicBezTo>
                  <a:cubicBezTo>
                    <a:pt x="1818006" y="538538"/>
                    <a:pt x="1791947" y="570019"/>
                    <a:pt x="1797370" y="645372"/>
                  </a:cubicBezTo>
                  <a:cubicBezTo>
                    <a:pt x="1790718" y="616144"/>
                    <a:pt x="1799052" y="592985"/>
                    <a:pt x="1788587" y="548716"/>
                  </a:cubicBezTo>
                  <a:cubicBezTo>
                    <a:pt x="1783723" y="537648"/>
                    <a:pt x="1782959" y="529985"/>
                    <a:pt x="1779765" y="523318"/>
                  </a:cubicBezTo>
                  <a:cubicBezTo>
                    <a:pt x="1774281" y="499213"/>
                    <a:pt x="1779291" y="471809"/>
                    <a:pt x="1770912" y="455255"/>
                  </a:cubicBezTo>
                  <a:cubicBezTo>
                    <a:pt x="1775706" y="556530"/>
                    <a:pt x="1749315" y="599414"/>
                    <a:pt x="1762026" y="661694"/>
                  </a:cubicBezTo>
                  <a:cubicBezTo>
                    <a:pt x="1766068" y="679832"/>
                    <a:pt x="1753883" y="709825"/>
                    <a:pt x="1753108" y="724397"/>
                  </a:cubicBezTo>
                  <a:cubicBezTo>
                    <a:pt x="1746300" y="659224"/>
                    <a:pt x="1756310" y="594453"/>
                    <a:pt x="1744153" y="499180"/>
                  </a:cubicBezTo>
                  <a:cubicBezTo>
                    <a:pt x="1756913" y="573300"/>
                    <a:pt x="1724824" y="608962"/>
                    <a:pt x="1735159" y="653045"/>
                  </a:cubicBezTo>
                  <a:cubicBezTo>
                    <a:pt x="1734493" y="657562"/>
                    <a:pt x="1728246" y="661905"/>
                    <a:pt x="1726133" y="666865"/>
                  </a:cubicBezTo>
                  <a:cubicBezTo>
                    <a:pt x="1730184" y="707447"/>
                    <a:pt x="1717474" y="765522"/>
                    <a:pt x="1717075" y="856826"/>
                  </a:cubicBezTo>
                  <a:cubicBezTo>
                    <a:pt x="1690834" y="748625"/>
                    <a:pt x="1739183" y="708313"/>
                    <a:pt x="1707972" y="597899"/>
                  </a:cubicBezTo>
                  <a:cubicBezTo>
                    <a:pt x="1708462" y="616327"/>
                    <a:pt x="1698056" y="637197"/>
                    <a:pt x="1698838" y="668486"/>
                  </a:cubicBezTo>
                  <a:cubicBezTo>
                    <a:pt x="1695063" y="663662"/>
                    <a:pt x="1694015" y="659650"/>
                    <a:pt x="1689671" y="652981"/>
                  </a:cubicBezTo>
                  <a:cubicBezTo>
                    <a:pt x="1691681" y="682660"/>
                    <a:pt x="1683939" y="692037"/>
                    <a:pt x="1680460" y="719610"/>
                  </a:cubicBezTo>
                  <a:cubicBezTo>
                    <a:pt x="1679189" y="732788"/>
                    <a:pt x="1672623" y="734165"/>
                    <a:pt x="1671217" y="748712"/>
                  </a:cubicBezTo>
                  <a:cubicBezTo>
                    <a:pt x="1660412" y="719639"/>
                    <a:pt x="1674524" y="708245"/>
                    <a:pt x="1661929" y="673791"/>
                  </a:cubicBezTo>
                  <a:cubicBezTo>
                    <a:pt x="1660059" y="698457"/>
                    <a:pt x="1655060" y="719936"/>
                    <a:pt x="1652610" y="751367"/>
                  </a:cubicBezTo>
                  <a:cubicBezTo>
                    <a:pt x="1644486" y="705873"/>
                    <a:pt x="1654005" y="648270"/>
                    <a:pt x="1643245" y="618281"/>
                  </a:cubicBezTo>
                  <a:cubicBezTo>
                    <a:pt x="1638518" y="609857"/>
                    <a:pt x="1639513" y="605093"/>
                    <a:pt x="1633849" y="598116"/>
                  </a:cubicBezTo>
                  <a:cubicBezTo>
                    <a:pt x="1632326" y="602267"/>
                    <a:pt x="1626008" y="609489"/>
                    <a:pt x="1624408" y="616602"/>
                  </a:cubicBezTo>
                  <a:cubicBezTo>
                    <a:pt x="1622297" y="616347"/>
                    <a:pt x="1619127" y="615658"/>
                    <a:pt x="1614923" y="615358"/>
                  </a:cubicBezTo>
                  <a:cubicBezTo>
                    <a:pt x="1609623" y="612053"/>
                    <a:pt x="1608870" y="606676"/>
                    <a:pt x="1605405" y="605336"/>
                  </a:cubicBezTo>
                  <a:cubicBezTo>
                    <a:pt x="1605681" y="621889"/>
                    <a:pt x="1592055" y="656323"/>
                    <a:pt x="1595843" y="670778"/>
                  </a:cubicBezTo>
                  <a:cubicBezTo>
                    <a:pt x="1593914" y="679690"/>
                    <a:pt x="1587782" y="695426"/>
                    <a:pt x="1586242" y="707916"/>
                  </a:cubicBezTo>
                  <a:cubicBezTo>
                    <a:pt x="1588029" y="722295"/>
                    <a:pt x="1574228" y="749297"/>
                    <a:pt x="1576597" y="767676"/>
                  </a:cubicBezTo>
                  <a:cubicBezTo>
                    <a:pt x="1547613" y="701593"/>
                    <a:pt x="1585944" y="565929"/>
                    <a:pt x="1566907" y="510290"/>
                  </a:cubicBezTo>
                  <a:cubicBezTo>
                    <a:pt x="1564701" y="581256"/>
                    <a:pt x="1542668" y="625408"/>
                    <a:pt x="1557179" y="671678"/>
                  </a:cubicBezTo>
                  <a:cubicBezTo>
                    <a:pt x="1542850" y="565905"/>
                    <a:pt x="1572997" y="471194"/>
                    <a:pt x="1547400" y="417160"/>
                  </a:cubicBezTo>
                  <a:cubicBezTo>
                    <a:pt x="1546913" y="446406"/>
                    <a:pt x="1537495" y="464686"/>
                    <a:pt x="1537583" y="481930"/>
                  </a:cubicBezTo>
                  <a:cubicBezTo>
                    <a:pt x="1536531" y="499477"/>
                    <a:pt x="1532131" y="525706"/>
                    <a:pt x="1527720" y="561329"/>
                  </a:cubicBezTo>
                  <a:cubicBezTo>
                    <a:pt x="1524351" y="539489"/>
                    <a:pt x="1529624" y="512569"/>
                    <a:pt x="1517813" y="470990"/>
                  </a:cubicBezTo>
                  <a:cubicBezTo>
                    <a:pt x="1517892" y="542106"/>
                    <a:pt x="1502657" y="569917"/>
                    <a:pt x="1507862" y="649259"/>
                  </a:cubicBezTo>
                  <a:cubicBezTo>
                    <a:pt x="1491105" y="610240"/>
                    <a:pt x="1513408" y="563688"/>
                    <a:pt x="1497865" y="537530"/>
                  </a:cubicBezTo>
                  <a:cubicBezTo>
                    <a:pt x="1464542" y="465178"/>
                    <a:pt x="1525188" y="354026"/>
                    <a:pt x="1487825" y="254845"/>
                  </a:cubicBezTo>
                  <a:cubicBezTo>
                    <a:pt x="1490544" y="310921"/>
                    <a:pt x="1476775" y="326546"/>
                    <a:pt x="1477733" y="374663"/>
                  </a:cubicBezTo>
                  <a:cubicBezTo>
                    <a:pt x="1473249" y="404192"/>
                    <a:pt x="1471198" y="408590"/>
                    <a:pt x="1467589" y="439197"/>
                  </a:cubicBezTo>
                  <a:cubicBezTo>
                    <a:pt x="1463757" y="438987"/>
                    <a:pt x="1461033" y="437251"/>
                    <a:pt x="1457402" y="436199"/>
                  </a:cubicBezTo>
                  <a:cubicBezTo>
                    <a:pt x="1448597" y="416302"/>
                    <a:pt x="1451925" y="390690"/>
                    <a:pt x="1447169" y="373202"/>
                  </a:cubicBezTo>
                  <a:cubicBezTo>
                    <a:pt x="1444501" y="390337"/>
                    <a:pt x="1438920" y="403716"/>
                    <a:pt x="1436886" y="411546"/>
                  </a:cubicBezTo>
                  <a:cubicBezTo>
                    <a:pt x="1428315" y="392345"/>
                    <a:pt x="1434801" y="374304"/>
                    <a:pt x="1426551" y="361104"/>
                  </a:cubicBezTo>
                  <a:cubicBezTo>
                    <a:pt x="1423133" y="374906"/>
                    <a:pt x="1417846" y="378134"/>
                    <a:pt x="1416165" y="390256"/>
                  </a:cubicBezTo>
                  <a:cubicBezTo>
                    <a:pt x="1446535" y="568243"/>
                    <a:pt x="1385816" y="643068"/>
                    <a:pt x="1405729" y="758382"/>
                  </a:cubicBezTo>
                  <a:cubicBezTo>
                    <a:pt x="1366880" y="631717"/>
                    <a:pt x="1413942" y="533569"/>
                    <a:pt x="1395247" y="445593"/>
                  </a:cubicBezTo>
                  <a:cubicBezTo>
                    <a:pt x="1400334" y="539922"/>
                    <a:pt x="1371969" y="612479"/>
                    <a:pt x="1384708" y="677327"/>
                  </a:cubicBezTo>
                  <a:cubicBezTo>
                    <a:pt x="1372484" y="630061"/>
                    <a:pt x="1388159" y="581515"/>
                    <a:pt x="1374112" y="557506"/>
                  </a:cubicBezTo>
                  <a:cubicBezTo>
                    <a:pt x="1369534" y="556530"/>
                    <a:pt x="1367740" y="555526"/>
                    <a:pt x="1363471" y="554391"/>
                  </a:cubicBezTo>
                  <a:cubicBezTo>
                    <a:pt x="1365370" y="594663"/>
                    <a:pt x="1354974" y="604972"/>
                    <a:pt x="1352773" y="639914"/>
                  </a:cubicBezTo>
                  <a:cubicBezTo>
                    <a:pt x="1343377" y="524856"/>
                    <a:pt x="1377543" y="404257"/>
                    <a:pt x="1342017" y="307088"/>
                  </a:cubicBezTo>
                  <a:cubicBezTo>
                    <a:pt x="1341011" y="460990"/>
                    <a:pt x="1316167" y="508520"/>
                    <a:pt x="1331210" y="629593"/>
                  </a:cubicBezTo>
                  <a:cubicBezTo>
                    <a:pt x="1322452" y="687616"/>
                    <a:pt x="1311710" y="719148"/>
                    <a:pt x="1309424" y="749260"/>
                  </a:cubicBezTo>
                  <a:cubicBezTo>
                    <a:pt x="1307171" y="755527"/>
                    <a:pt x="1299415" y="760864"/>
                    <a:pt x="1298444" y="766572"/>
                  </a:cubicBezTo>
                  <a:cubicBezTo>
                    <a:pt x="1305820" y="832417"/>
                    <a:pt x="1270697" y="894773"/>
                    <a:pt x="1287414" y="951848"/>
                  </a:cubicBezTo>
                  <a:cubicBezTo>
                    <a:pt x="1286339" y="968358"/>
                    <a:pt x="1280611" y="973364"/>
                    <a:pt x="1276320" y="990894"/>
                  </a:cubicBezTo>
                  <a:cubicBezTo>
                    <a:pt x="1300676" y="1073618"/>
                    <a:pt x="1269898" y="1114469"/>
                    <a:pt x="1265168" y="1230249"/>
                  </a:cubicBezTo>
                  <a:cubicBezTo>
                    <a:pt x="1214004" y="1043861"/>
                    <a:pt x="1263611" y="990954"/>
                    <a:pt x="1253953" y="836169"/>
                  </a:cubicBezTo>
                  <a:cubicBezTo>
                    <a:pt x="1252212" y="847505"/>
                    <a:pt x="1244991" y="853157"/>
                    <a:pt x="1242680" y="868335"/>
                  </a:cubicBezTo>
                  <a:cubicBezTo>
                    <a:pt x="1235559" y="810464"/>
                    <a:pt x="1244311" y="790833"/>
                    <a:pt x="1231350" y="737828"/>
                  </a:cubicBezTo>
                  <a:cubicBezTo>
                    <a:pt x="1229533" y="745834"/>
                    <a:pt x="1224841" y="752823"/>
                    <a:pt x="1219949" y="765704"/>
                  </a:cubicBezTo>
                  <a:cubicBezTo>
                    <a:pt x="1228925" y="819249"/>
                    <a:pt x="1208738" y="846256"/>
                    <a:pt x="1208491" y="902524"/>
                  </a:cubicBezTo>
                  <a:cubicBezTo>
                    <a:pt x="1203893" y="902084"/>
                    <a:pt x="1201772" y="899720"/>
                    <a:pt x="1196969" y="899128"/>
                  </a:cubicBezTo>
                  <a:cubicBezTo>
                    <a:pt x="1185230" y="875028"/>
                    <a:pt x="1190448" y="824663"/>
                    <a:pt x="1185383" y="800882"/>
                  </a:cubicBezTo>
                  <a:cubicBezTo>
                    <a:pt x="1197335" y="870500"/>
                    <a:pt x="1175255" y="959756"/>
                    <a:pt x="1173740" y="1006751"/>
                  </a:cubicBezTo>
                  <a:cubicBezTo>
                    <a:pt x="1165659" y="984223"/>
                    <a:pt x="1170047" y="977965"/>
                    <a:pt x="1162020" y="950111"/>
                  </a:cubicBezTo>
                  <a:cubicBezTo>
                    <a:pt x="1164933" y="1006258"/>
                    <a:pt x="1150632" y="1039054"/>
                    <a:pt x="1150243" y="1070475"/>
                  </a:cubicBezTo>
                  <a:cubicBezTo>
                    <a:pt x="1153898" y="1097726"/>
                    <a:pt x="1137519" y="1106188"/>
                    <a:pt x="1138396" y="1140117"/>
                  </a:cubicBezTo>
                  <a:cubicBezTo>
                    <a:pt x="1124867" y="1107974"/>
                    <a:pt x="1141675" y="1090959"/>
                    <a:pt x="1126485" y="1045485"/>
                  </a:cubicBezTo>
                  <a:cubicBezTo>
                    <a:pt x="1126530" y="1059652"/>
                    <a:pt x="1115680" y="1073673"/>
                    <a:pt x="1114503" y="1082386"/>
                  </a:cubicBezTo>
                  <a:cubicBezTo>
                    <a:pt x="1109185" y="1080957"/>
                    <a:pt x="1106335" y="1079921"/>
                    <a:pt x="1102451" y="1078914"/>
                  </a:cubicBezTo>
                  <a:cubicBezTo>
                    <a:pt x="1097004" y="1069080"/>
                    <a:pt x="1094983" y="1055062"/>
                    <a:pt x="1090336" y="1048887"/>
                  </a:cubicBezTo>
                  <a:cubicBezTo>
                    <a:pt x="1091173" y="1060912"/>
                    <a:pt x="1078542" y="1072139"/>
                    <a:pt x="1078144" y="1089389"/>
                  </a:cubicBezTo>
                  <a:cubicBezTo>
                    <a:pt x="1060971" y="1038028"/>
                    <a:pt x="1080081" y="1011663"/>
                    <a:pt x="1065888" y="981211"/>
                  </a:cubicBezTo>
                  <a:cubicBezTo>
                    <a:pt x="1060654" y="979105"/>
                    <a:pt x="1059800" y="976697"/>
                    <a:pt x="1053562" y="973564"/>
                  </a:cubicBezTo>
                  <a:cubicBezTo>
                    <a:pt x="1047360" y="949430"/>
                    <a:pt x="1045527" y="918322"/>
                    <a:pt x="1041165" y="901611"/>
                  </a:cubicBezTo>
                  <a:cubicBezTo>
                    <a:pt x="1036207" y="898447"/>
                    <a:pt x="1033315" y="892719"/>
                    <a:pt x="1028692" y="888500"/>
                  </a:cubicBezTo>
                  <a:cubicBezTo>
                    <a:pt x="1018362" y="863024"/>
                    <a:pt x="1024203" y="839633"/>
                    <a:pt x="1016149" y="813164"/>
                  </a:cubicBezTo>
                  <a:cubicBezTo>
                    <a:pt x="1013388" y="825263"/>
                    <a:pt x="1005094" y="833887"/>
                    <a:pt x="1003536" y="840912"/>
                  </a:cubicBezTo>
                  <a:cubicBezTo>
                    <a:pt x="999694" y="813578"/>
                    <a:pt x="1003892" y="777404"/>
                    <a:pt x="990852" y="741486"/>
                  </a:cubicBezTo>
                  <a:cubicBezTo>
                    <a:pt x="982642" y="667186"/>
                    <a:pt x="990362" y="606075"/>
                    <a:pt x="965261" y="487856"/>
                  </a:cubicBezTo>
                  <a:cubicBezTo>
                    <a:pt x="968744" y="503592"/>
                    <a:pt x="953127" y="522985"/>
                    <a:pt x="952361" y="546520"/>
                  </a:cubicBezTo>
                  <a:cubicBezTo>
                    <a:pt x="948177" y="544046"/>
                    <a:pt x="943376" y="539437"/>
                    <a:pt x="939383" y="536812"/>
                  </a:cubicBezTo>
                  <a:cubicBezTo>
                    <a:pt x="929221" y="470439"/>
                    <a:pt x="959143" y="381225"/>
                    <a:pt x="926336" y="294418"/>
                  </a:cubicBezTo>
                  <a:cubicBezTo>
                    <a:pt x="937678" y="394706"/>
                    <a:pt x="904528" y="487519"/>
                    <a:pt x="913212" y="560614"/>
                  </a:cubicBezTo>
                  <a:cubicBezTo>
                    <a:pt x="911602" y="599904"/>
                    <a:pt x="896572" y="632017"/>
                    <a:pt x="900017" y="696822"/>
                  </a:cubicBezTo>
                  <a:cubicBezTo>
                    <a:pt x="870398" y="592949"/>
                    <a:pt x="904148" y="533081"/>
                    <a:pt x="886753" y="483542"/>
                  </a:cubicBezTo>
                  <a:cubicBezTo>
                    <a:pt x="898214" y="568974"/>
                    <a:pt x="864386" y="597490"/>
                    <a:pt x="873418" y="666335"/>
                  </a:cubicBezTo>
                  <a:cubicBezTo>
                    <a:pt x="859821" y="626166"/>
                    <a:pt x="874016" y="585951"/>
                    <a:pt x="860007" y="549795"/>
                  </a:cubicBezTo>
                  <a:cubicBezTo>
                    <a:pt x="853563" y="549424"/>
                    <a:pt x="849532" y="546156"/>
                    <a:pt x="846532" y="546603"/>
                  </a:cubicBezTo>
                  <a:cubicBezTo>
                    <a:pt x="833020" y="515926"/>
                    <a:pt x="846402" y="458916"/>
                    <a:pt x="832986" y="436350"/>
                  </a:cubicBezTo>
                  <a:cubicBezTo>
                    <a:pt x="828835" y="442177"/>
                    <a:pt x="824481" y="445965"/>
                    <a:pt x="819371" y="452364"/>
                  </a:cubicBezTo>
                  <a:cubicBezTo>
                    <a:pt x="825826" y="500935"/>
                    <a:pt x="802958" y="526013"/>
                    <a:pt x="805691" y="557997"/>
                  </a:cubicBezTo>
                  <a:cubicBezTo>
                    <a:pt x="802900" y="559210"/>
                    <a:pt x="797978" y="559431"/>
                    <a:pt x="791948" y="560997"/>
                  </a:cubicBezTo>
                  <a:cubicBezTo>
                    <a:pt x="793988" y="609421"/>
                    <a:pt x="768286" y="649178"/>
                    <a:pt x="778147" y="734011"/>
                  </a:cubicBezTo>
                  <a:cubicBezTo>
                    <a:pt x="771419" y="751279"/>
                    <a:pt x="766354" y="751768"/>
                    <a:pt x="764276" y="769234"/>
                  </a:cubicBezTo>
                  <a:cubicBezTo>
                    <a:pt x="769444" y="823150"/>
                    <a:pt x="748660" y="851855"/>
                    <a:pt x="750354" y="888863"/>
                  </a:cubicBezTo>
                  <a:cubicBezTo>
                    <a:pt x="753901" y="908585"/>
                    <a:pt x="737577" y="932664"/>
                    <a:pt x="736375" y="972734"/>
                  </a:cubicBezTo>
                  <a:cubicBezTo>
                    <a:pt x="729882" y="976440"/>
                    <a:pt x="726667" y="975296"/>
                    <a:pt x="722344" y="976864"/>
                  </a:cubicBezTo>
                  <a:cubicBezTo>
                    <a:pt x="731602" y="1026945"/>
                    <a:pt x="711175" y="1111554"/>
                    <a:pt x="708263" y="1147949"/>
                  </a:cubicBezTo>
                  <a:cubicBezTo>
                    <a:pt x="711684" y="1176090"/>
                    <a:pt x="694539" y="1201920"/>
                    <a:pt x="694137" y="1230581"/>
                  </a:cubicBezTo>
                  <a:cubicBezTo>
                    <a:pt x="685229" y="1219920"/>
                    <a:pt x="684978" y="1209012"/>
                    <a:pt x="679972" y="1200344"/>
                  </a:cubicBezTo>
                  <a:cubicBezTo>
                    <a:pt x="668496" y="1169182"/>
                    <a:pt x="677666" y="1147477"/>
                    <a:pt x="665769" y="1123769"/>
                  </a:cubicBezTo>
                  <a:cubicBezTo>
                    <a:pt x="659814" y="1118262"/>
                    <a:pt x="657700" y="1103443"/>
                    <a:pt x="651534" y="1097094"/>
                  </a:cubicBezTo>
                  <a:cubicBezTo>
                    <a:pt x="641730" y="1057884"/>
                    <a:pt x="647784" y="1025858"/>
                    <a:pt x="637280" y="964104"/>
                  </a:cubicBezTo>
                  <a:cubicBezTo>
                    <a:pt x="631695" y="968367"/>
                    <a:pt x="629017" y="968647"/>
                    <a:pt x="623001" y="972810"/>
                  </a:cubicBezTo>
                  <a:cubicBezTo>
                    <a:pt x="618640" y="972064"/>
                    <a:pt x="613083" y="966612"/>
                    <a:pt x="608709" y="965431"/>
                  </a:cubicBezTo>
                  <a:cubicBezTo>
                    <a:pt x="600412" y="951129"/>
                    <a:pt x="601705" y="926243"/>
                    <a:pt x="594410" y="916420"/>
                  </a:cubicBezTo>
                  <a:cubicBezTo>
                    <a:pt x="588810" y="929998"/>
                    <a:pt x="585462" y="932686"/>
                    <a:pt x="580111" y="945784"/>
                  </a:cubicBezTo>
                  <a:cubicBezTo>
                    <a:pt x="572372" y="886243"/>
                    <a:pt x="581440" y="851923"/>
                    <a:pt x="565819" y="822649"/>
                  </a:cubicBezTo>
                  <a:cubicBezTo>
                    <a:pt x="557980" y="802239"/>
                    <a:pt x="559924" y="793515"/>
                    <a:pt x="551546" y="780998"/>
                  </a:cubicBezTo>
                  <a:cubicBezTo>
                    <a:pt x="555991" y="819183"/>
                    <a:pt x="530370" y="864129"/>
                    <a:pt x="537299" y="912137"/>
                  </a:cubicBezTo>
                  <a:cubicBezTo>
                    <a:pt x="511607" y="837715"/>
                    <a:pt x="533853" y="802349"/>
                    <a:pt x="523089" y="718129"/>
                  </a:cubicBezTo>
                  <a:cubicBezTo>
                    <a:pt x="519440" y="729510"/>
                    <a:pt x="512876" y="736452"/>
                    <a:pt x="508918" y="748756"/>
                  </a:cubicBezTo>
                  <a:cubicBezTo>
                    <a:pt x="511966" y="784480"/>
                    <a:pt x="488958" y="811993"/>
                    <a:pt x="494805" y="843925"/>
                  </a:cubicBezTo>
                  <a:cubicBezTo>
                    <a:pt x="490572" y="854785"/>
                    <a:pt x="480683" y="864399"/>
                    <a:pt x="480762" y="872860"/>
                  </a:cubicBezTo>
                  <a:cubicBezTo>
                    <a:pt x="473816" y="848337"/>
                    <a:pt x="473527" y="841438"/>
                    <a:pt x="466788" y="819234"/>
                  </a:cubicBezTo>
                  <a:cubicBezTo>
                    <a:pt x="465398" y="838370"/>
                    <a:pt x="451893" y="865634"/>
                    <a:pt x="452904" y="878682"/>
                  </a:cubicBezTo>
                  <a:cubicBezTo>
                    <a:pt x="449196" y="962504"/>
                    <a:pt x="413465" y="1036188"/>
                    <a:pt x="439118" y="1180396"/>
                  </a:cubicBezTo>
                  <a:cubicBezTo>
                    <a:pt x="437088" y="1185824"/>
                    <a:pt x="429918" y="1189065"/>
                    <a:pt x="425440" y="1199890"/>
                  </a:cubicBezTo>
                  <a:cubicBezTo>
                    <a:pt x="420006" y="1179437"/>
                    <a:pt x="417681" y="1145839"/>
                    <a:pt x="411886" y="1111801"/>
                  </a:cubicBezTo>
                  <a:cubicBezTo>
                    <a:pt x="408360" y="1118965"/>
                    <a:pt x="402899" y="1121466"/>
                    <a:pt x="398462" y="1127887"/>
                  </a:cubicBezTo>
                  <a:cubicBezTo>
                    <a:pt x="392224" y="1113871"/>
                    <a:pt x="389464" y="1088910"/>
                    <a:pt x="385182" y="1079137"/>
                  </a:cubicBezTo>
                  <a:cubicBezTo>
                    <a:pt x="381363" y="1080395"/>
                    <a:pt x="376877" y="1079640"/>
                    <a:pt x="372056" y="1082508"/>
                  </a:cubicBezTo>
                  <a:cubicBezTo>
                    <a:pt x="351553" y="1050770"/>
                    <a:pt x="364248" y="994586"/>
                    <a:pt x="346309" y="975594"/>
                  </a:cubicBezTo>
                  <a:cubicBezTo>
                    <a:pt x="340472" y="969221"/>
                    <a:pt x="340651" y="961805"/>
                    <a:pt x="333707" y="954644"/>
                  </a:cubicBezTo>
                  <a:cubicBezTo>
                    <a:pt x="332095" y="964186"/>
                    <a:pt x="321822" y="979675"/>
                    <a:pt x="321298" y="987703"/>
                  </a:cubicBezTo>
                  <a:cubicBezTo>
                    <a:pt x="316291" y="971499"/>
                    <a:pt x="316770" y="936437"/>
                    <a:pt x="309089" y="916229"/>
                  </a:cubicBezTo>
                  <a:cubicBezTo>
                    <a:pt x="306286" y="941270"/>
                    <a:pt x="294679" y="955680"/>
                    <a:pt x="297093" y="968489"/>
                  </a:cubicBezTo>
                  <a:cubicBezTo>
                    <a:pt x="288447" y="945941"/>
                    <a:pt x="290698" y="900353"/>
                    <a:pt x="285311" y="880559"/>
                  </a:cubicBezTo>
                  <a:cubicBezTo>
                    <a:pt x="287010" y="920131"/>
                    <a:pt x="276761" y="962751"/>
                    <a:pt x="273750" y="995184"/>
                  </a:cubicBezTo>
                  <a:cubicBezTo>
                    <a:pt x="259200" y="965754"/>
                    <a:pt x="270502" y="942051"/>
                    <a:pt x="262415" y="903002"/>
                  </a:cubicBezTo>
                  <a:cubicBezTo>
                    <a:pt x="260191" y="922508"/>
                    <a:pt x="256314" y="922890"/>
                    <a:pt x="251311" y="940798"/>
                  </a:cubicBezTo>
                  <a:cubicBezTo>
                    <a:pt x="245088" y="927662"/>
                    <a:pt x="250445" y="918031"/>
                    <a:pt x="240443" y="898107"/>
                  </a:cubicBezTo>
                  <a:cubicBezTo>
                    <a:pt x="231431" y="881574"/>
                    <a:pt x="239665" y="842530"/>
                    <a:pt x="229812" y="828937"/>
                  </a:cubicBezTo>
                  <a:cubicBezTo>
                    <a:pt x="225183" y="823478"/>
                    <a:pt x="222110" y="810996"/>
                    <a:pt x="219416" y="805887"/>
                  </a:cubicBezTo>
                  <a:cubicBezTo>
                    <a:pt x="210083" y="785852"/>
                    <a:pt x="213204" y="774295"/>
                    <a:pt x="209260" y="758172"/>
                  </a:cubicBezTo>
                  <a:cubicBezTo>
                    <a:pt x="205413" y="767342"/>
                    <a:pt x="193107" y="780221"/>
                    <a:pt x="189663" y="794761"/>
                  </a:cubicBezTo>
                  <a:cubicBezTo>
                    <a:pt x="177177" y="765797"/>
                    <a:pt x="195517" y="742989"/>
                    <a:pt x="180222" y="695921"/>
                  </a:cubicBezTo>
                  <a:cubicBezTo>
                    <a:pt x="167493" y="621597"/>
                    <a:pt x="192305" y="560809"/>
                    <a:pt x="171013" y="522241"/>
                  </a:cubicBezTo>
                  <a:cubicBezTo>
                    <a:pt x="164969" y="502545"/>
                    <a:pt x="165279" y="485515"/>
                    <a:pt x="162033" y="468152"/>
                  </a:cubicBezTo>
                  <a:cubicBezTo>
                    <a:pt x="182995" y="535031"/>
                    <a:pt x="146338" y="644123"/>
                    <a:pt x="153289" y="733513"/>
                  </a:cubicBezTo>
                  <a:cubicBezTo>
                    <a:pt x="138274" y="659530"/>
                    <a:pt x="158746" y="638405"/>
                    <a:pt x="144768" y="582439"/>
                  </a:cubicBezTo>
                  <a:cubicBezTo>
                    <a:pt x="116608" y="476359"/>
                    <a:pt x="151530" y="446487"/>
                    <a:pt x="136466" y="362095"/>
                  </a:cubicBezTo>
                  <a:cubicBezTo>
                    <a:pt x="144635" y="439315"/>
                    <a:pt x="130661" y="480270"/>
                    <a:pt x="128382" y="542020"/>
                  </a:cubicBezTo>
                  <a:cubicBezTo>
                    <a:pt x="120961" y="465212"/>
                    <a:pt x="128892" y="452662"/>
                    <a:pt x="120511" y="369861"/>
                  </a:cubicBezTo>
                  <a:cubicBezTo>
                    <a:pt x="101313" y="284375"/>
                    <a:pt x="124223" y="213428"/>
                    <a:pt x="112847" y="151618"/>
                  </a:cubicBezTo>
                  <a:cubicBezTo>
                    <a:pt x="98688" y="121592"/>
                    <a:pt x="120460" y="88678"/>
                    <a:pt x="105387" y="39753"/>
                  </a:cubicBezTo>
                  <a:cubicBezTo>
                    <a:pt x="111152" y="153340"/>
                    <a:pt x="83028" y="306954"/>
                    <a:pt x="98125" y="455895"/>
                  </a:cubicBezTo>
                  <a:cubicBezTo>
                    <a:pt x="98585" y="480734"/>
                    <a:pt x="92881" y="480715"/>
                    <a:pt x="91054" y="504586"/>
                  </a:cubicBezTo>
                  <a:cubicBezTo>
                    <a:pt x="87782" y="501850"/>
                    <a:pt x="87238" y="494948"/>
                    <a:pt x="84168" y="492698"/>
                  </a:cubicBezTo>
                  <a:cubicBezTo>
                    <a:pt x="74114" y="476094"/>
                    <a:pt x="85233" y="441289"/>
                    <a:pt x="77469" y="422185"/>
                  </a:cubicBezTo>
                  <a:cubicBezTo>
                    <a:pt x="73269" y="387899"/>
                    <a:pt x="77855" y="334946"/>
                    <a:pt x="70949" y="306995"/>
                  </a:cubicBezTo>
                  <a:cubicBezTo>
                    <a:pt x="68127" y="295655"/>
                    <a:pt x="69392" y="281895"/>
                    <a:pt x="64595" y="275929"/>
                  </a:cubicBezTo>
                  <a:cubicBezTo>
                    <a:pt x="52276" y="168593"/>
                    <a:pt x="78627" y="134735"/>
                    <a:pt x="58412" y="27114"/>
                  </a:cubicBezTo>
                  <a:cubicBezTo>
                    <a:pt x="61030" y="111186"/>
                    <a:pt x="42136" y="152117"/>
                    <a:pt x="52391" y="197920"/>
                  </a:cubicBezTo>
                  <a:cubicBezTo>
                    <a:pt x="30861" y="151361"/>
                    <a:pt x="50683" y="68270"/>
                    <a:pt x="46522" y="0"/>
                  </a:cubicBezTo>
                  <a:cubicBezTo>
                    <a:pt x="52124" y="112370"/>
                    <a:pt x="22521" y="199708"/>
                    <a:pt x="40810" y="299141"/>
                  </a:cubicBezTo>
                  <a:cubicBezTo>
                    <a:pt x="37238" y="264621"/>
                    <a:pt x="38979" y="254438"/>
                    <a:pt x="35242" y="229421"/>
                  </a:cubicBezTo>
                  <a:cubicBezTo>
                    <a:pt x="33179" y="224497"/>
                    <a:pt x="32254" y="218181"/>
                    <a:pt x="29815" y="215321"/>
                  </a:cubicBezTo>
                  <a:cubicBezTo>
                    <a:pt x="27127" y="185969"/>
                    <a:pt x="29285" y="184552"/>
                    <a:pt x="24531" y="156459"/>
                  </a:cubicBezTo>
                  <a:cubicBezTo>
                    <a:pt x="29147" y="290521"/>
                    <a:pt x="6549" y="338163"/>
                    <a:pt x="19372" y="475422"/>
                  </a:cubicBezTo>
                  <a:cubicBezTo>
                    <a:pt x="20511" y="506217"/>
                    <a:pt x="10892" y="523598"/>
                    <a:pt x="14346" y="553586"/>
                  </a:cubicBezTo>
                  <a:cubicBezTo>
                    <a:pt x="27419" y="638982"/>
                    <a:pt x="-16228" y="675757"/>
                    <a:pt x="9449" y="793312"/>
                  </a:cubicBezTo>
                  <a:cubicBezTo>
                    <a:pt x="-21678" y="625407"/>
                    <a:pt x="20042" y="563839"/>
                    <a:pt x="4669" y="430268"/>
                  </a:cubicBezTo>
                  <a:cubicBezTo>
                    <a:pt x="4471" y="440543"/>
                    <a:pt x="266" y="452006"/>
                    <a:pt x="0" y="466765"/>
                  </a:cubicBezTo>
                  <a:lnTo>
                    <a:pt x="0" y="466765"/>
                  </a:lnTo>
                </a:path>
              </a:pathLst>
            </a:custGeom>
            <a:noFill/>
            <a:ln w="25468" cap="sq">
              <a:solidFill>
                <a:srgbClr val="E76F51"/>
              </a:solidFill>
              <a:prstDash val="solid"/>
              <a:round/>
              <a:extLst>
                <a:ext uri="{C807C97D-BFC1-408E-A445-0C87EB9F89A2}">
                  <ask:lineSketchStyleProps xmlns:ask="http://schemas.microsoft.com/office/drawing/2018/sketchyshapes" sd="3674314314">
                    <a:custGeom>
                      <a:avLst/>
                      <a:gdLst>
                        <a:gd name="connsiteX0" fmla="*/ 3238077 w 3238076"/>
                        <a:gd name="connsiteY0" fmla="*/ 762334 h 1930313"/>
                        <a:gd name="connsiteX1" fmla="*/ 3227570 w 3238076"/>
                        <a:gd name="connsiteY1" fmla="*/ 1930314 h 1930313"/>
                        <a:gd name="connsiteX2" fmla="*/ 3222298 w 3238076"/>
                        <a:gd name="connsiteY2" fmla="*/ 1672013 h 1930313"/>
                        <a:gd name="connsiteX3" fmla="*/ 3217025 w 3238076"/>
                        <a:gd name="connsiteY3" fmla="*/ 1196616 h 1930313"/>
                        <a:gd name="connsiteX4" fmla="*/ 3211740 w 3238076"/>
                        <a:gd name="connsiteY4" fmla="*/ 1085750 h 1930313"/>
                        <a:gd name="connsiteX5" fmla="*/ 3206448 w 3238076"/>
                        <a:gd name="connsiteY5" fmla="*/ 1288006 h 1930313"/>
                        <a:gd name="connsiteX6" fmla="*/ 3201143 w 3238076"/>
                        <a:gd name="connsiteY6" fmla="*/ 1790800 h 1930313"/>
                        <a:gd name="connsiteX7" fmla="*/ 3195832 w 3238076"/>
                        <a:gd name="connsiteY7" fmla="*/ 1176381 h 1930313"/>
                        <a:gd name="connsiteX8" fmla="*/ 3190515 w 3238076"/>
                        <a:gd name="connsiteY8" fmla="*/ 1729814 h 1930313"/>
                        <a:gd name="connsiteX9" fmla="*/ 3185185 w 3238076"/>
                        <a:gd name="connsiteY9" fmla="*/ 1761399 h 1930313"/>
                        <a:gd name="connsiteX10" fmla="*/ 3179848 w 3238076"/>
                        <a:gd name="connsiteY10" fmla="*/ 1166059 h 1930313"/>
                        <a:gd name="connsiteX11" fmla="*/ 3174506 w 3238076"/>
                        <a:gd name="connsiteY11" fmla="*/ 1047112 h 1930313"/>
                        <a:gd name="connsiteX12" fmla="*/ 3169150 w 3238076"/>
                        <a:gd name="connsiteY12" fmla="*/ 899326 h 1930313"/>
                        <a:gd name="connsiteX13" fmla="*/ 3163788 w 3238076"/>
                        <a:gd name="connsiteY13" fmla="*/ 1136211 h 1930313"/>
                        <a:gd name="connsiteX14" fmla="*/ 3158420 w 3238076"/>
                        <a:gd name="connsiteY14" fmla="*/ 1158214 h 1930313"/>
                        <a:gd name="connsiteX15" fmla="*/ 3153039 w 3238076"/>
                        <a:gd name="connsiteY15" fmla="*/ 933310 h 1930313"/>
                        <a:gd name="connsiteX16" fmla="*/ 3147645 w 3238076"/>
                        <a:gd name="connsiteY16" fmla="*/ 1007663 h 1930313"/>
                        <a:gd name="connsiteX17" fmla="*/ 3142251 w 3238076"/>
                        <a:gd name="connsiteY17" fmla="*/ 1172142 h 1930313"/>
                        <a:gd name="connsiteX18" fmla="*/ 3131425 w 3238076"/>
                        <a:gd name="connsiteY18" fmla="*/ 1062407 h 1930313"/>
                        <a:gd name="connsiteX19" fmla="*/ 3126005 w 3238076"/>
                        <a:gd name="connsiteY19" fmla="*/ 951880 h 1930313"/>
                        <a:gd name="connsiteX20" fmla="*/ 3120567 w 3238076"/>
                        <a:gd name="connsiteY20" fmla="*/ 903596 h 1930313"/>
                        <a:gd name="connsiteX21" fmla="*/ 3115128 w 3238076"/>
                        <a:gd name="connsiteY21" fmla="*/ 1089300 h 1930313"/>
                        <a:gd name="connsiteX22" fmla="*/ 3104213 w 3238076"/>
                        <a:gd name="connsiteY22" fmla="*/ 1227051 h 1930313"/>
                        <a:gd name="connsiteX23" fmla="*/ 3098742 w 3238076"/>
                        <a:gd name="connsiteY23" fmla="*/ 1319814 h 1930313"/>
                        <a:gd name="connsiteX24" fmla="*/ 3093265 w 3238076"/>
                        <a:gd name="connsiteY24" fmla="*/ 1195154 h 1930313"/>
                        <a:gd name="connsiteX25" fmla="*/ 3087776 w 3238076"/>
                        <a:gd name="connsiteY25" fmla="*/ 1136887 h 1930313"/>
                        <a:gd name="connsiteX26" fmla="*/ 3082280 w 3238076"/>
                        <a:gd name="connsiteY26" fmla="*/ 1243144 h 1930313"/>
                        <a:gd name="connsiteX27" fmla="*/ 3076771 w 3238076"/>
                        <a:gd name="connsiteY27" fmla="*/ 1298296 h 1930313"/>
                        <a:gd name="connsiteX28" fmla="*/ 3071249 w 3238076"/>
                        <a:gd name="connsiteY28" fmla="*/ 1401731 h 1930313"/>
                        <a:gd name="connsiteX29" fmla="*/ 3065728 w 3238076"/>
                        <a:gd name="connsiteY29" fmla="*/ 1321825 h 1930313"/>
                        <a:gd name="connsiteX30" fmla="*/ 3060187 w 3238076"/>
                        <a:gd name="connsiteY30" fmla="*/ 898266 h 1930313"/>
                        <a:gd name="connsiteX31" fmla="*/ 3054646 w 3238076"/>
                        <a:gd name="connsiteY31" fmla="*/ 1329887 h 1930313"/>
                        <a:gd name="connsiteX32" fmla="*/ 3043527 w 3238076"/>
                        <a:gd name="connsiteY32" fmla="*/ 1086638 h 1930313"/>
                        <a:gd name="connsiteX33" fmla="*/ 3037948 w 3238076"/>
                        <a:gd name="connsiteY33" fmla="*/ 1270930 h 1930313"/>
                        <a:gd name="connsiteX34" fmla="*/ 3032362 w 3238076"/>
                        <a:gd name="connsiteY34" fmla="*/ 1326472 h 1930313"/>
                        <a:gd name="connsiteX35" fmla="*/ 3026770 w 3238076"/>
                        <a:gd name="connsiteY35" fmla="*/ 1298679 h 1930313"/>
                        <a:gd name="connsiteX36" fmla="*/ 3021166 w 3238076"/>
                        <a:gd name="connsiteY36" fmla="*/ 1321997 h 1930313"/>
                        <a:gd name="connsiteX37" fmla="*/ 3015555 w 3238076"/>
                        <a:gd name="connsiteY37" fmla="*/ 1128308 h 1930313"/>
                        <a:gd name="connsiteX38" fmla="*/ 3009931 w 3238076"/>
                        <a:gd name="connsiteY38" fmla="*/ 1393177 h 1930313"/>
                        <a:gd name="connsiteX39" fmla="*/ 3004295 w 3238076"/>
                        <a:gd name="connsiteY39" fmla="*/ 1036120 h 1930313"/>
                        <a:gd name="connsiteX40" fmla="*/ 2998652 w 3238076"/>
                        <a:gd name="connsiteY40" fmla="*/ 1305987 h 1930313"/>
                        <a:gd name="connsiteX41" fmla="*/ 2992996 w 3238076"/>
                        <a:gd name="connsiteY41" fmla="*/ 890715 h 1930313"/>
                        <a:gd name="connsiteX42" fmla="*/ 2987334 w 3238076"/>
                        <a:gd name="connsiteY42" fmla="*/ 1127829 h 1930313"/>
                        <a:gd name="connsiteX43" fmla="*/ 2981660 w 3238076"/>
                        <a:gd name="connsiteY43" fmla="*/ 1219404 h 1930313"/>
                        <a:gd name="connsiteX44" fmla="*/ 2975972 w 3238076"/>
                        <a:gd name="connsiteY44" fmla="*/ 1218402 h 1930313"/>
                        <a:gd name="connsiteX45" fmla="*/ 2970278 w 3238076"/>
                        <a:gd name="connsiteY45" fmla="*/ 1156605 h 1930313"/>
                        <a:gd name="connsiteX46" fmla="*/ 2964578 w 3238076"/>
                        <a:gd name="connsiteY46" fmla="*/ 1249010 h 1930313"/>
                        <a:gd name="connsiteX47" fmla="*/ 2958858 w 3238076"/>
                        <a:gd name="connsiteY47" fmla="*/ 1140098 h 1930313"/>
                        <a:gd name="connsiteX48" fmla="*/ 2953133 w 3238076"/>
                        <a:gd name="connsiteY48" fmla="*/ 1215670 h 1930313"/>
                        <a:gd name="connsiteX49" fmla="*/ 2947400 w 3238076"/>
                        <a:gd name="connsiteY49" fmla="*/ 1147988 h 1930313"/>
                        <a:gd name="connsiteX50" fmla="*/ 2941655 w 3238076"/>
                        <a:gd name="connsiteY50" fmla="*/ 757176 h 1930313"/>
                        <a:gd name="connsiteX51" fmla="*/ 2935898 w 3238076"/>
                        <a:gd name="connsiteY51" fmla="*/ 1046442 h 1930313"/>
                        <a:gd name="connsiteX52" fmla="*/ 2930127 w 3238076"/>
                        <a:gd name="connsiteY52" fmla="*/ 1080797 h 1930313"/>
                        <a:gd name="connsiteX53" fmla="*/ 2924350 w 3238076"/>
                        <a:gd name="connsiteY53" fmla="*/ 1093289 h 1930313"/>
                        <a:gd name="connsiteX54" fmla="*/ 2918561 w 3238076"/>
                        <a:gd name="connsiteY54" fmla="*/ 982373 h 1930313"/>
                        <a:gd name="connsiteX55" fmla="*/ 2912758 w 3238076"/>
                        <a:gd name="connsiteY55" fmla="*/ 614911 h 1930313"/>
                        <a:gd name="connsiteX56" fmla="*/ 2906949 w 3238076"/>
                        <a:gd name="connsiteY56" fmla="*/ 905575 h 1930313"/>
                        <a:gd name="connsiteX57" fmla="*/ 2901128 w 3238076"/>
                        <a:gd name="connsiteY57" fmla="*/ 770121 h 1930313"/>
                        <a:gd name="connsiteX58" fmla="*/ 2895293 w 3238076"/>
                        <a:gd name="connsiteY58" fmla="*/ 821513 h 1930313"/>
                        <a:gd name="connsiteX59" fmla="*/ 2889453 w 3238076"/>
                        <a:gd name="connsiteY59" fmla="*/ 1162733 h 1930313"/>
                        <a:gd name="connsiteX60" fmla="*/ 2883599 w 3238076"/>
                        <a:gd name="connsiteY60" fmla="*/ 1217119 h 1930313"/>
                        <a:gd name="connsiteX61" fmla="*/ 2877733 w 3238076"/>
                        <a:gd name="connsiteY61" fmla="*/ 1223624 h 1930313"/>
                        <a:gd name="connsiteX62" fmla="*/ 2871854 w 3238076"/>
                        <a:gd name="connsiteY62" fmla="*/ 847359 h 1930313"/>
                        <a:gd name="connsiteX63" fmla="*/ 2865969 w 3238076"/>
                        <a:gd name="connsiteY63" fmla="*/ 800104 h 1930313"/>
                        <a:gd name="connsiteX64" fmla="*/ 2860070 w 3238076"/>
                        <a:gd name="connsiteY64" fmla="*/ 662192 h 1930313"/>
                        <a:gd name="connsiteX65" fmla="*/ 2854159 w 3238076"/>
                        <a:gd name="connsiteY65" fmla="*/ 857739 h 1930313"/>
                        <a:gd name="connsiteX66" fmla="*/ 2848236 w 3238076"/>
                        <a:gd name="connsiteY66" fmla="*/ 1132808 h 1930313"/>
                        <a:gd name="connsiteX67" fmla="*/ 2842299 w 3238076"/>
                        <a:gd name="connsiteY67" fmla="*/ 1129827 h 1930313"/>
                        <a:gd name="connsiteX68" fmla="*/ 2836356 w 3238076"/>
                        <a:gd name="connsiteY68" fmla="*/ 1065790 h 1930313"/>
                        <a:gd name="connsiteX69" fmla="*/ 2830401 w 3238076"/>
                        <a:gd name="connsiteY69" fmla="*/ 770510 h 1930313"/>
                        <a:gd name="connsiteX70" fmla="*/ 2824432 w 3238076"/>
                        <a:gd name="connsiteY70" fmla="*/ 982296 h 1930313"/>
                        <a:gd name="connsiteX71" fmla="*/ 2818451 w 3238076"/>
                        <a:gd name="connsiteY71" fmla="*/ 1227766 h 1930313"/>
                        <a:gd name="connsiteX72" fmla="*/ 2812463 w 3238076"/>
                        <a:gd name="connsiteY72" fmla="*/ 1298551 h 1930313"/>
                        <a:gd name="connsiteX73" fmla="*/ 2806457 w 3238076"/>
                        <a:gd name="connsiteY73" fmla="*/ 1242805 h 1930313"/>
                        <a:gd name="connsiteX74" fmla="*/ 2800444 w 3238076"/>
                        <a:gd name="connsiteY74" fmla="*/ 1236250 h 1930313"/>
                        <a:gd name="connsiteX75" fmla="*/ 2794411 w 3238076"/>
                        <a:gd name="connsiteY75" fmla="*/ 1305975 h 1930313"/>
                        <a:gd name="connsiteX76" fmla="*/ 2788373 w 3238076"/>
                        <a:gd name="connsiteY76" fmla="*/ 1265849 h 1930313"/>
                        <a:gd name="connsiteX77" fmla="*/ 2782322 w 3238076"/>
                        <a:gd name="connsiteY77" fmla="*/ 1179106 h 1930313"/>
                        <a:gd name="connsiteX78" fmla="*/ 2776257 w 3238076"/>
                        <a:gd name="connsiteY78" fmla="*/ 1342245 h 1930313"/>
                        <a:gd name="connsiteX79" fmla="*/ 2770187 w 3238076"/>
                        <a:gd name="connsiteY79" fmla="*/ 1188586 h 1930313"/>
                        <a:gd name="connsiteX80" fmla="*/ 2764097 w 3238076"/>
                        <a:gd name="connsiteY80" fmla="*/ 1009291 h 1930313"/>
                        <a:gd name="connsiteX81" fmla="*/ 2757995 w 3238076"/>
                        <a:gd name="connsiteY81" fmla="*/ 1377659 h 1930313"/>
                        <a:gd name="connsiteX82" fmla="*/ 2751886 w 3238076"/>
                        <a:gd name="connsiteY82" fmla="*/ 1117565 h 1930313"/>
                        <a:gd name="connsiteX83" fmla="*/ 2745758 w 3238076"/>
                        <a:gd name="connsiteY83" fmla="*/ 976315 h 1930313"/>
                        <a:gd name="connsiteX84" fmla="*/ 2739624 w 3238076"/>
                        <a:gd name="connsiteY84" fmla="*/ 1175474 h 1930313"/>
                        <a:gd name="connsiteX85" fmla="*/ 2733470 w 3238076"/>
                        <a:gd name="connsiteY85" fmla="*/ 988973 h 1930313"/>
                        <a:gd name="connsiteX86" fmla="*/ 2727310 w 3238076"/>
                        <a:gd name="connsiteY86" fmla="*/ 1059853 h 1930313"/>
                        <a:gd name="connsiteX87" fmla="*/ 2721131 w 3238076"/>
                        <a:gd name="connsiteY87" fmla="*/ 1183294 h 1930313"/>
                        <a:gd name="connsiteX88" fmla="*/ 2714946 w 3238076"/>
                        <a:gd name="connsiteY88" fmla="*/ 1108743 h 1930313"/>
                        <a:gd name="connsiteX89" fmla="*/ 2708741 w 3238076"/>
                        <a:gd name="connsiteY89" fmla="*/ 1211393 h 1930313"/>
                        <a:gd name="connsiteX90" fmla="*/ 2702530 w 3238076"/>
                        <a:gd name="connsiteY90" fmla="*/ 933393 h 1930313"/>
                        <a:gd name="connsiteX91" fmla="*/ 2696300 w 3238076"/>
                        <a:gd name="connsiteY91" fmla="*/ 1033171 h 1930313"/>
                        <a:gd name="connsiteX92" fmla="*/ 2690057 w 3238076"/>
                        <a:gd name="connsiteY92" fmla="*/ 1225870 h 1930313"/>
                        <a:gd name="connsiteX93" fmla="*/ 2683808 w 3238076"/>
                        <a:gd name="connsiteY93" fmla="*/ 1305043 h 1930313"/>
                        <a:gd name="connsiteX94" fmla="*/ 2677540 w 3238076"/>
                        <a:gd name="connsiteY94" fmla="*/ 1101479 h 1930313"/>
                        <a:gd name="connsiteX95" fmla="*/ 2671258 w 3238076"/>
                        <a:gd name="connsiteY95" fmla="*/ 1139977 h 1930313"/>
                        <a:gd name="connsiteX96" fmla="*/ 2664964 w 3238076"/>
                        <a:gd name="connsiteY96" fmla="*/ 1025332 h 1930313"/>
                        <a:gd name="connsiteX97" fmla="*/ 2658658 w 3238076"/>
                        <a:gd name="connsiteY97" fmla="*/ 1118522 h 1930313"/>
                        <a:gd name="connsiteX98" fmla="*/ 2652338 w 3238076"/>
                        <a:gd name="connsiteY98" fmla="*/ 1009349 h 1930313"/>
                        <a:gd name="connsiteX99" fmla="*/ 2646000 w 3238076"/>
                        <a:gd name="connsiteY99" fmla="*/ 846663 h 1930313"/>
                        <a:gd name="connsiteX100" fmla="*/ 2639655 w 3238076"/>
                        <a:gd name="connsiteY100" fmla="*/ 1158795 h 1930313"/>
                        <a:gd name="connsiteX101" fmla="*/ 2633290 w 3238076"/>
                        <a:gd name="connsiteY101" fmla="*/ 1070220 h 1930313"/>
                        <a:gd name="connsiteX102" fmla="*/ 2626913 w 3238076"/>
                        <a:gd name="connsiteY102" fmla="*/ 1076392 h 1930313"/>
                        <a:gd name="connsiteX103" fmla="*/ 2620524 w 3238076"/>
                        <a:gd name="connsiteY103" fmla="*/ 1231296 h 1930313"/>
                        <a:gd name="connsiteX104" fmla="*/ 2614121 w 3238076"/>
                        <a:gd name="connsiteY104" fmla="*/ 1273854 h 1930313"/>
                        <a:gd name="connsiteX105" fmla="*/ 2607706 w 3238076"/>
                        <a:gd name="connsiteY105" fmla="*/ 1085074 h 1930313"/>
                        <a:gd name="connsiteX106" fmla="*/ 2601272 w 3238076"/>
                        <a:gd name="connsiteY106" fmla="*/ 1127376 h 1930313"/>
                        <a:gd name="connsiteX107" fmla="*/ 2594825 w 3238076"/>
                        <a:gd name="connsiteY107" fmla="*/ 1054083 h 1930313"/>
                        <a:gd name="connsiteX108" fmla="*/ 2588365 w 3238076"/>
                        <a:gd name="connsiteY108" fmla="*/ 1204818 h 1930313"/>
                        <a:gd name="connsiteX109" fmla="*/ 2581886 w 3238076"/>
                        <a:gd name="connsiteY109" fmla="*/ 906437 h 1930313"/>
                        <a:gd name="connsiteX110" fmla="*/ 2575400 w 3238076"/>
                        <a:gd name="connsiteY110" fmla="*/ 943103 h 1930313"/>
                        <a:gd name="connsiteX111" fmla="*/ 2568896 w 3238076"/>
                        <a:gd name="connsiteY111" fmla="*/ 898151 h 1930313"/>
                        <a:gd name="connsiteX112" fmla="*/ 2562372 w 3238076"/>
                        <a:gd name="connsiteY112" fmla="*/ 730602 h 1930313"/>
                        <a:gd name="connsiteX113" fmla="*/ 2555842 w 3238076"/>
                        <a:gd name="connsiteY113" fmla="*/ 833016 h 1930313"/>
                        <a:gd name="connsiteX114" fmla="*/ 2549292 w 3238076"/>
                        <a:gd name="connsiteY114" fmla="*/ 775304 h 1930313"/>
                        <a:gd name="connsiteX115" fmla="*/ 2542724 w 3238076"/>
                        <a:gd name="connsiteY115" fmla="*/ 687406 h 1930313"/>
                        <a:gd name="connsiteX116" fmla="*/ 2536143 w 3238076"/>
                        <a:gd name="connsiteY116" fmla="*/ 743324 h 1930313"/>
                        <a:gd name="connsiteX117" fmla="*/ 2529549 w 3238076"/>
                        <a:gd name="connsiteY117" fmla="*/ 726000 h 1930313"/>
                        <a:gd name="connsiteX118" fmla="*/ 2522942 w 3238076"/>
                        <a:gd name="connsiteY118" fmla="*/ 554882 h 1930313"/>
                        <a:gd name="connsiteX119" fmla="*/ 2516316 w 3238076"/>
                        <a:gd name="connsiteY119" fmla="*/ 590795 h 1930313"/>
                        <a:gd name="connsiteX120" fmla="*/ 2509678 w 3238076"/>
                        <a:gd name="connsiteY120" fmla="*/ 681636 h 1930313"/>
                        <a:gd name="connsiteX121" fmla="*/ 2503020 w 3238076"/>
                        <a:gd name="connsiteY121" fmla="*/ 638484 h 1930313"/>
                        <a:gd name="connsiteX122" fmla="*/ 2496343 w 3238076"/>
                        <a:gd name="connsiteY122" fmla="*/ 674997 h 1930313"/>
                        <a:gd name="connsiteX123" fmla="*/ 2489660 w 3238076"/>
                        <a:gd name="connsiteY123" fmla="*/ 716603 h 1930313"/>
                        <a:gd name="connsiteX124" fmla="*/ 2482951 w 3238076"/>
                        <a:gd name="connsiteY124" fmla="*/ 645295 h 1930313"/>
                        <a:gd name="connsiteX125" fmla="*/ 2476235 w 3238076"/>
                        <a:gd name="connsiteY125" fmla="*/ 637195 h 1930313"/>
                        <a:gd name="connsiteX126" fmla="*/ 2469495 w 3238076"/>
                        <a:gd name="connsiteY126" fmla="*/ 732300 h 1930313"/>
                        <a:gd name="connsiteX127" fmla="*/ 2462748 w 3238076"/>
                        <a:gd name="connsiteY127" fmla="*/ 915061 h 1930313"/>
                        <a:gd name="connsiteX128" fmla="*/ 2455975 w 3238076"/>
                        <a:gd name="connsiteY128" fmla="*/ 1066479 h 1930313"/>
                        <a:gd name="connsiteX129" fmla="*/ 2449189 w 3238076"/>
                        <a:gd name="connsiteY129" fmla="*/ 1170202 h 1930313"/>
                        <a:gd name="connsiteX130" fmla="*/ 2442391 w 3238076"/>
                        <a:gd name="connsiteY130" fmla="*/ 1084008 h 1930313"/>
                        <a:gd name="connsiteX131" fmla="*/ 2435574 w 3238076"/>
                        <a:gd name="connsiteY131" fmla="*/ 1280920 h 1930313"/>
                        <a:gd name="connsiteX132" fmla="*/ 2428737 w 3238076"/>
                        <a:gd name="connsiteY132" fmla="*/ 1210825 h 1930313"/>
                        <a:gd name="connsiteX133" fmla="*/ 2421882 w 3238076"/>
                        <a:gd name="connsiteY133" fmla="*/ 1254225 h 1930313"/>
                        <a:gd name="connsiteX134" fmla="*/ 2415013 w 3238076"/>
                        <a:gd name="connsiteY134" fmla="*/ 1205042 h 1930313"/>
                        <a:gd name="connsiteX135" fmla="*/ 2408132 w 3238076"/>
                        <a:gd name="connsiteY135" fmla="*/ 1234411 h 1930313"/>
                        <a:gd name="connsiteX136" fmla="*/ 2401225 w 3238076"/>
                        <a:gd name="connsiteY136" fmla="*/ 1231494 h 1930313"/>
                        <a:gd name="connsiteX137" fmla="*/ 2387367 w 3238076"/>
                        <a:gd name="connsiteY137" fmla="*/ 1086657 h 1930313"/>
                        <a:gd name="connsiteX138" fmla="*/ 2380409 w 3238076"/>
                        <a:gd name="connsiteY138" fmla="*/ 1094757 h 1930313"/>
                        <a:gd name="connsiteX139" fmla="*/ 2373439 w 3238076"/>
                        <a:gd name="connsiteY139" fmla="*/ 1300613 h 1930313"/>
                        <a:gd name="connsiteX140" fmla="*/ 2366449 w 3238076"/>
                        <a:gd name="connsiteY140" fmla="*/ 1343585 h 1930313"/>
                        <a:gd name="connsiteX141" fmla="*/ 2359440 w 3238076"/>
                        <a:gd name="connsiteY141" fmla="*/ 1224907 h 1930313"/>
                        <a:gd name="connsiteX142" fmla="*/ 2352412 w 3238076"/>
                        <a:gd name="connsiteY142" fmla="*/ 1197522 h 1930313"/>
                        <a:gd name="connsiteX143" fmla="*/ 2345365 w 3238076"/>
                        <a:gd name="connsiteY143" fmla="*/ 1225194 h 1930313"/>
                        <a:gd name="connsiteX144" fmla="*/ 2338305 w 3238076"/>
                        <a:gd name="connsiteY144" fmla="*/ 1328699 h 1930313"/>
                        <a:gd name="connsiteX145" fmla="*/ 2331219 w 3238076"/>
                        <a:gd name="connsiteY145" fmla="*/ 1290393 h 1930313"/>
                        <a:gd name="connsiteX146" fmla="*/ 2324121 w 3238076"/>
                        <a:gd name="connsiteY146" fmla="*/ 1306868 h 1930313"/>
                        <a:gd name="connsiteX147" fmla="*/ 2316997 w 3238076"/>
                        <a:gd name="connsiteY147" fmla="*/ 1334661 h 1930313"/>
                        <a:gd name="connsiteX148" fmla="*/ 2309861 w 3238076"/>
                        <a:gd name="connsiteY148" fmla="*/ 1288433 h 1930313"/>
                        <a:gd name="connsiteX149" fmla="*/ 2302705 w 3238076"/>
                        <a:gd name="connsiteY149" fmla="*/ 1350715 h 1930313"/>
                        <a:gd name="connsiteX150" fmla="*/ 2295530 w 3238076"/>
                        <a:gd name="connsiteY150" fmla="*/ 1303211 h 1930313"/>
                        <a:gd name="connsiteX151" fmla="*/ 2288330 w 3238076"/>
                        <a:gd name="connsiteY151" fmla="*/ 1287489 h 1930313"/>
                        <a:gd name="connsiteX152" fmla="*/ 2281117 w 3238076"/>
                        <a:gd name="connsiteY152" fmla="*/ 1252597 h 1930313"/>
                        <a:gd name="connsiteX153" fmla="*/ 2273885 w 3238076"/>
                        <a:gd name="connsiteY153" fmla="*/ 1232107 h 1930313"/>
                        <a:gd name="connsiteX154" fmla="*/ 2266627 w 3238076"/>
                        <a:gd name="connsiteY154" fmla="*/ 1222283 h 1930313"/>
                        <a:gd name="connsiteX155" fmla="*/ 2259356 w 3238076"/>
                        <a:gd name="connsiteY155" fmla="*/ 1350907 h 1930313"/>
                        <a:gd name="connsiteX156" fmla="*/ 2252060 w 3238076"/>
                        <a:gd name="connsiteY156" fmla="*/ 1273911 h 1930313"/>
                        <a:gd name="connsiteX157" fmla="*/ 2244745 w 3238076"/>
                        <a:gd name="connsiteY157" fmla="*/ 1204857 h 1930313"/>
                        <a:gd name="connsiteX158" fmla="*/ 2237410 w 3238076"/>
                        <a:gd name="connsiteY158" fmla="*/ 1232375 h 1930313"/>
                        <a:gd name="connsiteX159" fmla="*/ 2230057 w 3238076"/>
                        <a:gd name="connsiteY159" fmla="*/ 1243444 h 1930313"/>
                        <a:gd name="connsiteX160" fmla="*/ 2222678 w 3238076"/>
                        <a:gd name="connsiteY160" fmla="*/ 1369444 h 1930313"/>
                        <a:gd name="connsiteX161" fmla="*/ 2215286 w 3238076"/>
                        <a:gd name="connsiteY161" fmla="*/ 1203076 h 1930313"/>
                        <a:gd name="connsiteX162" fmla="*/ 2207868 w 3238076"/>
                        <a:gd name="connsiteY162" fmla="*/ 1246399 h 1930313"/>
                        <a:gd name="connsiteX163" fmla="*/ 2200425 w 3238076"/>
                        <a:gd name="connsiteY163" fmla="*/ 1314828 h 1930313"/>
                        <a:gd name="connsiteX164" fmla="*/ 2192970 w 3238076"/>
                        <a:gd name="connsiteY164" fmla="*/ 1265058 h 1930313"/>
                        <a:gd name="connsiteX165" fmla="*/ 2185489 w 3238076"/>
                        <a:gd name="connsiteY165" fmla="*/ 1206082 h 1930313"/>
                        <a:gd name="connsiteX166" fmla="*/ 2177982 w 3238076"/>
                        <a:gd name="connsiteY166" fmla="*/ 1167814 h 1930313"/>
                        <a:gd name="connsiteX167" fmla="*/ 2170462 w 3238076"/>
                        <a:gd name="connsiteY167" fmla="*/ 1204684 h 1930313"/>
                        <a:gd name="connsiteX168" fmla="*/ 2162911 w 3238076"/>
                        <a:gd name="connsiteY168" fmla="*/ 1177230 h 1930313"/>
                        <a:gd name="connsiteX169" fmla="*/ 2155346 w 3238076"/>
                        <a:gd name="connsiteY169" fmla="*/ 1195824 h 1930313"/>
                        <a:gd name="connsiteX170" fmla="*/ 2147757 w 3238076"/>
                        <a:gd name="connsiteY170" fmla="*/ 1208738 h 1930313"/>
                        <a:gd name="connsiteX171" fmla="*/ 2140141 w 3238076"/>
                        <a:gd name="connsiteY171" fmla="*/ 1139306 h 1930313"/>
                        <a:gd name="connsiteX172" fmla="*/ 2132507 w 3238076"/>
                        <a:gd name="connsiteY172" fmla="*/ 1122071 h 1930313"/>
                        <a:gd name="connsiteX173" fmla="*/ 2124847 w 3238076"/>
                        <a:gd name="connsiteY173" fmla="*/ 1133427 h 1930313"/>
                        <a:gd name="connsiteX174" fmla="*/ 2117168 w 3238076"/>
                        <a:gd name="connsiteY174" fmla="*/ 1203389 h 1930313"/>
                        <a:gd name="connsiteX175" fmla="*/ 2109463 w 3238076"/>
                        <a:gd name="connsiteY175" fmla="*/ 1042657 h 1930313"/>
                        <a:gd name="connsiteX176" fmla="*/ 2101733 w 3238076"/>
                        <a:gd name="connsiteY176" fmla="*/ 1096079 h 1930313"/>
                        <a:gd name="connsiteX177" fmla="*/ 2093984 w 3238076"/>
                        <a:gd name="connsiteY177" fmla="*/ 1100113 h 1930313"/>
                        <a:gd name="connsiteX178" fmla="*/ 2086209 w 3238076"/>
                        <a:gd name="connsiteY178" fmla="*/ 1055245 h 1930313"/>
                        <a:gd name="connsiteX179" fmla="*/ 2078408 w 3238076"/>
                        <a:gd name="connsiteY179" fmla="*/ 1051127 h 1930313"/>
                        <a:gd name="connsiteX180" fmla="*/ 2070582 w 3238076"/>
                        <a:gd name="connsiteY180" fmla="*/ 1107792 h 1930313"/>
                        <a:gd name="connsiteX181" fmla="*/ 2062737 w 3238076"/>
                        <a:gd name="connsiteY181" fmla="*/ 928025 h 1930313"/>
                        <a:gd name="connsiteX182" fmla="*/ 2054867 w 3238076"/>
                        <a:gd name="connsiteY182" fmla="*/ 957886 h 1930313"/>
                        <a:gd name="connsiteX183" fmla="*/ 2046964 w 3238076"/>
                        <a:gd name="connsiteY183" fmla="*/ 959342 h 1930313"/>
                        <a:gd name="connsiteX184" fmla="*/ 2039042 w 3238076"/>
                        <a:gd name="connsiteY184" fmla="*/ 891149 h 1930313"/>
                        <a:gd name="connsiteX185" fmla="*/ 2031095 w 3238076"/>
                        <a:gd name="connsiteY185" fmla="*/ 949058 h 1930313"/>
                        <a:gd name="connsiteX186" fmla="*/ 2023123 w 3238076"/>
                        <a:gd name="connsiteY186" fmla="*/ 886770 h 1930313"/>
                        <a:gd name="connsiteX187" fmla="*/ 2015124 w 3238076"/>
                        <a:gd name="connsiteY187" fmla="*/ 902268 h 1930313"/>
                        <a:gd name="connsiteX188" fmla="*/ 2007100 w 3238076"/>
                        <a:gd name="connsiteY188" fmla="*/ 934102 h 1930313"/>
                        <a:gd name="connsiteX189" fmla="*/ 1999051 w 3238076"/>
                        <a:gd name="connsiteY189" fmla="*/ 788384 h 1930313"/>
                        <a:gd name="connsiteX190" fmla="*/ 1990976 w 3238076"/>
                        <a:gd name="connsiteY190" fmla="*/ 910439 h 1930313"/>
                        <a:gd name="connsiteX191" fmla="*/ 1982869 w 3238076"/>
                        <a:gd name="connsiteY191" fmla="*/ 1109081 h 1930313"/>
                        <a:gd name="connsiteX192" fmla="*/ 1974743 w 3238076"/>
                        <a:gd name="connsiteY192" fmla="*/ 1047208 h 1930313"/>
                        <a:gd name="connsiteX193" fmla="*/ 1966586 w 3238076"/>
                        <a:gd name="connsiteY193" fmla="*/ 793797 h 1930313"/>
                        <a:gd name="connsiteX194" fmla="*/ 1958402 w 3238076"/>
                        <a:gd name="connsiteY194" fmla="*/ 733998 h 1930313"/>
                        <a:gd name="connsiteX195" fmla="*/ 1950187 w 3238076"/>
                        <a:gd name="connsiteY195" fmla="*/ 863337 h 1930313"/>
                        <a:gd name="connsiteX196" fmla="*/ 1941952 w 3238076"/>
                        <a:gd name="connsiteY196" fmla="*/ 808478 h 1930313"/>
                        <a:gd name="connsiteX197" fmla="*/ 1933679 w 3238076"/>
                        <a:gd name="connsiteY197" fmla="*/ 737368 h 1930313"/>
                        <a:gd name="connsiteX198" fmla="*/ 1925388 w 3238076"/>
                        <a:gd name="connsiteY198" fmla="*/ 772891 h 1930313"/>
                        <a:gd name="connsiteX199" fmla="*/ 1917064 w 3238076"/>
                        <a:gd name="connsiteY199" fmla="*/ 714822 h 1930313"/>
                        <a:gd name="connsiteX200" fmla="*/ 1908708 w 3238076"/>
                        <a:gd name="connsiteY200" fmla="*/ 683825 h 1930313"/>
                        <a:gd name="connsiteX201" fmla="*/ 1900327 w 3238076"/>
                        <a:gd name="connsiteY201" fmla="*/ 724065 h 1930313"/>
                        <a:gd name="connsiteX202" fmla="*/ 1891913 w 3238076"/>
                        <a:gd name="connsiteY202" fmla="*/ 784298 h 1930313"/>
                        <a:gd name="connsiteX203" fmla="*/ 1883475 w 3238076"/>
                        <a:gd name="connsiteY203" fmla="*/ 591210 h 1930313"/>
                        <a:gd name="connsiteX204" fmla="*/ 1866502 w 3238076"/>
                        <a:gd name="connsiteY204" fmla="*/ 683870 h 1930313"/>
                        <a:gd name="connsiteX205" fmla="*/ 1857974 w 3238076"/>
                        <a:gd name="connsiteY205" fmla="*/ 865603 h 1930313"/>
                        <a:gd name="connsiteX206" fmla="*/ 1840815 w 3238076"/>
                        <a:gd name="connsiteY206" fmla="*/ 473778 h 1930313"/>
                        <a:gd name="connsiteX207" fmla="*/ 1832191 w 3238076"/>
                        <a:gd name="connsiteY207" fmla="*/ 541508 h 1930313"/>
                        <a:gd name="connsiteX208" fmla="*/ 1823536 w 3238076"/>
                        <a:gd name="connsiteY208" fmla="*/ 718416 h 1930313"/>
                        <a:gd name="connsiteX209" fmla="*/ 1814848 w 3238076"/>
                        <a:gd name="connsiteY209" fmla="*/ 480114 h 1930313"/>
                        <a:gd name="connsiteX210" fmla="*/ 1806128 w 3238076"/>
                        <a:gd name="connsiteY210" fmla="*/ 493483 h 1930313"/>
                        <a:gd name="connsiteX211" fmla="*/ 1797370 w 3238076"/>
                        <a:gd name="connsiteY211" fmla="*/ 645372 h 1930313"/>
                        <a:gd name="connsiteX212" fmla="*/ 1788587 w 3238076"/>
                        <a:gd name="connsiteY212" fmla="*/ 548716 h 1930313"/>
                        <a:gd name="connsiteX213" fmla="*/ 1779765 w 3238076"/>
                        <a:gd name="connsiteY213" fmla="*/ 523318 h 1930313"/>
                        <a:gd name="connsiteX214" fmla="*/ 1770912 w 3238076"/>
                        <a:gd name="connsiteY214" fmla="*/ 455255 h 1930313"/>
                        <a:gd name="connsiteX215" fmla="*/ 1762026 w 3238076"/>
                        <a:gd name="connsiteY215" fmla="*/ 661694 h 1930313"/>
                        <a:gd name="connsiteX216" fmla="*/ 1753108 w 3238076"/>
                        <a:gd name="connsiteY216" fmla="*/ 724397 h 1930313"/>
                        <a:gd name="connsiteX217" fmla="*/ 1744153 w 3238076"/>
                        <a:gd name="connsiteY217" fmla="*/ 499180 h 1930313"/>
                        <a:gd name="connsiteX218" fmla="*/ 1735159 w 3238076"/>
                        <a:gd name="connsiteY218" fmla="*/ 653045 h 1930313"/>
                        <a:gd name="connsiteX219" fmla="*/ 1726133 w 3238076"/>
                        <a:gd name="connsiteY219" fmla="*/ 666865 h 1930313"/>
                        <a:gd name="connsiteX220" fmla="*/ 1717075 w 3238076"/>
                        <a:gd name="connsiteY220" fmla="*/ 856826 h 1930313"/>
                        <a:gd name="connsiteX221" fmla="*/ 1707972 w 3238076"/>
                        <a:gd name="connsiteY221" fmla="*/ 597899 h 1930313"/>
                        <a:gd name="connsiteX222" fmla="*/ 1698838 w 3238076"/>
                        <a:gd name="connsiteY222" fmla="*/ 668486 h 1930313"/>
                        <a:gd name="connsiteX223" fmla="*/ 1689671 w 3238076"/>
                        <a:gd name="connsiteY223" fmla="*/ 652981 h 1930313"/>
                        <a:gd name="connsiteX224" fmla="*/ 1680460 w 3238076"/>
                        <a:gd name="connsiteY224" fmla="*/ 719610 h 1930313"/>
                        <a:gd name="connsiteX225" fmla="*/ 1671217 w 3238076"/>
                        <a:gd name="connsiteY225" fmla="*/ 748712 h 1930313"/>
                        <a:gd name="connsiteX226" fmla="*/ 1661929 w 3238076"/>
                        <a:gd name="connsiteY226" fmla="*/ 673791 h 1930313"/>
                        <a:gd name="connsiteX227" fmla="*/ 1652610 w 3238076"/>
                        <a:gd name="connsiteY227" fmla="*/ 751367 h 1930313"/>
                        <a:gd name="connsiteX228" fmla="*/ 1643245 w 3238076"/>
                        <a:gd name="connsiteY228" fmla="*/ 618281 h 1930313"/>
                        <a:gd name="connsiteX229" fmla="*/ 1633849 w 3238076"/>
                        <a:gd name="connsiteY229" fmla="*/ 598116 h 1930313"/>
                        <a:gd name="connsiteX230" fmla="*/ 1624408 w 3238076"/>
                        <a:gd name="connsiteY230" fmla="*/ 616602 h 1930313"/>
                        <a:gd name="connsiteX231" fmla="*/ 1614923 w 3238076"/>
                        <a:gd name="connsiteY231" fmla="*/ 615358 h 1930313"/>
                        <a:gd name="connsiteX232" fmla="*/ 1605405 w 3238076"/>
                        <a:gd name="connsiteY232" fmla="*/ 605336 h 1930313"/>
                        <a:gd name="connsiteX233" fmla="*/ 1595843 w 3238076"/>
                        <a:gd name="connsiteY233" fmla="*/ 670778 h 1930313"/>
                        <a:gd name="connsiteX234" fmla="*/ 1586242 w 3238076"/>
                        <a:gd name="connsiteY234" fmla="*/ 707916 h 1930313"/>
                        <a:gd name="connsiteX235" fmla="*/ 1576597 w 3238076"/>
                        <a:gd name="connsiteY235" fmla="*/ 767676 h 1930313"/>
                        <a:gd name="connsiteX236" fmla="*/ 1566907 w 3238076"/>
                        <a:gd name="connsiteY236" fmla="*/ 510290 h 1930313"/>
                        <a:gd name="connsiteX237" fmla="*/ 1557179 w 3238076"/>
                        <a:gd name="connsiteY237" fmla="*/ 671678 h 1930313"/>
                        <a:gd name="connsiteX238" fmla="*/ 1547400 w 3238076"/>
                        <a:gd name="connsiteY238" fmla="*/ 417160 h 1930313"/>
                        <a:gd name="connsiteX239" fmla="*/ 1537583 w 3238076"/>
                        <a:gd name="connsiteY239" fmla="*/ 481930 h 1930313"/>
                        <a:gd name="connsiteX240" fmla="*/ 1527720 w 3238076"/>
                        <a:gd name="connsiteY240" fmla="*/ 561329 h 1930313"/>
                        <a:gd name="connsiteX241" fmla="*/ 1517813 w 3238076"/>
                        <a:gd name="connsiteY241" fmla="*/ 470990 h 1930313"/>
                        <a:gd name="connsiteX242" fmla="*/ 1507862 w 3238076"/>
                        <a:gd name="connsiteY242" fmla="*/ 649259 h 1930313"/>
                        <a:gd name="connsiteX243" fmla="*/ 1497865 w 3238076"/>
                        <a:gd name="connsiteY243" fmla="*/ 537530 h 1930313"/>
                        <a:gd name="connsiteX244" fmla="*/ 1487825 w 3238076"/>
                        <a:gd name="connsiteY244" fmla="*/ 254845 h 1930313"/>
                        <a:gd name="connsiteX245" fmla="*/ 1477733 w 3238076"/>
                        <a:gd name="connsiteY245" fmla="*/ 374663 h 1930313"/>
                        <a:gd name="connsiteX246" fmla="*/ 1467589 w 3238076"/>
                        <a:gd name="connsiteY246" fmla="*/ 439197 h 1930313"/>
                        <a:gd name="connsiteX247" fmla="*/ 1457402 w 3238076"/>
                        <a:gd name="connsiteY247" fmla="*/ 436199 h 1930313"/>
                        <a:gd name="connsiteX248" fmla="*/ 1447169 w 3238076"/>
                        <a:gd name="connsiteY248" fmla="*/ 373202 h 1930313"/>
                        <a:gd name="connsiteX249" fmla="*/ 1436886 w 3238076"/>
                        <a:gd name="connsiteY249" fmla="*/ 411546 h 1930313"/>
                        <a:gd name="connsiteX250" fmla="*/ 1426551 w 3238076"/>
                        <a:gd name="connsiteY250" fmla="*/ 361104 h 1930313"/>
                        <a:gd name="connsiteX251" fmla="*/ 1416165 w 3238076"/>
                        <a:gd name="connsiteY251" fmla="*/ 390256 h 1930313"/>
                        <a:gd name="connsiteX252" fmla="*/ 1405729 w 3238076"/>
                        <a:gd name="connsiteY252" fmla="*/ 758382 h 1930313"/>
                        <a:gd name="connsiteX253" fmla="*/ 1395247 w 3238076"/>
                        <a:gd name="connsiteY253" fmla="*/ 445593 h 1930313"/>
                        <a:gd name="connsiteX254" fmla="*/ 1384708 w 3238076"/>
                        <a:gd name="connsiteY254" fmla="*/ 677327 h 1930313"/>
                        <a:gd name="connsiteX255" fmla="*/ 1374112 w 3238076"/>
                        <a:gd name="connsiteY255" fmla="*/ 557506 h 1930313"/>
                        <a:gd name="connsiteX256" fmla="*/ 1363471 w 3238076"/>
                        <a:gd name="connsiteY256" fmla="*/ 554391 h 1930313"/>
                        <a:gd name="connsiteX257" fmla="*/ 1352773 w 3238076"/>
                        <a:gd name="connsiteY257" fmla="*/ 639914 h 1930313"/>
                        <a:gd name="connsiteX258" fmla="*/ 1342017 w 3238076"/>
                        <a:gd name="connsiteY258" fmla="*/ 307088 h 1930313"/>
                        <a:gd name="connsiteX259" fmla="*/ 1331210 w 3238076"/>
                        <a:gd name="connsiteY259" fmla="*/ 629593 h 1930313"/>
                        <a:gd name="connsiteX260" fmla="*/ 1309424 w 3238076"/>
                        <a:gd name="connsiteY260" fmla="*/ 749260 h 1930313"/>
                        <a:gd name="connsiteX261" fmla="*/ 1298444 w 3238076"/>
                        <a:gd name="connsiteY261" fmla="*/ 766572 h 1930313"/>
                        <a:gd name="connsiteX262" fmla="*/ 1287414 w 3238076"/>
                        <a:gd name="connsiteY262" fmla="*/ 951848 h 1930313"/>
                        <a:gd name="connsiteX263" fmla="*/ 1276320 w 3238076"/>
                        <a:gd name="connsiteY263" fmla="*/ 990894 h 1930313"/>
                        <a:gd name="connsiteX264" fmla="*/ 1265168 w 3238076"/>
                        <a:gd name="connsiteY264" fmla="*/ 1230249 h 1930313"/>
                        <a:gd name="connsiteX265" fmla="*/ 1253953 w 3238076"/>
                        <a:gd name="connsiteY265" fmla="*/ 836169 h 1930313"/>
                        <a:gd name="connsiteX266" fmla="*/ 1242680 w 3238076"/>
                        <a:gd name="connsiteY266" fmla="*/ 868335 h 1930313"/>
                        <a:gd name="connsiteX267" fmla="*/ 1231350 w 3238076"/>
                        <a:gd name="connsiteY267" fmla="*/ 737828 h 1930313"/>
                        <a:gd name="connsiteX268" fmla="*/ 1219949 w 3238076"/>
                        <a:gd name="connsiteY268" fmla="*/ 765704 h 1930313"/>
                        <a:gd name="connsiteX269" fmla="*/ 1208491 w 3238076"/>
                        <a:gd name="connsiteY269" fmla="*/ 902524 h 1930313"/>
                        <a:gd name="connsiteX270" fmla="*/ 1196969 w 3238076"/>
                        <a:gd name="connsiteY270" fmla="*/ 899128 h 1930313"/>
                        <a:gd name="connsiteX271" fmla="*/ 1185383 w 3238076"/>
                        <a:gd name="connsiteY271" fmla="*/ 800882 h 1930313"/>
                        <a:gd name="connsiteX272" fmla="*/ 1173740 w 3238076"/>
                        <a:gd name="connsiteY272" fmla="*/ 1006751 h 1930313"/>
                        <a:gd name="connsiteX273" fmla="*/ 1162020 w 3238076"/>
                        <a:gd name="connsiteY273" fmla="*/ 950111 h 1930313"/>
                        <a:gd name="connsiteX274" fmla="*/ 1150243 w 3238076"/>
                        <a:gd name="connsiteY274" fmla="*/ 1070475 h 1930313"/>
                        <a:gd name="connsiteX275" fmla="*/ 1138396 w 3238076"/>
                        <a:gd name="connsiteY275" fmla="*/ 1140117 h 1930313"/>
                        <a:gd name="connsiteX276" fmla="*/ 1126485 w 3238076"/>
                        <a:gd name="connsiteY276" fmla="*/ 1045485 h 1930313"/>
                        <a:gd name="connsiteX277" fmla="*/ 1114503 w 3238076"/>
                        <a:gd name="connsiteY277" fmla="*/ 1082386 h 1930313"/>
                        <a:gd name="connsiteX278" fmla="*/ 1102451 w 3238076"/>
                        <a:gd name="connsiteY278" fmla="*/ 1078914 h 1930313"/>
                        <a:gd name="connsiteX279" fmla="*/ 1090336 w 3238076"/>
                        <a:gd name="connsiteY279" fmla="*/ 1048887 h 1930313"/>
                        <a:gd name="connsiteX280" fmla="*/ 1078144 w 3238076"/>
                        <a:gd name="connsiteY280" fmla="*/ 1089389 h 1930313"/>
                        <a:gd name="connsiteX281" fmla="*/ 1065888 w 3238076"/>
                        <a:gd name="connsiteY281" fmla="*/ 981211 h 1930313"/>
                        <a:gd name="connsiteX282" fmla="*/ 1053562 w 3238076"/>
                        <a:gd name="connsiteY282" fmla="*/ 973564 h 1930313"/>
                        <a:gd name="connsiteX283" fmla="*/ 1041165 w 3238076"/>
                        <a:gd name="connsiteY283" fmla="*/ 901611 h 1930313"/>
                        <a:gd name="connsiteX284" fmla="*/ 1028692 w 3238076"/>
                        <a:gd name="connsiteY284" fmla="*/ 888500 h 1930313"/>
                        <a:gd name="connsiteX285" fmla="*/ 1016149 w 3238076"/>
                        <a:gd name="connsiteY285" fmla="*/ 813164 h 1930313"/>
                        <a:gd name="connsiteX286" fmla="*/ 1003536 w 3238076"/>
                        <a:gd name="connsiteY286" fmla="*/ 840912 h 1930313"/>
                        <a:gd name="connsiteX287" fmla="*/ 990852 w 3238076"/>
                        <a:gd name="connsiteY287" fmla="*/ 741486 h 1930313"/>
                        <a:gd name="connsiteX288" fmla="*/ 965261 w 3238076"/>
                        <a:gd name="connsiteY288" fmla="*/ 487856 h 1930313"/>
                        <a:gd name="connsiteX289" fmla="*/ 952361 w 3238076"/>
                        <a:gd name="connsiteY289" fmla="*/ 546520 h 1930313"/>
                        <a:gd name="connsiteX290" fmla="*/ 939383 w 3238076"/>
                        <a:gd name="connsiteY290" fmla="*/ 536812 h 1930313"/>
                        <a:gd name="connsiteX291" fmla="*/ 926336 w 3238076"/>
                        <a:gd name="connsiteY291" fmla="*/ 294418 h 1930313"/>
                        <a:gd name="connsiteX292" fmla="*/ 913212 w 3238076"/>
                        <a:gd name="connsiteY292" fmla="*/ 560614 h 1930313"/>
                        <a:gd name="connsiteX293" fmla="*/ 900017 w 3238076"/>
                        <a:gd name="connsiteY293" fmla="*/ 696822 h 1930313"/>
                        <a:gd name="connsiteX294" fmla="*/ 886753 w 3238076"/>
                        <a:gd name="connsiteY294" fmla="*/ 483542 h 1930313"/>
                        <a:gd name="connsiteX295" fmla="*/ 873418 w 3238076"/>
                        <a:gd name="connsiteY295" fmla="*/ 666335 h 1930313"/>
                        <a:gd name="connsiteX296" fmla="*/ 860007 w 3238076"/>
                        <a:gd name="connsiteY296" fmla="*/ 549795 h 1930313"/>
                        <a:gd name="connsiteX297" fmla="*/ 846532 w 3238076"/>
                        <a:gd name="connsiteY297" fmla="*/ 546603 h 1930313"/>
                        <a:gd name="connsiteX298" fmla="*/ 832986 w 3238076"/>
                        <a:gd name="connsiteY298" fmla="*/ 436350 h 1930313"/>
                        <a:gd name="connsiteX299" fmla="*/ 819371 w 3238076"/>
                        <a:gd name="connsiteY299" fmla="*/ 452364 h 1930313"/>
                        <a:gd name="connsiteX300" fmla="*/ 805691 w 3238076"/>
                        <a:gd name="connsiteY300" fmla="*/ 557997 h 1930313"/>
                        <a:gd name="connsiteX301" fmla="*/ 791948 w 3238076"/>
                        <a:gd name="connsiteY301" fmla="*/ 560997 h 1930313"/>
                        <a:gd name="connsiteX302" fmla="*/ 778147 w 3238076"/>
                        <a:gd name="connsiteY302" fmla="*/ 734011 h 1930313"/>
                        <a:gd name="connsiteX303" fmla="*/ 764276 w 3238076"/>
                        <a:gd name="connsiteY303" fmla="*/ 769234 h 1930313"/>
                        <a:gd name="connsiteX304" fmla="*/ 750354 w 3238076"/>
                        <a:gd name="connsiteY304" fmla="*/ 888863 h 1930313"/>
                        <a:gd name="connsiteX305" fmla="*/ 736375 w 3238076"/>
                        <a:gd name="connsiteY305" fmla="*/ 972734 h 1930313"/>
                        <a:gd name="connsiteX306" fmla="*/ 722344 w 3238076"/>
                        <a:gd name="connsiteY306" fmla="*/ 976864 h 1930313"/>
                        <a:gd name="connsiteX307" fmla="*/ 708263 w 3238076"/>
                        <a:gd name="connsiteY307" fmla="*/ 1147949 h 1930313"/>
                        <a:gd name="connsiteX308" fmla="*/ 694137 w 3238076"/>
                        <a:gd name="connsiteY308" fmla="*/ 1230581 h 1930313"/>
                        <a:gd name="connsiteX309" fmla="*/ 679972 w 3238076"/>
                        <a:gd name="connsiteY309" fmla="*/ 1200344 h 1930313"/>
                        <a:gd name="connsiteX310" fmla="*/ 665769 w 3238076"/>
                        <a:gd name="connsiteY310" fmla="*/ 1123769 h 1930313"/>
                        <a:gd name="connsiteX311" fmla="*/ 651534 w 3238076"/>
                        <a:gd name="connsiteY311" fmla="*/ 1097094 h 1930313"/>
                        <a:gd name="connsiteX312" fmla="*/ 637280 w 3238076"/>
                        <a:gd name="connsiteY312" fmla="*/ 964104 h 1930313"/>
                        <a:gd name="connsiteX313" fmla="*/ 623001 w 3238076"/>
                        <a:gd name="connsiteY313" fmla="*/ 972810 h 1930313"/>
                        <a:gd name="connsiteX314" fmla="*/ 608709 w 3238076"/>
                        <a:gd name="connsiteY314" fmla="*/ 965431 h 1930313"/>
                        <a:gd name="connsiteX315" fmla="*/ 594410 w 3238076"/>
                        <a:gd name="connsiteY315" fmla="*/ 916420 h 1930313"/>
                        <a:gd name="connsiteX316" fmla="*/ 580111 w 3238076"/>
                        <a:gd name="connsiteY316" fmla="*/ 945784 h 1930313"/>
                        <a:gd name="connsiteX317" fmla="*/ 565819 w 3238076"/>
                        <a:gd name="connsiteY317" fmla="*/ 822649 h 1930313"/>
                        <a:gd name="connsiteX318" fmla="*/ 551546 w 3238076"/>
                        <a:gd name="connsiteY318" fmla="*/ 780998 h 1930313"/>
                        <a:gd name="connsiteX319" fmla="*/ 537299 w 3238076"/>
                        <a:gd name="connsiteY319" fmla="*/ 912137 h 1930313"/>
                        <a:gd name="connsiteX320" fmla="*/ 523089 w 3238076"/>
                        <a:gd name="connsiteY320" fmla="*/ 718129 h 1930313"/>
                        <a:gd name="connsiteX321" fmla="*/ 508918 w 3238076"/>
                        <a:gd name="connsiteY321" fmla="*/ 748756 h 1930313"/>
                        <a:gd name="connsiteX322" fmla="*/ 494805 w 3238076"/>
                        <a:gd name="connsiteY322" fmla="*/ 843925 h 1930313"/>
                        <a:gd name="connsiteX323" fmla="*/ 480762 w 3238076"/>
                        <a:gd name="connsiteY323" fmla="*/ 872860 h 1930313"/>
                        <a:gd name="connsiteX324" fmla="*/ 466788 w 3238076"/>
                        <a:gd name="connsiteY324" fmla="*/ 819234 h 1930313"/>
                        <a:gd name="connsiteX325" fmla="*/ 452904 w 3238076"/>
                        <a:gd name="connsiteY325" fmla="*/ 878682 h 1930313"/>
                        <a:gd name="connsiteX326" fmla="*/ 439118 w 3238076"/>
                        <a:gd name="connsiteY326" fmla="*/ 1180396 h 1930313"/>
                        <a:gd name="connsiteX327" fmla="*/ 425440 w 3238076"/>
                        <a:gd name="connsiteY327" fmla="*/ 1199890 h 1930313"/>
                        <a:gd name="connsiteX328" fmla="*/ 411886 w 3238076"/>
                        <a:gd name="connsiteY328" fmla="*/ 1111801 h 1930313"/>
                        <a:gd name="connsiteX329" fmla="*/ 398462 w 3238076"/>
                        <a:gd name="connsiteY329" fmla="*/ 1127887 h 1930313"/>
                        <a:gd name="connsiteX330" fmla="*/ 385182 w 3238076"/>
                        <a:gd name="connsiteY330" fmla="*/ 1079137 h 1930313"/>
                        <a:gd name="connsiteX331" fmla="*/ 372056 w 3238076"/>
                        <a:gd name="connsiteY331" fmla="*/ 1082508 h 1930313"/>
                        <a:gd name="connsiteX332" fmla="*/ 346309 w 3238076"/>
                        <a:gd name="connsiteY332" fmla="*/ 975594 h 1930313"/>
                        <a:gd name="connsiteX333" fmla="*/ 333707 w 3238076"/>
                        <a:gd name="connsiteY333" fmla="*/ 954644 h 1930313"/>
                        <a:gd name="connsiteX334" fmla="*/ 321298 w 3238076"/>
                        <a:gd name="connsiteY334" fmla="*/ 987703 h 1930313"/>
                        <a:gd name="connsiteX335" fmla="*/ 309089 w 3238076"/>
                        <a:gd name="connsiteY335" fmla="*/ 916229 h 1930313"/>
                        <a:gd name="connsiteX336" fmla="*/ 297093 w 3238076"/>
                        <a:gd name="connsiteY336" fmla="*/ 968489 h 1930313"/>
                        <a:gd name="connsiteX337" fmla="*/ 285311 w 3238076"/>
                        <a:gd name="connsiteY337" fmla="*/ 880559 h 1930313"/>
                        <a:gd name="connsiteX338" fmla="*/ 273750 w 3238076"/>
                        <a:gd name="connsiteY338" fmla="*/ 995184 h 1930313"/>
                        <a:gd name="connsiteX339" fmla="*/ 262415 w 3238076"/>
                        <a:gd name="connsiteY339" fmla="*/ 903002 h 1930313"/>
                        <a:gd name="connsiteX340" fmla="*/ 251311 w 3238076"/>
                        <a:gd name="connsiteY340" fmla="*/ 940798 h 1930313"/>
                        <a:gd name="connsiteX341" fmla="*/ 240443 w 3238076"/>
                        <a:gd name="connsiteY341" fmla="*/ 898107 h 1930313"/>
                        <a:gd name="connsiteX342" fmla="*/ 229812 w 3238076"/>
                        <a:gd name="connsiteY342" fmla="*/ 828937 h 1930313"/>
                        <a:gd name="connsiteX343" fmla="*/ 219416 w 3238076"/>
                        <a:gd name="connsiteY343" fmla="*/ 805887 h 1930313"/>
                        <a:gd name="connsiteX344" fmla="*/ 209260 w 3238076"/>
                        <a:gd name="connsiteY344" fmla="*/ 758172 h 1930313"/>
                        <a:gd name="connsiteX345" fmla="*/ 189663 w 3238076"/>
                        <a:gd name="connsiteY345" fmla="*/ 794761 h 1930313"/>
                        <a:gd name="connsiteX346" fmla="*/ 180222 w 3238076"/>
                        <a:gd name="connsiteY346" fmla="*/ 695921 h 1930313"/>
                        <a:gd name="connsiteX347" fmla="*/ 171013 w 3238076"/>
                        <a:gd name="connsiteY347" fmla="*/ 522241 h 1930313"/>
                        <a:gd name="connsiteX348" fmla="*/ 162033 w 3238076"/>
                        <a:gd name="connsiteY348" fmla="*/ 468152 h 1930313"/>
                        <a:gd name="connsiteX349" fmla="*/ 153289 w 3238076"/>
                        <a:gd name="connsiteY349" fmla="*/ 733513 h 1930313"/>
                        <a:gd name="connsiteX350" fmla="*/ 144768 w 3238076"/>
                        <a:gd name="connsiteY350" fmla="*/ 582439 h 1930313"/>
                        <a:gd name="connsiteX351" fmla="*/ 136466 w 3238076"/>
                        <a:gd name="connsiteY351" fmla="*/ 362095 h 1930313"/>
                        <a:gd name="connsiteX352" fmla="*/ 128382 w 3238076"/>
                        <a:gd name="connsiteY352" fmla="*/ 542020 h 1930313"/>
                        <a:gd name="connsiteX353" fmla="*/ 120511 w 3238076"/>
                        <a:gd name="connsiteY353" fmla="*/ 369861 h 1930313"/>
                        <a:gd name="connsiteX354" fmla="*/ 112847 w 3238076"/>
                        <a:gd name="connsiteY354" fmla="*/ 151618 h 1930313"/>
                        <a:gd name="connsiteX355" fmla="*/ 105387 w 3238076"/>
                        <a:gd name="connsiteY355" fmla="*/ 39753 h 1930313"/>
                        <a:gd name="connsiteX356" fmla="*/ 98125 w 3238076"/>
                        <a:gd name="connsiteY356" fmla="*/ 455895 h 1930313"/>
                        <a:gd name="connsiteX357" fmla="*/ 91054 w 3238076"/>
                        <a:gd name="connsiteY357" fmla="*/ 504586 h 1930313"/>
                        <a:gd name="connsiteX358" fmla="*/ 84168 w 3238076"/>
                        <a:gd name="connsiteY358" fmla="*/ 492698 h 1930313"/>
                        <a:gd name="connsiteX359" fmla="*/ 77469 w 3238076"/>
                        <a:gd name="connsiteY359" fmla="*/ 422185 h 1930313"/>
                        <a:gd name="connsiteX360" fmla="*/ 70949 w 3238076"/>
                        <a:gd name="connsiteY360" fmla="*/ 306995 h 1930313"/>
                        <a:gd name="connsiteX361" fmla="*/ 64595 w 3238076"/>
                        <a:gd name="connsiteY361" fmla="*/ 275929 h 1930313"/>
                        <a:gd name="connsiteX362" fmla="*/ 58412 w 3238076"/>
                        <a:gd name="connsiteY362" fmla="*/ 27114 h 1930313"/>
                        <a:gd name="connsiteX363" fmla="*/ 52391 w 3238076"/>
                        <a:gd name="connsiteY363" fmla="*/ 197920 h 1930313"/>
                        <a:gd name="connsiteX364" fmla="*/ 46522 w 3238076"/>
                        <a:gd name="connsiteY364" fmla="*/ 0 h 1930313"/>
                        <a:gd name="connsiteX365" fmla="*/ 40810 w 3238076"/>
                        <a:gd name="connsiteY365" fmla="*/ 299141 h 1930313"/>
                        <a:gd name="connsiteX366" fmla="*/ 35242 w 3238076"/>
                        <a:gd name="connsiteY366" fmla="*/ 229421 h 1930313"/>
                        <a:gd name="connsiteX367" fmla="*/ 29815 w 3238076"/>
                        <a:gd name="connsiteY367" fmla="*/ 215321 h 1930313"/>
                        <a:gd name="connsiteX368" fmla="*/ 24531 w 3238076"/>
                        <a:gd name="connsiteY368" fmla="*/ 156459 h 1930313"/>
                        <a:gd name="connsiteX369" fmla="*/ 19372 w 3238076"/>
                        <a:gd name="connsiteY369" fmla="*/ 475422 h 1930313"/>
                        <a:gd name="connsiteX370" fmla="*/ 14346 w 3238076"/>
                        <a:gd name="connsiteY370" fmla="*/ 553586 h 1930313"/>
                        <a:gd name="connsiteX371" fmla="*/ 9449 w 3238076"/>
                        <a:gd name="connsiteY371" fmla="*/ 793312 h 1930313"/>
                        <a:gd name="connsiteX372" fmla="*/ 4669 w 3238076"/>
                        <a:gd name="connsiteY372" fmla="*/ 430268 h 1930313"/>
                        <a:gd name="connsiteX373" fmla="*/ 0 w 3238076"/>
                        <a:gd name="connsiteY373" fmla="*/ 466765 h 1930313"/>
                        <a:gd name="connsiteX374" fmla="*/ 0 w 3238076"/>
                        <a:gd name="connsiteY374" fmla="*/ 466765 h 19303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  <a:cxn ang="0">
                          <a:pos x="connsiteX105" y="connsiteY105"/>
                        </a:cxn>
                        <a:cxn ang="0">
                          <a:pos x="connsiteX106" y="connsiteY106"/>
                        </a:cxn>
                        <a:cxn ang="0">
                          <a:pos x="connsiteX107" y="connsiteY107"/>
                        </a:cxn>
                        <a:cxn ang="0">
                          <a:pos x="connsiteX108" y="connsiteY108"/>
                        </a:cxn>
                        <a:cxn ang="0">
                          <a:pos x="connsiteX109" y="connsiteY109"/>
                        </a:cxn>
                        <a:cxn ang="0">
                          <a:pos x="connsiteX110" y="connsiteY110"/>
                        </a:cxn>
                        <a:cxn ang="0">
                          <a:pos x="connsiteX111" y="connsiteY111"/>
                        </a:cxn>
                        <a:cxn ang="0">
                          <a:pos x="connsiteX112" y="connsiteY112"/>
                        </a:cxn>
                        <a:cxn ang="0">
                          <a:pos x="connsiteX113" y="connsiteY113"/>
                        </a:cxn>
                        <a:cxn ang="0">
                          <a:pos x="connsiteX114" y="connsiteY114"/>
                        </a:cxn>
                        <a:cxn ang="0">
                          <a:pos x="connsiteX115" y="connsiteY115"/>
                        </a:cxn>
                        <a:cxn ang="0">
                          <a:pos x="connsiteX116" y="connsiteY116"/>
                        </a:cxn>
                        <a:cxn ang="0">
                          <a:pos x="connsiteX117" y="connsiteY117"/>
                        </a:cxn>
                        <a:cxn ang="0">
                          <a:pos x="connsiteX118" y="connsiteY118"/>
                        </a:cxn>
                        <a:cxn ang="0">
                          <a:pos x="connsiteX119" y="connsiteY119"/>
                        </a:cxn>
                        <a:cxn ang="0">
                          <a:pos x="connsiteX120" y="connsiteY120"/>
                        </a:cxn>
                        <a:cxn ang="0">
                          <a:pos x="connsiteX121" y="connsiteY121"/>
                        </a:cxn>
                        <a:cxn ang="0">
                          <a:pos x="connsiteX122" y="connsiteY122"/>
                        </a:cxn>
                        <a:cxn ang="0">
                          <a:pos x="connsiteX123" y="connsiteY123"/>
                        </a:cxn>
                        <a:cxn ang="0">
                          <a:pos x="connsiteX124" y="connsiteY124"/>
                        </a:cxn>
                        <a:cxn ang="0">
                          <a:pos x="connsiteX125" y="connsiteY125"/>
                        </a:cxn>
                        <a:cxn ang="0">
                          <a:pos x="connsiteX126" y="connsiteY126"/>
                        </a:cxn>
                        <a:cxn ang="0">
                          <a:pos x="connsiteX127" y="connsiteY127"/>
                        </a:cxn>
                        <a:cxn ang="0">
                          <a:pos x="connsiteX128" y="connsiteY128"/>
                        </a:cxn>
                        <a:cxn ang="0">
                          <a:pos x="connsiteX129" y="connsiteY129"/>
                        </a:cxn>
                        <a:cxn ang="0">
                          <a:pos x="connsiteX130" y="connsiteY130"/>
                        </a:cxn>
                        <a:cxn ang="0">
                          <a:pos x="connsiteX131" y="connsiteY131"/>
                        </a:cxn>
                        <a:cxn ang="0">
                          <a:pos x="connsiteX132" y="connsiteY132"/>
                        </a:cxn>
                        <a:cxn ang="0">
                          <a:pos x="connsiteX133" y="connsiteY133"/>
                        </a:cxn>
                        <a:cxn ang="0">
                          <a:pos x="connsiteX134" y="connsiteY134"/>
                        </a:cxn>
                        <a:cxn ang="0">
                          <a:pos x="connsiteX135" y="connsiteY135"/>
                        </a:cxn>
                        <a:cxn ang="0">
                          <a:pos x="connsiteX136" y="connsiteY136"/>
                        </a:cxn>
                        <a:cxn ang="0">
                          <a:pos x="connsiteX137" y="connsiteY137"/>
                        </a:cxn>
                        <a:cxn ang="0">
                          <a:pos x="connsiteX138" y="connsiteY138"/>
                        </a:cxn>
                        <a:cxn ang="0">
                          <a:pos x="connsiteX139" y="connsiteY139"/>
                        </a:cxn>
                        <a:cxn ang="0">
                          <a:pos x="connsiteX140" y="connsiteY140"/>
                        </a:cxn>
                        <a:cxn ang="0">
                          <a:pos x="connsiteX141" y="connsiteY141"/>
                        </a:cxn>
                        <a:cxn ang="0">
                          <a:pos x="connsiteX142" y="connsiteY142"/>
                        </a:cxn>
                        <a:cxn ang="0">
                          <a:pos x="connsiteX143" y="connsiteY143"/>
                        </a:cxn>
                        <a:cxn ang="0">
                          <a:pos x="connsiteX144" y="connsiteY144"/>
                        </a:cxn>
                        <a:cxn ang="0">
                          <a:pos x="connsiteX145" y="connsiteY145"/>
                        </a:cxn>
                        <a:cxn ang="0">
                          <a:pos x="connsiteX146" y="connsiteY146"/>
                        </a:cxn>
                        <a:cxn ang="0">
                          <a:pos x="connsiteX147" y="connsiteY147"/>
                        </a:cxn>
                        <a:cxn ang="0">
                          <a:pos x="connsiteX148" y="connsiteY148"/>
                        </a:cxn>
                        <a:cxn ang="0">
                          <a:pos x="connsiteX149" y="connsiteY149"/>
                        </a:cxn>
                        <a:cxn ang="0">
                          <a:pos x="connsiteX150" y="connsiteY150"/>
                        </a:cxn>
                        <a:cxn ang="0">
                          <a:pos x="connsiteX151" y="connsiteY151"/>
                        </a:cxn>
                        <a:cxn ang="0">
                          <a:pos x="connsiteX152" y="connsiteY152"/>
                        </a:cxn>
                        <a:cxn ang="0">
                          <a:pos x="connsiteX153" y="connsiteY153"/>
                        </a:cxn>
                        <a:cxn ang="0">
                          <a:pos x="connsiteX154" y="connsiteY154"/>
                        </a:cxn>
                        <a:cxn ang="0">
                          <a:pos x="connsiteX155" y="connsiteY155"/>
                        </a:cxn>
                        <a:cxn ang="0">
                          <a:pos x="connsiteX156" y="connsiteY156"/>
                        </a:cxn>
                        <a:cxn ang="0">
                          <a:pos x="connsiteX157" y="connsiteY157"/>
                        </a:cxn>
                        <a:cxn ang="0">
                          <a:pos x="connsiteX158" y="connsiteY158"/>
                        </a:cxn>
                        <a:cxn ang="0">
                          <a:pos x="connsiteX159" y="connsiteY159"/>
                        </a:cxn>
                        <a:cxn ang="0">
                          <a:pos x="connsiteX160" y="connsiteY160"/>
                        </a:cxn>
                        <a:cxn ang="0">
                          <a:pos x="connsiteX161" y="connsiteY161"/>
                        </a:cxn>
                        <a:cxn ang="0">
                          <a:pos x="connsiteX162" y="connsiteY162"/>
                        </a:cxn>
                        <a:cxn ang="0">
                          <a:pos x="connsiteX163" y="connsiteY163"/>
                        </a:cxn>
                        <a:cxn ang="0">
                          <a:pos x="connsiteX164" y="connsiteY164"/>
                        </a:cxn>
                        <a:cxn ang="0">
                          <a:pos x="connsiteX165" y="connsiteY165"/>
                        </a:cxn>
                        <a:cxn ang="0">
                          <a:pos x="connsiteX166" y="connsiteY166"/>
                        </a:cxn>
                        <a:cxn ang="0">
                          <a:pos x="connsiteX167" y="connsiteY167"/>
                        </a:cxn>
                        <a:cxn ang="0">
                          <a:pos x="connsiteX168" y="connsiteY168"/>
                        </a:cxn>
                        <a:cxn ang="0">
                          <a:pos x="connsiteX169" y="connsiteY169"/>
                        </a:cxn>
                        <a:cxn ang="0">
                          <a:pos x="connsiteX170" y="connsiteY170"/>
                        </a:cxn>
                        <a:cxn ang="0">
                          <a:pos x="connsiteX171" y="connsiteY171"/>
                        </a:cxn>
                        <a:cxn ang="0">
                          <a:pos x="connsiteX172" y="connsiteY172"/>
                        </a:cxn>
                        <a:cxn ang="0">
                          <a:pos x="connsiteX173" y="connsiteY173"/>
                        </a:cxn>
                        <a:cxn ang="0">
                          <a:pos x="connsiteX174" y="connsiteY174"/>
                        </a:cxn>
                        <a:cxn ang="0">
                          <a:pos x="connsiteX175" y="connsiteY175"/>
                        </a:cxn>
                        <a:cxn ang="0">
                          <a:pos x="connsiteX176" y="connsiteY176"/>
                        </a:cxn>
                        <a:cxn ang="0">
                          <a:pos x="connsiteX177" y="connsiteY177"/>
                        </a:cxn>
                        <a:cxn ang="0">
                          <a:pos x="connsiteX178" y="connsiteY178"/>
                        </a:cxn>
                        <a:cxn ang="0">
                          <a:pos x="connsiteX179" y="connsiteY179"/>
                        </a:cxn>
                        <a:cxn ang="0">
                          <a:pos x="connsiteX180" y="connsiteY180"/>
                        </a:cxn>
                        <a:cxn ang="0">
                          <a:pos x="connsiteX181" y="connsiteY181"/>
                        </a:cxn>
                        <a:cxn ang="0">
                          <a:pos x="connsiteX182" y="connsiteY182"/>
                        </a:cxn>
                        <a:cxn ang="0">
                          <a:pos x="connsiteX183" y="connsiteY183"/>
                        </a:cxn>
                        <a:cxn ang="0">
                          <a:pos x="connsiteX184" y="connsiteY184"/>
                        </a:cxn>
                        <a:cxn ang="0">
                          <a:pos x="connsiteX185" y="connsiteY185"/>
                        </a:cxn>
                        <a:cxn ang="0">
                          <a:pos x="connsiteX186" y="connsiteY186"/>
                        </a:cxn>
                        <a:cxn ang="0">
                          <a:pos x="connsiteX187" y="connsiteY187"/>
                        </a:cxn>
                        <a:cxn ang="0">
                          <a:pos x="connsiteX188" y="connsiteY188"/>
                        </a:cxn>
                        <a:cxn ang="0">
                          <a:pos x="connsiteX189" y="connsiteY189"/>
                        </a:cxn>
                        <a:cxn ang="0">
                          <a:pos x="connsiteX190" y="connsiteY190"/>
                        </a:cxn>
                        <a:cxn ang="0">
                          <a:pos x="connsiteX191" y="connsiteY191"/>
                        </a:cxn>
                        <a:cxn ang="0">
                          <a:pos x="connsiteX192" y="connsiteY192"/>
                        </a:cxn>
                        <a:cxn ang="0">
                          <a:pos x="connsiteX193" y="connsiteY193"/>
                        </a:cxn>
                        <a:cxn ang="0">
                          <a:pos x="connsiteX194" y="connsiteY194"/>
                        </a:cxn>
                        <a:cxn ang="0">
                          <a:pos x="connsiteX195" y="connsiteY195"/>
                        </a:cxn>
                        <a:cxn ang="0">
                          <a:pos x="connsiteX196" y="connsiteY196"/>
                        </a:cxn>
                        <a:cxn ang="0">
                          <a:pos x="connsiteX197" y="connsiteY197"/>
                        </a:cxn>
                        <a:cxn ang="0">
                          <a:pos x="connsiteX198" y="connsiteY198"/>
                        </a:cxn>
                        <a:cxn ang="0">
                          <a:pos x="connsiteX199" y="connsiteY199"/>
                        </a:cxn>
                        <a:cxn ang="0">
                          <a:pos x="connsiteX200" y="connsiteY200"/>
                        </a:cxn>
                        <a:cxn ang="0">
                          <a:pos x="connsiteX201" y="connsiteY201"/>
                        </a:cxn>
                        <a:cxn ang="0">
                          <a:pos x="connsiteX202" y="connsiteY202"/>
                        </a:cxn>
                        <a:cxn ang="0">
                          <a:pos x="connsiteX203" y="connsiteY203"/>
                        </a:cxn>
                        <a:cxn ang="0">
                          <a:pos x="connsiteX204" y="connsiteY204"/>
                        </a:cxn>
                        <a:cxn ang="0">
                          <a:pos x="connsiteX205" y="connsiteY205"/>
                        </a:cxn>
                        <a:cxn ang="0">
                          <a:pos x="connsiteX206" y="connsiteY206"/>
                        </a:cxn>
                        <a:cxn ang="0">
                          <a:pos x="connsiteX207" y="connsiteY207"/>
                        </a:cxn>
                        <a:cxn ang="0">
                          <a:pos x="connsiteX208" y="connsiteY208"/>
                        </a:cxn>
                        <a:cxn ang="0">
                          <a:pos x="connsiteX209" y="connsiteY209"/>
                        </a:cxn>
                        <a:cxn ang="0">
                          <a:pos x="connsiteX210" y="connsiteY210"/>
                        </a:cxn>
                        <a:cxn ang="0">
                          <a:pos x="connsiteX211" y="connsiteY211"/>
                        </a:cxn>
                        <a:cxn ang="0">
                          <a:pos x="connsiteX212" y="connsiteY212"/>
                        </a:cxn>
                        <a:cxn ang="0">
                          <a:pos x="connsiteX213" y="connsiteY213"/>
                        </a:cxn>
                        <a:cxn ang="0">
                          <a:pos x="connsiteX214" y="connsiteY214"/>
                        </a:cxn>
                        <a:cxn ang="0">
                          <a:pos x="connsiteX215" y="connsiteY215"/>
                        </a:cxn>
                        <a:cxn ang="0">
                          <a:pos x="connsiteX216" y="connsiteY216"/>
                        </a:cxn>
                        <a:cxn ang="0">
                          <a:pos x="connsiteX217" y="connsiteY217"/>
                        </a:cxn>
                        <a:cxn ang="0">
                          <a:pos x="connsiteX218" y="connsiteY218"/>
                        </a:cxn>
                        <a:cxn ang="0">
                          <a:pos x="connsiteX219" y="connsiteY219"/>
                        </a:cxn>
                        <a:cxn ang="0">
                          <a:pos x="connsiteX220" y="connsiteY220"/>
                        </a:cxn>
                        <a:cxn ang="0">
                          <a:pos x="connsiteX221" y="connsiteY221"/>
                        </a:cxn>
                        <a:cxn ang="0">
                          <a:pos x="connsiteX222" y="connsiteY222"/>
                        </a:cxn>
                        <a:cxn ang="0">
                          <a:pos x="connsiteX223" y="connsiteY223"/>
                        </a:cxn>
                        <a:cxn ang="0">
                          <a:pos x="connsiteX224" y="connsiteY224"/>
                        </a:cxn>
                        <a:cxn ang="0">
                          <a:pos x="connsiteX225" y="connsiteY225"/>
                        </a:cxn>
                        <a:cxn ang="0">
                          <a:pos x="connsiteX226" y="connsiteY226"/>
                        </a:cxn>
                        <a:cxn ang="0">
                          <a:pos x="connsiteX227" y="connsiteY227"/>
                        </a:cxn>
                        <a:cxn ang="0">
                          <a:pos x="connsiteX228" y="connsiteY228"/>
                        </a:cxn>
                        <a:cxn ang="0">
                          <a:pos x="connsiteX229" y="connsiteY229"/>
                        </a:cxn>
                        <a:cxn ang="0">
                          <a:pos x="connsiteX230" y="connsiteY230"/>
                        </a:cxn>
                        <a:cxn ang="0">
                          <a:pos x="connsiteX231" y="connsiteY231"/>
                        </a:cxn>
                        <a:cxn ang="0">
                          <a:pos x="connsiteX232" y="connsiteY232"/>
                        </a:cxn>
                        <a:cxn ang="0">
                          <a:pos x="connsiteX233" y="connsiteY233"/>
                        </a:cxn>
                        <a:cxn ang="0">
                          <a:pos x="connsiteX234" y="connsiteY234"/>
                        </a:cxn>
                        <a:cxn ang="0">
                          <a:pos x="connsiteX235" y="connsiteY235"/>
                        </a:cxn>
                        <a:cxn ang="0">
                          <a:pos x="connsiteX236" y="connsiteY236"/>
                        </a:cxn>
                        <a:cxn ang="0">
                          <a:pos x="connsiteX237" y="connsiteY237"/>
                        </a:cxn>
                        <a:cxn ang="0">
                          <a:pos x="connsiteX238" y="connsiteY238"/>
                        </a:cxn>
                        <a:cxn ang="0">
                          <a:pos x="connsiteX239" y="connsiteY239"/>
                        </a:cxn>
                        <a:cxn ang="0">
                          <a:pos x="connsiteX240" y="connsiteY240"/>
                        </a:cxn>
                        <a:cxn ang="0">
                          <a:pos x="connsiteX241" y="connsiteY241"/>
                        </a:cxn>
                        <a:cxn ang="0">
                          <a:pos x="connsiteX242" y="connsiteY242"/>
                        </a:cxn>
                        <a:cxn ang="0">
                          <a:pos x="connsiteX243" y="connsiteY243"/>
                        </a:cxn>
                        <a:cxn ang="0">
                          <a:pos x="connsiteX244" y="connsiteY244"/>
                        </a:cxn>
                        <a:cxn ang="0">
                          <a:pos x="connsiteX245" y="connsiteY245"/>
                        </a:cxn>
                        <a:cxn ang="0">
                          <a:pos x="connsiteX246" y="connsiteY246"/>
                        </a:cxn>
                        <a:cxn ang="0">
                          <a:pos x="connsiteX247" y="connsiteY247"/>
                        </a:cxn>
                        <a:cxn ang="0">
                          <a:pos x="connsiteX248" y="connsiteY248"/>
                        </a:cxn>
                        <a:cxn ang="0">
                          <a:pos x="connsiteX249" y="connsiteY249"/>
                        </a:cxn>
                        <a:cxn ang="0">
                          <a:pos x="connsiteX250" y="connsiteY250"/>
                        </a:cxn>
                        <a:cxn ang="0">
                          <a:pos x="connsiteX251" y="connsiteY251"/>
                        </a:cxn>
                        <a:cxn ang="0">
                          <a:pos x="connsiteX252" y="connsiteY252"/>
                        </a:cxn>
                        <a:cxn ang="0">
                          <a:pos x="connsiteX253" y="connsiteY253"/>
                        </a:cxn>
                        <a:cxn ang="0">
                          <a:pos x="connsiteX254" y="connsiteY254"/>
                        </a:cxn>
                        <a:cxn ang="0">
                          <a:pos x="connsiteX255" y="connsiteY255"/>
                        </a:cxn>
                        <a:cxn ang="0">
                          <a:pos x="connsiteX256" y="connsiteY256"/>
                        </a:cxn>
                        <a:cxn ang="0">
                          <a:pos x="connsiteX257" y="connsiteY257"/>
                        </a:cxn>
                        <a:cxn ang="0">
                          <a:pos x="connsiteX258" y="connsiteY258"/>
                        </a:cxn>
                        <a:cxn ang="0">
                          <a:pos x="connsiteX259" y="connsiteY259"/>
                        </a:cxn>
                        <a:cxn ang="0">
                          <a:pos x="connsiteX260" y="connsiteY260"/>
                        </a:cxn>
                        <a:cxn ang="0">
                          <a:pos x="connsiteX261" y="connsiteY261"/>
                        </a:cxn>
                        <a:cxn ang="0">
                          <a:pos x="connsiteX262" y="connsiteY262"/>
                        </a:cxn>
                        <a:cxn ang="0">
                          <a:pos x="connsiteX263" y="connsiteY263"/>
                        </a:cxn>
                        <a:cxn ang="0">
                          <a:pos x="connsiteX264" y="connsiteY264"/>
                        </a:cxn>
                        <a:cxn ang="0">
                          <a:pos x="connsiteX265" y="connsiteY265"/>
                        </a:cxn>
                        <a:cxn ang="0">
                          <a:pos x="connsiteX266" y="connsiteY266"/>
                        </a:cxn>
                        <a:cxn ang="0">
                          <a:pos x="connsiteX267" y="connsiteY267"/>
                        </a:cxn>
                        <a:cxn ang="0">
                          <a:pos x="connsiteX268" y="connsiteY268"/>
                        </a:cxn>
                        <a:cxn ang="0">
                          <a:pos x="connsiteX269" y="connsiteY269"/>
                        </a:cxn>
                        <a:cxn ang="0">
                          <a:pos x="connsiteX270" y="connsiteY270"/>
                        </a:cxn>
                        <a:cxn ang="0">
                          <a:pos x="connsiteX271" y="connsiteY271"/>
                        </a:cxn>
                        <a:cxn ang="0">
                          <a:pos x="connsiteX272" y="connsiteY272"/>
                        </a:cxn>
                        <a:cxn ang="0">
                          <a:pos x="connsiteX273" y="connsiteY273"/>
                        </a:cxn>
                        <a:cxn ang="0">
                          <a:pos x="connsiteX274" y="connsiteY274"/>
                        </a:cxn>
                        <a:cxn ang="0">
                          <a:pos x="connsiteX275" y="connsiteY275"/>
                        </a:cxn>
                        <a:cxn ang="0">
                          <a:pos x="connsiteX276" y="connsiteY276"/>
                        </a:cxn>
                        <a:cxn ang="0">
                          <a:pos x="connsiteX277" y="connsiteY277"/>
                        </a:cxn>
                        <a:cxn ang="0">
                          <a:pos x="connsiteX278" y="connsiteY278"/>
                        </a:cxn>
                        <a:cxn ang="0">
                          <a:pos x="connsiteX279" y="connsiteY279"/>
                        </a:cxn>
                        <a:cxn ang="0">
                          <a:pos x="connsiteX280" y="connsiteY280"/>
                        </a:cxn>
                        <a:cxn ang="0">
                          <a:pos x="connsiteX281" y="connsiteY281"/>
                        </a:cxn>
                        <a:cxn ang="0">
                          <a:pos x="connsiteX282" y="connsiteY282"/>
                        </a:cxn>
                        <a:cxn ang="0">
                          <a:pos x="connsiteX283" y="connsiteY283"/>
                        </a:cxn>
                        <a:cxn ang="0">
                          <a:pos x="connsiteX284" y="connsiteY284"/>
                        </a:cxn>
                        <a:cxn ang="0">
                          <a:pos x="connsiteX285" y="connsiteY285"/>
                        </a:cxn>
                        <a:cxn ang="0">
                          <a:pos x="connsiteX286" y="connsiteY286"/>
                        </a:cxn>
                        <a:cxn ang="0">
                          <a:pos x="connsiteX287" y="connsiteY287"/>
                        </a:cxn>
                        <a:cxn ang="0">
                          <a:pos x="connsiteX288" y="connsiteY288"/>
                        </a:cxn>
                        <a:cxn ang="0">
                          <a:pos x="connsiteX289" y="connsiteY289"/>
                        </a:cxn>
                        <a:cxn ang="0">
                          <a:pos x="connsiteX290" y="connsiteY290"/>
                        </a:cxn>
                        <a:cxn ang="0">
                          <a:pos x="connsiteX291" y="connsiteY291"/>
                        </a:cxn>
                        <a:cxn ang="0">
                          <a:pos x="connsiteX292" y="connsiteY292"/>
                        </a:cxn>
                        <a:cxn ang="0">
                          <a:pos x="connsiteX293" y="connsiteY293"/>
                        </a:cxn>
                        <a:cxn ang="0">
                          <a:pos x="connsiteX294" y="connsiteY294"/>
                        </a:cxn>
                        <a:cxn ang="0">
                          <a:pos x="connsiteX295" y="connsiteY295"/>
                        </a:cxn>
                        <a:cxn ang="0">
                          <a:pos x="connsiteX296" y="connsiteY296"/>
                        </a:cxn>
                        <a:cxn ang="0">
                          <a:pos x="connsiteX297" y="connsiteY297"/>
                        </a:cxn>
                        <a:cxn ang="0">
                          <a:pos x="connsiteX298" y="connsiteY298"/>
                        </a:cxn>
                        <a:cxn ang="0">
                          <a:pos x="connsiteX299" y="connsiteY299"/>
                        </a:cxn>
                        <a:cxn ang="0">
                          <a:pos x="connsiteX300" y="connsiteY300"/>
                        </a:cxn>
                        <a:cxn ang="0">
                          <a:pos x="connsiteX301" y="connsiteY301"/>
                        </a:cxn>
                        <a:cxn ang="0">
                          <a:pos x="connsiteX302" y="connsiteY302"/>
                        </a:cxn>
                        <a:cxn ang="0">
                          <a:pos x="connsiteX303" y="connsiteY303"/>
                        </a:cxn>
                        <a:cxn ang="0">
                          <a:pos x="connsiteX304" y="connsiteY304"/>
                        </a:cxn>
                        <a:cxn ang="0">
                          <a:pos x="connsiteX305" y="connsiteY305"/>
                        </a:cxn>
                        <a:cxn ang="0">
                          <a:pos x="connsiteX306" y="connsiteY306"/>
                        </a:cxn>
                        <a:cxn ang="0">
                          <a:pos x="connsiteX307" y="connsiteY307"/>
                        </a:cxn>
                        <a:cxn ang="0">
                          <a:pos x="connsiteX308" y="connsiteY308"/>
                        </a:cxn>
                        <a:cxn ang="0">
                          <a:pos x="connsiteX309" y="connsiteY309"/>
                        </a:cxn>
                        <a:cxn ang="0">
                          <a:pos x="connsiteX310" y="connsiteY310"/>
                        </a:cxn>
                        <a:cxn ang="0">
                          <a:pos x="connsiteX311" y="connsiteY311"/>
                        </a:cxn>
                        <a:cxn ang="0">
                          <a:pos x="connsiteX312" y="connsiteY312"/>
                        </a:cxn>
                        <a:cxn ang="0">
                          <a:pos x="connsiteX313" y="connsiteY313"/>
                        </a:cxn>
                        <a:cxn ang="0">
                          <a:pos x="connsiteX314" y="connsiteY314"/>
                        </a:cxn>
                        <a:cxn ang="0">
                          <a:pos x="connsiteX315" y="connsiteY315"/>
                        </a:cxn>
                        <a:cxn ang="0">
                          <a:pos x="connsiteX316" y="connsiteY316"/>
                        </a:cxn>
                        <a:cxn ang="0">
                          <a:pos x="connsiteX317" y="connsiteY317"/>
                        </a:cxn>
                        <a:cxn ang="0">
                          <a:pos x="connsiteX318" y="connsiteY318"/>
                        </a:cxn>
                        <a:cxn ang="0">
                          <a:pos x="connsiteX319" y="connsiteY319"/>
                        </a:cxn>
                        <a:cxn ang="0">
                          <a:pos x="connsiteX320" y="connsiteY320"/>
                        </a:cxn>
                        <a:cxn ang="0">
                          <a:pos x="connsiteX321" y="connsiteY321"/>
                        </a:cxn>
                        <a:cxn ang="0">
                          <a:pos x="connsiteX322" y="connsiteY322"/>
                        </a:cxn>
                        <a:cxn ang="0">
                          <a:pos x="connsiteX323" y="connsiteY323"/>
                        </a:cxn>
                        <a:cxn ang="0">
                          <a:pos x="connsiteX324" y="connsiteY324"/>
                        </a:cxn>
                        <a:cxn ang="0">
                          <a:pos x="connsiteX325" y="connsiteY325"/>
                        </a:cxn>
                        <a:cxn ang="0">
                          <a:pos x="connsiteX326" y="connsiteY326"/>
                        </a:cxn>
                        <a:cxn ang="0">
                          <a:pos x="connsiteX327" y="connsiteY327"/>
                        </a:cxn>
                        <a:cxn ang="0">
                          <a:pos x="connsiteX328" y="connsiteY328"/>
                        </a:cxn>
                        <a:cxn ang="0">
                          <a:pos x="connsiteX329" y="connsiteY329"/>
                        </a:cxn>
                        <a:cxn ang="0">
                          <a:pos x="connsiteX330" y="connsiteY330"/>
                        </a:cxn>
                        <a:cxn ang="0">
                          <a:pos x="connsiteX331" y="connsiteY331"/>
                        </a:cxn>
                        <a:cxn ang="0">
                          <a:pos x="connsiteX332" y="connsiteY332"/>
                        </a:cxn>
                        <a:cxn ang="0">
                          <a:pos x="connsiteX333" y="connsiteY333"/>
                        </a:cxn>
                        <a:cxn ang="0">
                          <a:pos x="connsiteX334" y="connsiteY334"/>
                        </a:cxn>
                        <a:cxn ang="0">
                          <a:pos x="connsiteX335" y="connsiteY335"/>
                        </a:cxn>
                        <a:cxn ang="0">
                          <a:pos x="connsiteX336" y="connsiteY336"/>
                        </a:cxn>
                        <a:cxn ang="0">
                          <a:pos x="connsiteX337" y="connsiteY337"/>
                        </a:cxn>
                        <a:cxn ang="0">
                          <a:pos x="connsiteX338" y="connsiteY338"/>
                        </a:cxn>
                        <a:cxn ang="0">
                          <a:pos x="connsiteX339" y="connsiteY339"/>
                        </a:cxn>
                        <a:cxn ang="0">
                          <a:pos x="connsiteX340" y="connsiteY340"/>
                        </a:cxn>
                        <a:cxn ang="0">
                          <a:pos x="connsiteX341" y="connsiteY341"/>
                        </a:cxn>
                        <a:cxn ang="0">
                          <a:pos x="connsiteX342" y="connsiteY342"/>
                        </a:cxn>
                        <a:cxn ang="0">
                          <a:pos x="connsiteX343" y="connsiteY343"/>
                        </a:cxn>
                        <a:cxn ang="0">
                          <a:pos x="connsiteX344" y="connsiteY344"/>
                        </a:cxn>
                        <a:cxn ang="0">
                          <a:pos x="connsiteX345" y="connsiteY345"/>
                        </a:cxn>
                        <a:cxn ang="0">
                          <a:pos x="connsiteX346" y="connsiteY346"/>
                        </a:cxn>
                        <a:cxn ang="0">
                          <a:pos x="connsiteX347" y="connsiteY347"/>
                        </a:cxn>
                        <a:cxn ang="0">
                          <a:pos x="connsiteX348" y="connsiteY348"/>
                        </a:cxn>
                        <a:cxn ang="0">
                          <a:pos x="connsiteX349" y="connsiteY349"/>
                        </a:cxn>
                        <a:cxn ang="0">
                          <a:pos x="connsiteX350" y="connsiteY350"/>
                        </a:cxn>
                        <a:cxn ang="0">
                          <a:pos x="connsiteX351" y="connsiteY351"/>
                        </a:cxn>
                        <a:cxn ang="0">
                          <a:pos x="connsiteX352" y="connsiteY352"/>
                        </a:cxn>
                        <a:cxn ang="0">
                          <a:pos x="connsiteX353" y="connsiteY353"/>
                        </a:cxn>
                        <a:cxn ang="0">
                          <a:pos x="connsiteX354" y="connsiteY354"/>
                        </a:cxn>
                        <a:cxn ang="0">
                          <a:pos x="connsiteX355" y="connsiteY355"/>
                        </a:cxn>
                        <a:cxn ang="0">
                          <a:pos x="connsiteX356" y="connsiteY356"/>
                        </a:cxn>
                        <a:cxn ang="0">
                          <a:pos x="connsiteX357" y="connsiteY357"/>
                        </a:cxn>
                        <a:cxn ang="0">
                          <a:pos x="connsiteX358" y="connsiteY358"/>
                        </a:cxn>
                        <a:cxn ang="0">
                          <a:pos x="connsiteX359" y="connsiteY359"/>
                        </a:cxn>
                        <a:cxn ang="0">
                          <a:pos x="connsiteX360" y="connsiteY360"/>
                        </a:cxn>
                        <a:cxn ang="0">
                          <a:pos x="connsiteX361" y="connsiteY361"/>
                        </a:cxn>
                        <a:cxn ang="0">
                          <a:pos x="connsiteX362" y="connsiteY362"/>
                        </a:cxn>
                        <a:cxn ang="0">
                          <a:pos x="connsiteX363" y="connsiteY363"/>
                        </a:cxn>
                        <a:cxn ang="0">
                          <a:pos x="connsiteX364" y="connsiteY364"/>
                        </a:cxn>
                        <a:cxn ang="0">
                          <a:pos x="connsiteX365" y="connsiteY365"/>
                        </a:cxn>
                        <a:cxn ang="0">
                          <a:pos x="connsiteX366" y="connsiteY366"/>
                        </a:cxn>
                        <a:cxn ang="0">
                          <a:pos x="connsiteX367" y="connsiteY367"/>
                        </a:cxn>
                        <a:cxn ang="0">
                          <a:pos x="connsiteX368" y="connsiteY368"/>
                        </a:cxn>
                        <a:cxn ang="0">
                          <a:pos x="connsiteX369" y="connsiteY369"/>
                        </a:cxn>
                        <a:cxn ang="0">
                          <a:pos x="connsiteX370" y="connsiteY370"/>
                        </a:cxn>
                        <a:cxn ang="0">
                          <a:pos x="connsiteX371" y="connsiteY371"/>
                        </a:cxn>
                        <a:cxn ang="0">
                          <a:pos x="connsiteX372" y="connsiteY372"/>
                        </a:cxn>
                        <a:cxn ang="0">
                          <a:pos x="connsiteX373" y="connsiteY373"/>
                        </a:cxn>
                        <a:cxn ang="0">
                          <a:pos x="connsiteX374" y="connsiteY374"/>
                        </a:cxn>
                      </a:cxnLst>
                      <a:rect l="l" t="t" r="r" b="b"/>
                      <a:pathLst>
                        <a:path w="3238076" h="1930313">
                          <a:moveTo>
                            <a:pt x="3238077" y="762334"/>
                          </a:moveTo>
                          <a:lnTo>
                            <a:pt x="3227570" y="1930314"/>
                          </a:lnTo>
                          <a:lnTo>
                            <a:pt x="3222298" y="1672013"/>
                          </a:lnTo>
                          <a:lnTo>
                            <a:pt x="3217025" y="1196616"/>
                          </a:lnTo>
                          <a:lnTo>
                            <a:pt x="3211740" y="1085750"/>
                          </a:lnTo>
                          <a:lnTo>
                            <a:pt x="3206448" y="1288006"/>
                          </a:lnTo>
                          <a:lnTo>
                            <a:pt x="3201143" y="1790800"/>
                          </a:lnTo>
                          <a:lnTo>
                            <a:pt x="3195832" y="1176381"/>
                          </a:lnTo>
                          <a:lnTo>
                            <a:pt x="3190515" y="1729814"/>
                          </a:lnTo>
                          <a:lnTo>
                            <a:pt x="3185185" y="1761399"/>
                          </a:lnTo>
                          <a:lnTo>
                            <a:pt x="3179848" y="1166059"/>
                          </a:lnTo>
                          <a:lnTo>
                            <a:pt x="3174506" y="1047112"/>
                          </a:lnTo>
                          <a:lnTo>
                            <a:pt x="3169150" y="899326"/>
                          </a:lnTo>
                          <a:lnTo>
                            <a:pt x="3163788" y="1136211"/>
                          </a:lnTo>
                          <a:lnTo>
                            <a:pt x="3158420" y="1158214"/>
                          </a:lnTo>
                          <a:lnTo>
                            <a:pt x="3153039" y="933310"/>
                          </a:lnTo>
                          <a:lnTo>
                            <a:pt x="3147645" y="1007663"/>
                          </a:lnTo>
                          <a:lnTo>
                            <a:pt x="3142251" y="1172142"/>
                          </a:lnTo>
                          <a:lnTo>
                            <a:pt x="3131425" y="1062407"/>
                          </a:lnTo>
                          <a:lnTo>
                            <a:pt x="3126005" y="951880"/>
                          </a:lnTo>
                          <a:lnTo>
                            <a:pt x="3120567" y="903596"/>
                          </a:lnTo>
                          <a:lnTo>
                            <a:pt x="3115128" y="1089300"/>
                          </a:lnTo>
                          <a:lnTo>
                            <a:pt x="3104213" y="1227051"/>
                          </a:lnTo>
                          <a:lnTo>
                            <a:pt x="3098742" y="1319814"/>
                          </a:lnTo>
                          <a:lnTo>
                            <a:pt x="3093265" y="1195154"/>
                          </a:lnTo>
                          <a:lnTo>
                            <a:pt x="3087776" y="1136887"/>
                          </a:lnTo>
                          <a:lnTo>
                            <a:pt x="3082280" y="1243144"/>
                          </a:lnTo>
                          <a:lnTo>
                            <a:pt x="3076771" y="1298296"/>
                          </a:lnTo>
                          <a:lnTo>
                            <a:pt x="3071249" y="1401731"/>
                          </a:lnTo>
                          <a:lnTo>
                            <a:pt x="3065728" y="1321825"/>
                          </a:lnTo>
                          <a:lnTo>
                            <a:pt x="3060187" y="898266"/>
                          </a:lnTo>
                          <a:lnTo>
                            <a:pt x="3054646" y="1329887"/>
                          </a:lnTo>
                          <a:lnTo>
                            <a:pt x="3043527" y="1086638"/>
                          </a:lnTo>
                          <a:lnTo>
                            <a:pt x="3037948" y="1270930"/>
                          </a:lnTo>
                          <a:lnTo>
                            <a:pt x="3032362" y="1326472"/>
                          </a:lnTo>
                          <a:lnTo>
                            <a:pt x="3026770" y="1298679"/>
                          </a:lnTo>
                          <a:lnTo>
                            <a:pt x="3021166" y="1321997"/>
                          </a:lnTo>
                          <a:lnTo>
                            <a:pt x="3015555" y="1128308"/>
                          </a:lnTo>
                          <a:lnTo>
                            <a:pt x="3009931" y="1393177"/>
                          </a:lnTo>
                          <a:lnTo>
                            <a:pt x="3004295" y="1036120"/>
                          </a:lnTo>
                          <a:lnTo>
                            <a:pt x="2998652" y="1305987"/>
                          </a:lnTo>
                          <a:lnTo>
                            <a:pt x="2992996" y="890715"/>
                          </a:lnTo>
                          <a:lnTo>
                            <a:pt x="2987334" y="1127829"/>
                          </a:lnTo>
                          <a:lnTo>
                            <a:pt x="2981660" y="1219404"/>
                          </a:lnTo>
                          <a:lnTo>
                            <a:pt x="2975972" y="1218402"/>
                          </a:lnTo>
                          <a:lnTo>
                            <a:pt x="2970278" y="1156605"/>
                          </a:lnTo>
                          <a:lnTo>
                            <a:pt x="2964578" y="1249010"/>
                          </a:lnTo>
                          <a:lnTo>
                            <a:pt x="2958858" y="1140098"/>
                          </a:lnTo>
                          <a:lnTo>
                            <a:pt x="2953133" y="1215670"/>
                          </a:lnTo>
                          <a:lnTo>
                            <a:pt x="2947400" y="1147988"/>
                          </a:lnTo>
                          <a:lnTo>
                            <a:pt x="2941655" y="757176"/>
                          </a:lnTo>
                          <a:lnTo>
                            <a:pt x="2935898" y="1046442"/>
                          </a:lnTo>
                          <a:lnTo>
                            <a:pt x="2930127" y="1080797"/>
                          </a:lnTo>
                          <a:lnTo>
                            <a:pt x="2924350" y="1093289"/>
                          </a:lnTo>
                          <a:lnTo>
                            <a:pt x="2918561" y="982373"/>
                          </a:lnTo>
                          <a:lnTo>
                            <a:pt x="2912758" y="614911"/>
                          </a:lnTo>
                          <a:lnTo>
                            <a:pt x="2906949" y="905575"/>
                          </a:lnTo>
                          <a:lnTo>
                            <a:pt x="2901128" y="770121"/>
                          </a:lnTo>
                          <a:lnTo>
                            <a:pt x="2895293" y="821513"/>
                          </a:lnTo>
                          <a:lnTo>
                            <a:pt x="2889453" y="1162733"/>
                          </a:lnTo>
                          <a:lnTo>
                            <a:pt x="2883599" y="1217119"/>
                          </a:lnTo>
                          <a:lnTo>
                            <a:pt x="2877733" y="1223624"/>
                          </a:lnTo>
                          <a:lnTo>
                            <a:pt x="2871854" y="847359"/>
                          </a:lnTo>
                          <a:lnTo>
                            <a:pt x="2865969" y="800104"/>
                          </a:lnTo>
                          <a:lnTo>
                            <a:pt x="2860070" y="662192"/>
                          </a:lnTo>
                          <a:lnTo>
                            <a:pt x="2854159" y="857739"/>
                          </a:lnTo>
                          <a:lnTo>
                            <a:pt x="2848236" y="1132808"/>
                          </a:lnTo>
                          <a:lnTo>
                            <a:pt x="2842299" y="1129827"/>
                          </a:lnTo>
                          <a:lnTo>
                            <a:pt x="2836356" y="1065790"/>
                          </a:lnTo>
                          <a:lnTo>
                            <a:pt x="2830401" y="770510"/>
                          </a:lnTo>
                          <a:lnTo>
                            <a:pt x="2824432" y="982296"/>
                          </a:lnTo>
                          <a:lnTo>
                            <a:pt x="2818451" y="1227766"/>
                          </a:lnTo>
                          <a:lnTo>
                            <a:pt x="2812463" y="1298551"/>
                          </a:lnTo>
                          <a:lnTo>
                            <a:pt x="2806457" y="1242805"/>
                          </a:lnTo>
                          <a:lnTo>
                            <a:pt x="2800444" y="1236250"/>
                          </a:lnTo>
                          <a:lnTo>
                            <a:pt x="2794411" y="1305975"/>
                          </a:lnTo>
                          <a:lnTo>
                            <a:pt x="2788373" y="1265849"/>
                          </a:lnTo>
                          <a:lnTo>
                            <a:pt x="2782322" y="1179106"/>
                          </a:lnTo>
                          <a:lnTo>
                            <a:pt x="2776257" y="1342245"/>
                          </a:lnTo>
                          <a:lnTo>
                            <a:pt x="2770187" y="1188586"/>
                          </a:lnTo>
                          <a:lnTo>
                            <a:pt x="2764097" y="1009291"/>
                          </a:lnTo>
                          <a:lnTo>
                            <a:pt x="2757995" y="1377659"/>
                          </a:lnTo>
                          <a:lnTo>
                            <a:pt x="2751886" y="1117565"/>
                          </a:lnTo>
                          <a:lnTo>
                            <a:pt x="2745758" y="976315"/>
                          </a:lnTo>
                          <a:lnTo>
                            <a:pt x="2739624" y="1175474"/>
                          </a:lnTo>
                          <a:lnTo>
                            <a:pt x="2733470" y="988973"/>
                          </a:lnTo>
                          <a:lnTo>
                            <a:pt x="2727310" y="1059853"/>
                          </a:lnTo>
                          <a:lnTo>
                            <a:pt x="2721131" y="1183294"/>
                          </a:lnTo>
                          <a:lnTo>
                            <a:pt x="2714946" y="1108743"/>
                          </a:lnTo>
                          <a:lnTo>
                            <a:pt x="2708741" y="1211393"/>
                          </a:lnTo>
                          <a:lnTo>
                            <a:pt x="2702530" y="933393"/>
                          </a:lnTo>
                          <a:lnTo>
                            <a:pt x="2696300" y="1033171"/>
                          </a:lnTo>
                          <a:lnTo>
                            <a:pt x="2690057" y="1225870"/>
                          </a:lnTo>
                          <a:lnTo>
                            <a:pt x="2683808" y="1305043"/>
                          </a:lnTo>
                          <a:lnTo>
                            <a:pt x="2677540" y="1101479"/>
                          </a:lnTo>
                          <a:lnTo>
                            <a:pt x="2671258" y="1139977"/>
                          </a:lnTo>
                          <a:lnTo>
                            <a:pt x="2664964" y="1025332"/>
                          </a:lnTo>
                          <a:lnTo>
                            <a:pt x="2658658" y="1118522"/>
                          </a:lnTo>
                          <a:lnTo>
                            <a:pt x="2652338" y="1009349"/>
                          </a:lnTo>
                          <a:lnTo>
                            <a:pt x="2646000" y="846663"/>
                          </a:lnTo>
                          <a:lnTo>
                            <a:pt x="2639655" y="1158795"/>
                          </a:lnTo>
                          <a:lnTo>
                            <a:pt x="2633290" y="1070220"/>
                          </a:lnTo>
                          <a:lnTo>
                            <a:pt x="2626913" y="1076392"/>
                          </a:lnTo>
                          <a:lnTo>
                            <a:pt x="2620524" y="1231296"/>
                          </a:lnTo>
                          <a:lnTo>
                            <a:pt x="2614121" y="1273854"/>
                          </a:lnTo>
                          <a:lnTo>
                            <a:pt x="2607706" y="1085074"/>
                          </a:lnTo>
                          <a:lnTo>
                            <a:pt x="2601272" y="1127376"/>
                          </a:lnTo>
                          <a:lnTo>
                            <a:pt x="2594825" y="1054083"/>
                          </a:lnTo>
                          <a:lnTo>
                            <a:pt x="2588365" y="1204818"/>
                          </a:lnTo>
                          <a:lnTo>
                            <a:pt x="2581886" y="906437"/>
                          </a:lnTo>
                          <a:lnTo>
                            <a:pt x="2575400" y="943103"/>
                          </a:lnTo>
                          <a:lnTo>
                            <a:pt x="2568896" y="898151"/>
                          </a:lnTo>
                          <a:lnTo>
                            <a:pt x="2562372" y="730602"/>
                          </a:lnTo>
                          <a:lnTo>
                            <a:pt x="2555842" y="833016"/>
                          </a:lnTo>
                          <a:lnTo>
                            <a:pt x="2549292" y="775304"/>
                          </a:lnTo>
                          <a:lnTo>
                            <a:pt x="2542724" y="687406"/>
                          </a:lnTo>
                          <a:lnTo>
                            <a:pt x="2536143" y="743324"/>
                          </a:lnTo>
                          <a:lnTo>
                            <a:pt x="2529549" y="726000"/>
                          </a:lnTo>
                          <a:lnTo>
                            <a:pt x="2522942" y="554882"/>
                          </a:lnTo>
                          <a:lnTo>
                            <a:pt x="2516316" y="590795"/>
                          </a:lnTo>
                          <a:lnTo>
                            <a:pt x="2509678" y="681636"/>
                          </a:lnTo>
                          <a:lnTo>
                            <a:pt x="2503020" y="638484"/>
                          </a:lnTo>
                          <a:lnTo>
                            <a:pt x="2496343" y="674997"/>
                          </a:lnTo>
                          <a:lnTo>
                            <a:pt x="2489660" y="716603"/>
                          </a:lnTo>
                          <a:lnTo>
                            <a:pt x="2482951" y="645295"/>
                          </a:lnTo>
                          <a:lnTo>
                            <a:pt x="2476235" y="637195"/>
                          </a:lnTo>
                          <a:lnTo>
                            <a:pt x="2469495" y="732300"/>
                          </a:lnTo>
                          <a:lnTo>
                            <a:pt x="2462748" y="915061"/>
                          </a:lnTo>
                          <a:lnTo>
                            <a:pt x="2455975" y="1066479"/>
                          </a:lnTo>
                          <a:lnTo>
                            <a:pt x="2449189" y="1170202"/>
                          </a:lnTo>
                          <a:lnTo>
                            <a:pt x="2442391" y="1084008"/>
                          </a:lnTo>
                          <a:lnTo>
                            <a:pt x="2435574" y="1280920"/>
                          </a:lnTo>
                          <a:lnTo>
                            <a:pt x="2428737" y="1210825"/>
                          </a:lnTo>
                          <a:lnTo>
                            <a:pt x="2421882" y="1254225"/>
                          </a:lnTo>
                          <a:lnTo>
                            <a:pt x="2415013" y="1205042"/>
                          </a:lnTo>
                          <a:lnTo>
                            <a:pt x="2408132" y="1234411"/>
                          </a:lnTo>
                          <a:lnTo>
                            <a:pt x="2401225" y="1231494"/>
                          </a:lnTo>
                          <a:lnTo>
                            <a:pt x="2387367" y="1086657"/>
                          </a:lnTo>
                          <a:lnTo>
                            <a:pt x="2380409" y="1094757"/>
                          </a:lnTo>
                          <a:lnTo>
                            <a:pt x="2373439" y="1300613"/>
                          </a:lnTo>
                          <a:lnTo>
                            <a:pt x="2366449" y="1343585"/>
                          </a:lnTo>
                          <a:lnTo>
                            <a:pt x="2359440" y="1224907"/>
                          </a:lnTo>
                          <a:lnTo>
                            <a:pt x="2352412" y="1197522"/>
                          </a:lnTo>
                          <a:lnTo>
                            <a:pt x="2345365" y="1225194"/>
                          </a:lnTo>
                          <a:lnTo>
                            <a:pt x="2338305" y="1328699"/>
                          </a:lnTo>
                          <a:lnTo>
                            <a:pt x="2331219" y="1290393"/>
                          </a:lnTo>
                          <a:lnTo>
                            <a:pt x="2324121" y="1306868"/>
                          </a:lnTo>
                          <a:lnTo>
                            <a:pt x="2316997" y="1334661"/>
                          </a:lnTo>
                          <a:lnTo>
                            <a:pt x="2309861" y="1288433"/>
                          </a:lnTo>
                          <a:lnTo>
                            <a:pt x="2302705" y="1350715"/>
                          </a:lnTo>
                          <a:lnTo>
                            <a:pt x="2295530" y="1303211"/>
                          </a:lnTo>
                          <a:lnTo>
                            <a:pt x="2288330" y="1287489"/>
                          </a:lnTo>
                          <a:lnTo>
                            <a:pt x="2281117" y="1252597"/>
                          </a:lnTo>
                          <a:lnTo>
                            <a:pt x="2273885" y="1232107"/>
                          </a:lnTo>
                          <a:lnTo>
                            <a:pt x="2266627" y="1222283"/>
                          </a:lnTo>
                          <a:lnTo>
                            <a:pt x="2259356" y="1350907"/>
                          </a:lnTo>
                          <a:lnTo>
                            <a:pt x="2252060" y="1273911"/>
                          </a:lnTo>
                          <a:lnTo>
                            <a:pt x="2244745" y="1204857"/>
                          </a:lnTo>
                          <a:lnTo>
                            <a:pt x="2237410" y="1232375"/>
                          </a:lnTo>
                          <a:lnTo>
                            <a:pt x="2230057" y="1243444"/>
                          </a:lnTo>
                          <a:lnTo>
                            <a:pt x="2222678" y="1369444"/>
                          </a:lnTo>
                          <a:lnTo>
                            <a:pt x="2215286" y="1203076"/>
                          </a:lnTo>
                          <a:lnTo>
                            <a:pt x="2207868" y="1246399"/>
                          </a:lnTo>
                          <a:lnTo>
                            <a:pt x="2200425" y="1314828"/>
                          </a:lnTo>
                          <a:lnTo>
                            <a:pt x="2192970" y="1265058"/>
                          </a:lnTo>
                          <a:lnTo>
                            <a:pt x="2185489" y="1206082"/>
                          </a:lnTo>
                          <a:lnTo>
                            <a:pt x="2177982" y="1167814"/>
                          </a:lnTo>
                          <a:lnTo>
                            <a:pt x="2170462" y="1204684"/>
                          </a:lnTo>
                          <a:lnTo>
                            <a:pt x="2162911" y="1177230"/>
                          </a:lnTo>
                          <a:lnTo>
                            <a:pt x="2155346" y="1195824"/>
                          </a:lnTo>
                          <a:lnTo>
                            <a:pt x="2147757" y="1208738"/>
                          </a:lnTo>
                          <a:lnTo>
                            <a:pt x="2140141" y="1139306"/>
                          </a:lnTo>
                          <a:lnTo>
                            <a:pt x="2132507" y="1122071"/>
                          </a:lnTo>
                          <a:lnTo>
                            <a:pt x="2124847" y="1133427"/>
                          </a:lnTo>
                          <a:lnTo>
                            <a:pt x="2117168" y="1203389"/>
                          </a:lnTo>
                          <a:lnTo>
                            <a:pt x="2109463" y="1042657"/>
                          </a:lnTo>
                          <a:lnTo>
                            <a:pt x="2101733" y="1096079"/>
                          </a:lnTo>
                          <a:lnTo>
                            <a:pt x="2093984" y="1100113"/>
                          </a:lnTo>
                          <a:lnTo>
                            <a:pt x="2086209" y="1055245"/>
                          </a:lnTo>
                          <a:lnTo>
                            <a:pt x="2078408" y="1051127"/>
                          </a:lnTo>
                          <a:lnTo>
                            <a:pt x="2070582" y="1107792"/>
                          </a:lnTo>
                          <a:lnTo>
                            <a:pt x="2062737" y="928025"/>
                          </a:lnTo>
                          <a:lnTo>
                            <a:pt x="2054867" y="957886"/>
                          </a:lnTo>
                          <a:lnTo>
                            <a:pt x="2046964" y="959342"/>
                          </a:lnTo>
                          <a:lnTo>
                            <a:pt x="2039042" y="891149"/>
                          </a:lnTo>
                          <a:lnTo>
                            <a:pt x="2031095" y="949058"/>
                          </a:lnTo>
                          <a:lnTo>
                            <a:pt x="2023123" y="886770"/>
                          </a:lnTo>
                          <a:lnTo>
                            <a:pt x="2015124" y="902268"/>
                          </a:lnTo>
                          <a:lnTo>
                            <a:pt x="2007100" y="934102"/>
                          </a:lnTo>
                          <a:lnTo>
                            <a:pt x="1999051" y="788384"/>
                          </a:lnTo>
                          <a:lnTo>
                            <a:pt x="1990976" y="910439"/>
                          </a:lnTo>
                          <a:lnTo>
                            <a:pt x="1982869" y="1109081"/>
                          </a:lnTo>
                          <a:lnTo>
                            <a:pt x="1974743" y="1047208"/>
                          </a:lnTo>
                          <a:lnTo>
                            <a:pt x="1966586" y="793797"/>
                          </a:lnTo>
                          <a:lnTo>
                            <a:pt x="1958402" y="733998"/>
                          </a:lnTo>
                          <a:lnTo>
                            <a:pt x="1950187" y="863337"/>
                          </a:lnTo>
                          <a:lnTo>
                            <a:pt x="1941952" y="808478"/>
                          </a:lnTo>
                          <a:lnTo>
                            <a:pt x="1933679" y="737368"/>
                          </a:lnTo>
                          <a:lnTo>
                            <a:pt x="1925388" y="772891"/>
                          </a:lnTo>
                          <a:lnTo>
                            <a:pt x="1917064" y="714822"/>
                          </a:lnTo>
                          <a:lnTo>
                            <a:pt x="1908708" y="683825"/>
                          </a:lnTo>
                          <a:lnTo>
                            <a:pt x="1900327" y="724065"/>
                          </a:lnTo>
                          <a:lnTo>
                            <a:pt x="1891913" y="784298"/>
                          </a:lnTo>
                          <a:lnTo>
                            <a:pt x="1883475" y="591210"/>
                          </a:lnTo>
                          <a:lnTo>
                            <a:pt x="1866502" y="683870"/>
                          </a:lnTo>
                          <a:lnTo>
                            <a:pt x="1857974" y="865603"/>
                          </a:lnTo>
                          <a:lnTo>
                            <a:pt x="1840815" y="473778"/>
                          </a:lnTo>
                          <a:lnTo>
                            <a:pt x="1832191" y="541508"/>
                          </a:lnTo>
                          <a:lnTo>
                            <a:pt x="1823536" y="718416"/>
                          </a:lnTo>
                          <a:lnTo>
                            <a:pt x="1814848" y="480114"/>
                          </a:lnTo>
                          <a:lnTo>
                            <a:pt x="1806128" y="493483"/>
                          </a:lnTo>
                          <a:lnTo>
                            <a:pt x="1797370" y="645372"/>
                          </a:lnTo>
                          <a:lnTo>
                            <a:pt x="1788587" y="548716"/>
                          </a:lnTo>
                          <a:lnTo>
                            <a:pt x="1779765" y="523318"/>
                          </a:lnTo>
                          <a:lnTo>
                            <a:pt x="1770912" y="455255"/>
                          </a:lnTo>
                          <a:lnTo>
                            <a:pt x="1762026" y="661694"/>
                          </a:lnTo>
                          <a:lnTo>
                            <a:pt x="1753108" y="724397"/>
                          </a:lnTo>
                          <a:lnTo>
                            <a:pt x="1744153" y="499180"/>
                          </a:lnTo>
                          <a:lnTo>
                            <a:pt x="1735159" y="653045"/>
                          </a:lnTo>
                          <a:lnTo>
                            <a:pt x="1726133" y="666865"/>
                          </a:lnTo>
                          <a:lnTo>
                            <a:pt x="1717075" y="856826"/>
                          </a:lnTo>
                          <a:lnTo>
                            <a:pt x="1707972" y="597899"/>
                          </a:lnTo>
                          <a:lnTo>
                            <a:pt x="1698838" y="668486"/>
                          </a:lnTo>
                          <a:lnTo>
                            <a:pt x="1689671" y="652981"/>
                          </a:lnTo>
                          <a:lnTo>
                            <a:pt x="1680460" y="719610"/>
                          </a:lnTo>
                          <a:lnTo>
                            <a:pt x="1671217" y="748712"/>
                          </a:lnTo>
                          <a:lnTo>
                            <a:pt x="1661929" y="673791"/>
                          </a:lnTo>
                          <a:lnTo>
                            <a:pt x="1652610" y="751367"/>
                          </a:lnTo>
                          <a:lnTo>
                            <a:pt x="1643245" y="618281"/>
                          </a:lnTo>
                          <a:lnTo>
                            <a:pt x="1633849" y="598116"/>
                          </a:lnTo>
                          <a:lnTo>
                            <a:pt x="1624408" y="616602"/>
                          </a:lnTo>
                          <a:lnTo>
                            <a:pt x="1614923" y="615358"/>
                          </a:lnTo>
                          <a:lnTo>
                            <a:pt x="1605405" y="605336"/>
                          </a:lnTo>
                          <a:lnTo>
                            <a:pt x="1595843" y="670778"/>
                          </a:lnTo>
                          <a:lnTo>
                            <a:pt x="1586242" y="707916"/>
                          </a:lnTo>
                          <a:lnTo>
                            <a:pt x="1576597" y="767676"/>
                          </a:lnTo>
                          <a:lnTo>
                            <a:pt x="1566907" y="510290"/>
                          </a:lnTo>
                          <a:lnTo>
                            <a:pt x="1557179" y="671678"/>
                          </a:lnTo>
                          <a:lnTo>
                            <a:pt x="1547400" y="417160"/>
                          </a:lnTo>
                          <a:lnTo>
                            <a:pt x="1537583" y="481930"/>
                          </a:lnTo>
                          <a:lnTo>
                            <a:pt x="1527720" y="561329"/>
                          </a:lnTo>
                          <a:lnTo>
                            <a:pt x="1517813" y="470990"/>
                          </a:lnTo>
                          <a:lnTo>
                            <a:pt x="1507862" y="649259"/>
                          </a:lnTo>
                          <a:lnTo>
                            <a:pt x="1497865" y="537530"/>
                          </a:lnTo>
                          <a:lnTo>
                            <a:pt x="1487825" y="254845"/>
                          </a:lnTo>
                          <a:lnTo>
                            <a:pt x="1477733" y="374663"/>
                          </a:lnTo>
                          <a:lnTo>
                            <a:pt x="1467589" y="439197"/>
                          </a:lnTo>
                          <a:lnTo>
                            <a:pt x="1457402" y="436199"/>
                          </a:lnTo>
                          <a:lnTo>
                            <a:pt x="1447169" y="373202"/>
                          </a:lnTo>
                          <a:lnTo>
                            <a:pt x="1436886" y="411546"/>
                          </a:lnTo>
                          <a:lnTo>
                            <a:pt x="1426551" y="361104"/>
                          </a:lnTo>
                          <a:lnTo>
                            <a:pt x="1416165" y="390256"/>
                          </a:lnTo>
                          <a:lnTo>
                            <a:pt x="1405729" y="758382"/>
                          </a:lnTo>
                          <a:lnTo>
                            <a:pt x="1395247" y="445593"/>
                          </a:lnTo>
                          <a:lnTo>
                            <a:pt x="1384708" y="677327"/>
                          </a:lnTo>
                          <a:lnTo>
                            <a:pt x="1374112" y="557506"/>
                          </a:lnTo>
                          <a:lnTo>
                            <a:pt x="1363471" y="554391"/>
                          </a:lnTo>
                          <a:lnTo>
                            <a:pt x="1352773" y="639914"/>
                          </a:lnTo>
                          <a:lnTo>
                            <a:pt x="1342017" y="307088"/>
                          </a:lnTo>
                          <a:lnTo>
                            <a:pt x="1331210" y="629593"/>
                          </a:lnTo>
                          <a:lnTo>
                            <a:pt x="1309424" y="749260"/>
                          </a:lnTo>
                          <a:lnTo>
                            <a:pt x="1298444" y="766572"/>
                          </a:lnTo>
                          <a:lnTo>
                            <a:pt x="1287414" y="951848"/>
                          </a:lnTo>
                          <a:lnTo>
                            <a:pt x="1276320" y="990894"/>
                          </a:lnTo>
                          <a:lnTo>
                            <a:pt x="1265168" y="1230249"/>
                          </a:lnTo>
                          <a:lnTo>
                            <a:pt x="1253953" y="836169"/>
                          </a:lnTo>
                          <a:lnTo>
                            <a:pt x="1242680" y="868335"/>
                          </a:lnTo>
                          <a:lnTo>
                            <a:pt x="1231350" y="737828"/>
                          </a:lnTo>
                          <a:lnTo>
                            <a:pt x="1219949" y="765704"/>
                          </a:lnTo>
                          <a:lnTo>
                            <a:pt x="1208491" y="902524"/>
                          </a:lnTo>
                          <a:lnTo>
                            <a:pt x="1196969" y="899128"/>
                          </a:lnTo>
                          <a:lnTo>
                            <a:pt x="1185383" y="800882"/>
                          </a:lnTo>
                          <a:lnTo>
                            <a:pt x="1173740" y="1006751"/>
                          </a:lnTo>
                          <a:lnTo>
                            <a:pt x="1162020" y="950111"/>
                          </a:lnTo>
                          <a:lnTo>
                            <a:pt x="1150243" y="1070475"/>
                          </a:lnTo>
                          <a:lnTo>
                            <a:pt x="1138396" y="1140117"/>
                          </a:lnTo>
                          <a:lnTo>
                            <a:pt x="1126485" y="1045485"/>
                          </a:lnTo>
                          <a:lnTo>
                            <a:pt x="1114503" y="1082386"/>
                          </a:lnTo>
                          <a:lnTo>
                            <a:pt x="1102451" y="1078914"/>
                          </a:lnTo>
                          <a:lnTo>
                            <a:pt x="1090336" y="1048887"/>
                          </a:lnTo>
                          <a:lnTo>
                            <a:pt x="1078144" y="1089389"/>
                          </a:lnTo>
                          <a:lnTo>
                            <a:pt x="1065888" y="981211"/>
                          </a:lnTo>
                          <a:lnTo>
                            <a:pt x="1053562" y="973564"/>
                          </a:lnTo>
                          <a:lnTo>
                            <a:pt x="1041165" y="901611"/>
                          </a:lnTo>
                          <a:lnTo>
                            <a:pt x="1028692" y="888500"/>
                          </a:lnTo>
                          <a:lnTo>
                            <a:pt x="1016149" y="813164"/>
                          </a:lnTo>
                          <a:lnTo>
                            <a:pt x="1003536" y="840912"/>
                          </a:lnTo>
                          <a:lnTo>
                            <a:pt x="990852" y="741486"/>
                          </a:lnTo>
                          <a:lnTo>
                            <a:pt x="965261" y="487856"/>
                          </a:lnTo>
                          <a:lnTo>
                            <a:pt x="952361" y="546520"/>
                          </a:lnTo>
                          <a:lnTo>
                            <a:pt x="939383" y="536812"/>
                          </a:lnTo>
                          <a:lnTo>
                            <a:pt x="926336" y="294418"/>
                          </a:lnTo>
                          <a:lnTo>
                            <a:pt x="913212" y="560614"/>
                          </a:lnTo>
                          <a:lnTo>
                            <a:pt x="900017" y="696822"/>
                          </a:lnTo>
                          <a:lnTo>
                            <a:pt x="886753" y="483542"/>
                          </a:lnTo>
                          <a:lnTo>
                            <a:pt x="873418" y="666335"/>
                          </a:lnTo>
                          <a:lnTo>
                            <a:pt x="860007" y="549795"/>
                          </a:lnTo>
                          <a:lnTo>
                            <a:pt x="846532" y="546603"/>
                          </a:lnTo>
                          <a:lnTo>
                            <a:pt x="832986" y="436350"/>
                          </a:lnTo>
                          <a:lnTo>
                            <a:pt x="819371" y="452364"/>
                          </a:lnTo>
                          <a:lnTo>
                            <a:pt x="805691" y="557997"/>
                          </a:lnTo>
                          <a:lnTo>
                            <a:pt x="791948" y="560997"/>
                          </a:lnTo>
                          <a:lnTo>
                            <a:pt x="778147" y="734011"/>
                          </a:lnTo>
                          <a:lnTo>
                            <a:pt x="764276" y="769234"/>
                          </a:lnTo>
                          <a:lnTo>
                            <a:pt x="750354" y="888863"/>
                          </a:lnTo>
                          <a:lnTo>
                            <a:pt x="736375" y="972734"/>
                          </a:lnTo>
                          <a:lnTo>
                            <a:pt x="722344" y="976864"/>
                          </a:lnTo>
                          <a:lnTo>
                            <a:pt x="708263" y="1147949"/>
                          </a:lnTo>
                          <a:lnTo>
                            <a:pt x="694137" y="1230581"/>
                          </a:lnTo>
                          <a:lnTo>
                            <a:pt x="679972" y="1200344"/>
                          </a:lnTo>
                          <a:lnTo>
                            <a:pt x="665769" y="1123769"/>
                          </a:lnTo>
                          <a:lnTo>
                            <a:pt x="651534" y="1097094"/>
                          </a:lnTo>
                          <a:lnTo>
                            <a:pt x="637280" y="964104"/>
                          </a:lnTo>
                          <a:lnTo>
                            <a:pt x="623001" y="972810"/>
                          </a:lnTo>
                          <a:lnTo>
                            <a:pt x="608709" y="965431"/>
                          </a:lnTo>
                          <a:lnTo>
                            <a:pt x="594410" y="916420"/>
                          </a:lnTo>
                          <a:lnTo>
                            <a:pt x="580111" y="945784"/>
                          </a:lnTo>
                          <a:lnTo>
                            <a:pt x="565819" y="822649"/>
                          </a:lnTo>
                          <a:lnTo>
                            <a:pt x="551546" y="780998"/>
                          </a:lnTo>
                          <a:lnTo>
                            <a:pt x="537299" y="912137"/>
                          </a:lnTo>
                          <a:lnTo>
                            <a:pt x="523089" y="718129"/>
                          </a:lnTo>
                          <a:lnTo>
                            <a:pt x="508918" y="748756"/>
                          </a:lnTo>
                          <a:lnTo>
                            <a:pt x="494805" y="843925"/>
                          </a:lnTo>
                          <a:lnTo>
                            <a:pt x="480762" y="872860"/>
                          </a:lnTo>
                          <a:lnTo>
                            <a:pt x="466788" y="819234"/>
                          </a:lnTo>
                          <a:lnTo>
                            <a:pt x="452904" y="878682"/>
                          </a:lnTo>
                          <a:lnTo>
                            <a:pt x="439118" y="1180396"/>
                          </a:lnTo>
                          <a:lnTo>
                            <a:pt x="425440" y="1199890"/>
                          </a:lnTo>
                          <a:lnTo>
                            <a:pt x="411886" y="1111801"/>
                          </a:lnTo>
                          <a:lnTo>
                            <a:pt x="398462" y="1127887"/>
                          </a:lnTo>
                          <a:lnTo>
                            <a:pt x="385182" y="1079137"/>
                          </a:lnTo>
                          <a:lnTo>
                            <a:pt x="372056" y="1082508"/>
                          </a:lnTo>
                          <a:lnTo>
                            <a:pt x="346309" y="975594"/>
                          </a:lnTo>
                          <a:lnTo>
                            <a:pt x="333707" y="954644"/>
                          </a:lnTo>
                          <a:lnTo>
                            <a:pt x="321298" y="987703"/>
                          </a:lnTo>
                          <a:lnTo>
                            <a:pt x="309089" y="916229"/>
                          </a:lnTo>
                          <a:lnTo>
                            <a:pt x="297093" y="968489"/>
                          </a:lnTo>
                          <a:lnTo>
                            <a:pt x="285311" y="880559"/>
                          </a:lnTo>
                          <a:lnTo>
                            <a:pt x="273750" y="995184"/>
                          </a:lnTo>
                          <a:lnTo>
                            <a:pt x="262415" y="903002"/>
                          </a:lnTo>
                          <a:lnTo>
                            <a:pt x="251311" y="940798"/>
                          </a:lnTo>
                          <a:lnTo>
                            <a:pt x="240443" y="898107"/>
                          </a:lnTo>
                          <a:lnTo>
                            <a:pt x="229812" y="828937"/>
                          </a:lnTo>
                          <a:lnTo>
                            <a:pt x="219416" y="805887"/>
                          </a:lnTo>
                          <a:lnTo>
                            <a:pt x="209260" y="758172"/>
                          </a:lnTo>
                          <a:lnTo>
                            <a:pt x="189663" y="794761"/>
                          </a:lnTo>
                          <a:lnTo>
                            <a:pt x="180222" y="695921"/>
                          </a:lnTo>
                          <a:lnTo>
                            <a:pt x="171013" y="522241"/>
                          </a:lnTo>
                          <a:lnTo>
                            <a:pt x="162033" y="468152"/>
                          </a:lnTo>
                          <a:lnTo>
                            <a:pt x="153289" y="733513"/>
                          </a:lnTo>
                          <a:lnTo>
                            <a:pt x="144768" y="582439"/>
                          </a:lnTo>
                          <a:lnTo>
                            <a:pt x="136466" y="362095"/>
                          </a:lnTo>
                          <a:lnTo>
                            <a:pt x="128382" y="542020"/>
                          </a:lnTo>
                          <a:lnTo>
                            <a:pt x="120511" y="369861"/>
                          </a:lnTo>
                          <a:lnTo>
                            <a:pt x="112847" y="151618"/>
                          </a:lnTo>
                          <a:lnTo>
                            <a:pt x="105387" y="39753"/>
                          </a:lnTo>
                          <a:lnTo>
                            <a:pt x="98125" y="455895"/>
                          </a:lnTo>
                          <a:lnTo>
                            <a:pt x="91054" y="504586"/>
                          </a:lnTo>
                          <a:lnTo>
                            <a:pt x="84168" y="492698"/>
                          </a:lnTo>
                          <a:lnTo>
                            <a:pt x="77469" y="422185"/>
                          </a:lnTo>
                          <a:lnTo>
                            <a:pt x="70949" y="306995"/>
                          </a:lnTo>
                          <a:lnTo>
                            <a:pt x="64595" y="275929"/>
                          </a:lnTo>
                          <a:lnTo>
                            <a:pt x="58412" y="27114"/>
                          </a:lnTo>
                          <a:lnTo>
                            <a:pt x="52391" y="197920"/>
                          </a:lnTo>
                          <a:lnTo>
                            <a:pt x="46522" y="0"/>
                          </a:lnTo>
                          <a:lnTo>
                            <a:pt x="40810" y="299141"/>
                          </a:lnTo>
                          <a:lnTo>
                            <a:pt x="35242" y="229421"/>
                          </a:lnTo>
                          <a:lnTo>
                            <a:pt x="29815" y="215321"/>
                          </a:lnTo>
                          <a:lnTo>
                            <a:pt x="24531" y="156459"/>
                          </a:lnTo>
                          <a:lnTo>
                            <a:pt x="19372" y="475422"/>
                          </a:lnTo>
                          <a:lnTo>
                            <a:pt x="14346" y="553586"/>
                          </a:lnTo>
                          <a:lnTo>
                            <a:pt x="9449" y="793312"/>
                          </a:lnTo>
                          <a:lnTo>
                            <a:pt x="4669" y="430268"/>
                          </a:lnTo>
                          <a:lnTo>
                            <a:pt x="0" y="466765"/>
                          </a:lnTo>
                          <a:lnTo>
                            <a:pt x="0" y="466765"/>
                          </a:ln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s-ES" dirty="0"/>
            </a:p>
          </p:txBody>
        </p:sp>
      </p:grpSp>
      <p:sp>
        <p:nvSpPr>
          <p:cNvPr id="472" name="Forma libre: forma 471">
            <a:extLst>
              <a:ext uri="{FF2B5EF4-FFF2-40B4-BE49-F238E27FC236}">
                <a16:creationId xmlns:a16="http://schemas.microsoft.com/office/drawing/2014/main" id="{45860A8E-FDB9-88E6-8004-E412B826DE4E}"/>
              </a:ext>
            </a:extLst>
          </p:cNvPr>
          <p:cNvSpPr/>
          <p:nvPr/>
        </p:nvSpPr>
        <p:spPr>
          <a:xfrm>
            <a:off x="5564617" y="12372151"/>
            <a:ext cx="1636974" cy="1250887"/>
          </a:xfrm>
          <a:custGeom>
            <a:avLst/>
            <a:gdLst>
              <a:gd name="connsiteX0" fmla="*/ 0 w 1236043"/>
              <a:gd name="connsiteY0" fmla="*/ 56718 h 736842"/>
              <a:gd name="connsiteX1" fmla="*/ 1782 w 1236043"/>
              <a:gd name="connsiteY1" fmla="*/ 102143 h 736842"/>
              <a:gd name="connsiteX2" fmla="*/ 3607 w 1236043"/>
              <a:gd name="connsiteY2" fmla="*/ 0 h 736842"/>
              <a:gd name="connsiteX3" fmla="*/ 5476 w 1236043"/>
              <a:gd name="connsiteY3" fmla="*/ 23736 h 736842"/>
              <a:gd name="connsiteX4" fmla="*/ 7395 w 1236043"/>
              <a:gd name="connsiteY4" fmla="*/ 97360 h 736842"/>
              <a:gd name="connsiteX5" fmla="*/ 9364 w 1236043"/>
              <a:gd name="connsiteY5" fmla="*/ 194969 h 736842"/>
              <a:gd name="connsiteX6" fmla="*/ 11381 w 1236043"/>
              <a:gd name="connsiteY6" fmla="*/ 231591 h 736842"/>
              <a:gd name="connsiteX7" fmla="*/ 13452 w 1236043"/>
              <a:gd name="connsiteY7" fmla="*/ 234286 h 736842"/>
              <a:gd name="connsiteX8" fmla="*/ 15578 w 1236043"/>
              <a:gd name="connsiteY8" fmla="*/ 246864 h 736842"/>
              <a:gd name="connsiteX9" fmla="*/ 17758 w 1236043"/>
              <a:gd name="connsiteY9" fmla="*/ 164043 h 736842"/>
              <a:gd name="connsiteX10" fmla="*/ 19999 w 1236043"/>
              <a:gd name="connsiteY10" fmla="*/ 152951 h 736842"/>
              <a:gd name="connsiteX11" fmla="*/ 22297 w 1236043"/>
              <a:gd name="connsiteY11" fmla="*/ 169054 h 736842"/>
              <a:gd name="connsiteX12" fmla="*/ 24657 w 1236043"/>
              <a:gd name="connsiteY12" fmla="*/ 222722 h 736842"/>
              <a:gd name="connsiteX13" fmla="*/ 29572 w 1236043"/>
              <a:gd name="connsiteY13" fmla="*/ 303482 h 736842"/>
              <a:gd name="connsiteX14" fmla="*/ 32129 w 1236043"/>
              <a:gd name="connsiteY14" fmla="*/ 316640 h 736842"/>
              <a:gd name="connsiteX15" fmla="*/ 34757 w 1236043"/>
              <a:gd name="connsiteY15" fmla="*/ 319296 h 736842"/>
              <a:gd name="connsiteX16" fmla="*/ 37456 w 1236043"/>
              <a:gd name="connsiteY16" fmla="*/ 314588 h 736842"/>
              <a:gd name="connsiteX17" fmla="*/ 40229 w 1236043"/>
              <a:gd name="connsiteY17" fmla="*/ 221028 h 736842"/>
              <a:gd name="connsiteX18" fmla="*/ 46001 w 1236043"/>
              <a:gd name="connsiteY18" fmla="*/ 312103 h 736842"/>
              <a:gd name="connsiteX19" fmla="*/ 49006 w 1236043"/>
              <a:gd name="connsiteY19" fmla="*/ 350298 h 736842"/>
              <a:gd name="connsiteX20" fmla="*/ 52092 w 1236043"/>
              <a:gd name="connsiteY20" fmla="*/ 309335 h 736842"/>
              <a:gd name="connsiteX21" fmla="*/ 55261 w 1236043"/>
              <a:gd name="connsiteY21" fmla="*/ 361740 h 736842"/>
              <a:gd name="connsiteX22" fmla="*/ 58514 w 1236043"/>
              <a:gd name="connsiteY22" fmla="*/ 388360 h 736842"/>
              <a:gd name="connsiteX23" fmla="*/ 61851 w 1236043"/>
              <a:gd name="connsiteY23" fmla="*/ 356769 h 736842"/>
              <a:gd name="connsiteX24" fmla="*/ 65279 w 1236043"/>
              <a:gd name="connsiteY24" fmla="*/ 366611 h 736842"/>
              <a:gd name="connsiteX25" fmla="*/ 68795 w 1236043"/>
              <a:gd name="connsiteY25" fmla="*/ 392254 h 736842"/>
              <a:gd name="connsiteX26" fmla="*/ 72398 w 1236043"/>
              <a:gd name="connsiteY26" fmla="*/ 406928 h 736842"/>
              <a:gd name="connsiteX27" fmla="*/ 76094 w 1236043"/>
              <a:gd name="connsiteY27" fmla="*/ 411789 h 736842"/>
              <a:gd name="connsiteX28" fmla="*/ 79879 w 1236043"/>
              <a:gd name="connsiteY28" fmla="*/ 403994 h 736842"/>
              <a:gd name="connsiteX29" fmla="*/ 83756 w 1236043"/>
              <a:gd name="connsiteY29" fmla="*/ 415254 h 736842"/>
              <a:gd name="connsiteX30" fmla="*/ 87724 w 1236043"/>
              <a:gd name="connsiteY30" fmla="*/ 421786 h 736842"/>
              <a:gd name="connsiteX31" fmla="*/ 91782 w 1236043"/>
              <a:gd name="connsiteY31" fmla="*/ 432335 h 736842"/>
              <a:gd name="connsiteX32" fmla="*/ 95931 w 1236043"/>
              <a:gd name="connsiteY32" fmla="*/ 444925 h 736842"/>
              <a:gd name="connsiteX33" fmla="*/ 100169 w 1236043"/>
              <a:gd name="connsiteY33" fmla="*/ 447897 h 736842"/>
              <a:gd name="connsiteX34" fmla="*/ 104496 w 1236043"/>
              <a:gd name="connsiteY34" fmla="*/ 464160 h 736842"/>
              <a:gd name="connsiteX35" fmla="*/ 108909 w 1236043"/>
              <a:gd name="connsiteY35" fmla="*/ 455527 h 736842"/>
              <a:gd name="connsiteX36" fmla="*/ 113407 w 1236043"/>
              <a:gd name="connsiteY36" fmla="*/ 465434 h 736842"/>
              <a:gd name="connsiteX37" fmla="*/ 117986 w 1236043"/>
              <a:gd name="connsiteY37" fmla="*/ 460770 h 736842"/>
              <a:gd name="connsiteX38" fmla="*/ 122646 w 1236043"/>
              <a:gd name="connsiteY38" fmla="*/ 472508 h 736842"/>
              <a:gd name="connsiteX39" fmla="*/ 127383 w 1236043"/>
              <a:gd name="connsiteY39" fmla="*/ 471808 h 736842"/>
              <a:gd name="connsiteX40" fmla="*/ 132194 w 1236043"/>
              <a:gd name="connsiteY40" fmla="*/ 479842 h 736842"/>
              <a:gd name="connsiteX41" fmla="*/ 137074 w 1236043"/>
              <a:gd name="connsiteY41" fmla="*/ 486764 h 736842"/>
              <a:gd name="connsiteX42" fmla="*/ 142022 w 1236043"/>
              <a:gd name="connsiteY42" fmla="*/ 488136 h 736842"/>
              <a:gd name="connsiteX43" fmla="*/ 147032 w 1236043"/>
              <a:gd name="connsiteY43" fmla="*/ 486282 h 736842"/>
              <a:gd name="connsiteX44" fmla="*/ 152101 w 1236043"/>
              <a:gd name="connsiteY44" fmla="*/ 491175 h 736842"/>
              <a:gd name="connsiteX45" fmla="*/ 157226 w 1236043"/>
              <a:gd name="connsiteY45" fmla="*/ 494610 h 736842"/>
              <a:gd name="connsiteX46" fmla="*/ 162400 w 1236043"/>
              <a:gd name="connsiteY46" fmla="*/ 501796 h 736842"/>
              <a:gd name="connsiteX47" fmla="*/ 167621 w 1236043"/>
              <a:gd name="connsiteY47" fmla="*/ 500012 h 736842"/>
              <a:gd name="connsiteX48" fmla="*/ 172883 w 1236043"/>
              <a:gd name="connsiteY48" fmla="*/ 452812 h 736842"/>
              <a:gd name="connsiteX49" fmla="*/ 178183 w 1236043"/>
              <a:gd name="connsiteY49" fmla="*/ 451343 h 736842"/>
              <a:gd name="connsiteX50" fmla="*/ 183517 w 1236043"/>
              <a:gd name="connsiteY50" fmla="*/ 457013 h 736842"/>
              <a:gd name="connsiteX51" fmla="*/ 188878 w 1236043"/>
              <a:gd name="connsiteY51" fmla="*/ 439835 h 736842"/>
              <a:gd name="connsiteX52" fmla="*/ 194265 w 1236043"/>
              <a:gd name="connsiteY52" fmla="*/ 430222 h 736842"/>
              <a:gd name="connsiteX53" fmla="*/ 199674 w 1236043"/>
              <a:gd name="connsiteY53" fmla="*/ 429369 h 736842"/>
              <a:gd name="connsiteX54" fmla="*/ 205098 w 1236043"/>
              <a:gd name="connsiteY54" fmla="*/ 433126 h 736842"/>
              <a:gd name="connsiteX55" fmla="*/ 210537 w 1236043"/>
              <a:gd name="connsiteY55" fmla="*/ 431396 h 736842"/>
              <a:gd name="connsiteX56" fmla="*/ 215985 w 1236043"/>
              <a:gd name="connsiteY56" fmla="*/ 439481 h 736842"/>
              <a:gd name="connsiteX57" fmla="*/ 221441 w 1236043"/>
              <a:gd name="connsiteY57" fmla="*/ 432120 h 736842"/>
              <a:gd name="connsiteX58" fmla="*/ 226899 w 1236043"/>
              <a:gd name="connsiteY58" fmla="*/ 426923 h 736842"/>
              <a:gd name="connsiteX59" fmla="*/ 232357 w 1236043"/>
              <a:gd name="connsiteY59" fmla="*/ 435819 h 736842"/>
              <a:gd name="connsiteX60" fmla="*/ 237813 w 1236043"/>
              <a:gd name="connsiteY60" fmla="*/ 461401 h 736842"/>
              <a:gd name="connsiteX61" fmla="*/ 243264 w 1236043"/>
              <a:gd name="connsiteY61" fmla="*/ 450534 h 736842"/>
              <a:gd name="connsiteX62" fmla="*/ 248705 w 1236043"/>
              <a:gd name="connsiteY62" fmla="*/ 455522 h 736842"/>
              <a:gd name="connsiteX63" fmla="*/ 254138 w 1236043"/>
              <a:gd name="connsiteY63" fmla="*/ 468636 h 736842"/>
              <a:gd name="connsiteX64" fmla="*/ 264967 w 1236043"/>
              <a:gd name="connsiteY64" fmla="*/ 484917 h 736842"/>
              <a:gd name="connsiteX65" fmla="*/ 270359 w 1236043"/>
              <a:gd name="connsiteY65" fmla="*/ 485273 h 736842"/>
              <a:gd name="connsiteX66" fmla="*/ 275734 w 1236043"/>
              <a:gd name="connsiteY66" fmla="*/ 463682 h 736842"/>
              <a:gd name="connsiteX67" fmla="*/ 281090 w 1236043"/>
              <a:gd name="connsiteY67" fmla="*/ 450629 h 736842"/>
              <a:gd name="connsiteX68" fmla="*/ 286426 w 1236043"/>
              <a:gd name="connsiteY68" fmla="*/ 433794 h 736842"/>
              <a:gd name="connsiteX69" fmla="*/ 291741 w 1236043"/>
              <a:gd name="connsiteY69" fmla="*/ 420624 h 736842"/>
              <a:gd name="connsiteX70" fmla="*/ 297036 w 1236043"/>
              <a:gd name="connsiteY70" fmla="*/ 402417 h 736842"/>
              <a:gd name="connsiteX71" fmla="*/ 302304 w 1236043"/>
              <a:gd name="connsiteY71" fmla="*/ 396933 h 736842"/>
              <a:gd name="connsiteX72" fmla="*/ 307550 w 1236043"/>
              <a:gd name="connsiteY72" fmla="*/ 400997 h 736842"/>
              <a:gd name="connsiteX73" fmla="*/ 312771 w 1236043"/>
              <a:gd name="connsiteY73" fmla="*/ 378619 h 736842"/>
              <a:gd name="connsiteX74" fmla="*/ 317969 w 1236043"/>
              <a:gd name="connsiteY74" fmla="*/ 400088 h 736842"/>
              <a:gd name="connsiteX75" fmla="*/ 323139 w 1236043"/>
              <a:gd name="connsiteY75" fmla="*/ 402841 h 736842"/>
              <a:gd name="connsiteX76" fmla="*/ 328283 w 1236043"/>
              <a:gd name="connsiteY76" fmla="*/ 411216 h 736842"/>
              <a:gd name="connsiteX77" fmla="*/ 333403 w 1236043"/>
              <a:gd name="connsiteY77" fmla="*/ 414394 h 736842"/>
              <a:gd name="connsiteX78" fmla="*/ 338493 w 1236043"/>
              <a:gd name="connsiteY78" fmla="*/ 420873 h 736842"/>
              <a:gd name="connsiteX79" fmla="*/ 343556 w 1236043"/>
              <a:gd name="connsiteY79" fmla="*/ 422391 h 736842"/>
              <a:gd name="connsiteX80" fmla="*/ 348593 w 1236043"/>
              <a:gd name="connsiteY80" fmla="*/ 417142 h 736842"/>
              <a:gd name="connsiteX81" fmla="*/ 353602 w 1236043"/>
              <a:gd name="connsiteY81" fmla="*/ 412615 h 736842"/>
              <a:gd name="connsiteX82" fmla="*/ 363537 w 1236043"/>
              <a:gd name="connsiteY82" fmla="*/ 430531 h 736842"/>
              <a:gd name="connsiteX83" fmla="*/ 368461 w 1236043"/>
              <a:gd name="connsiteY83" fmla="*/ 437997 h 736842"/>
              <a:gd name="connsiteX84" fmla="*/ 373359 w 1236043"/>
              <a:gd name="connsiteY84" fmla="*/ 439976 h 736842"/>
              <a:gd name="connsiteX85" fmla="*/ 378230 w 1236043"/>
              <a:gd name="connsiteY85" fmla="*/ 450064 h 736842"/>
              <a:gd name="connsiteX86" fmla="*/ 383071 w 1236043"/>
              <a:gd name="connsiteY86" fmla="*/ 468687 h 736842"/>
              <a:gd name="connsiteX87" fmla="*/ 387886 w 1236043"/>
              <a:gd name="connsiteY87" fmla="*/ 470963 h 736842"/>
              <a:gd name="connsiteX88" fmla="*/ 392674 w 1236043"/>
              <a:gd name="connsiteY88" fmla="*/ 487291 h 736842"/>
              <a:gd name="connsiteX89" fmla="*/ 397435 w 1236043"/>
              <a:gd name="connsiteY89" fmla="*/ 495388 h 736842"/>
              <a:gd name="connsiteX90" fmla="*/ 402167 w 1236043"/>
              <a:gd name="connsiteY90" fmla="*/ 508821 h 736842"/>
              <a:gd name="connsiteX91" fmla="*/ 406872 w 1236043"/>
              <a:gd name="connsiteY91" fmla="*/ 512551 h 736842"/>
              <a:gd name="connsiteX92" fmla="*/ 411551 w 1236043"/>
              <a:gd name="connsiteY92" fmla="*/ 532118 h 736842"/>
              <a:gd name="connsiteX93" fmla="*/ 416205 w 1236043"/>
              <a:gd name="connsiteY93" fmla="*/ 539023 h 736842"/>
              <a:gd name="connsiteX94" fmla="*/ 420829 w 1236043"/>
              <a:gd name="connsiteY94" fmla="*/ 544057 h 736842"/>
              <a:gd name="connsiteX95" fmla="*/ 425430 w 1236043"/>
              <a:gd name="connsiteY95" fmla="*/ 551457 h 736842"/>
              <a:gd name="connsiteX96" fmla="*/ 430003 w 1236043"/>
              <a:gd name="connsiteY96" fmla="*/ 546231 h 736842"/>
              <a:gd name="connsiteX97" fmla="*/ 434550 w 1236043"/>
              <a:gd name="connsiteY97" fmla="*/ 553224 h 736842"/>
              <a:gd name="connsiteX98" fmla="*/ 439073 w 1236043"/>
              <a:gd name="connsiteY98" fmla="*/ 547335 h 736842"/>
              <a:gd name="connsiteX99" fmla="*/ 443568 w 1236043"/>
              <a:gd name="connsiteY99" fmla="*/ 540936 h 736842"/>
              <a:gd name="connsiteX100" fmla="*/ 448042 w 1236043"/>
              <a:gd name="connsiteY100" fmla="*/ 540795 h 736842"/>
              <a:gd name="connsiteX101" fmla="*/ 452486 w 1236043"/>
              <a:gd name="connsiteY101" fmla="*/ 523911 h 736842"/>
              <a:gd name="connsiteX102" fmla="*/ 456909 w 1236043"/>
              <a:gd name="connsiteY102" fmla="*/ 521338 h 736842"/>
              <a:gd name="connsiteX103" fmla="*/ 461307 w 1236043"/>
              <a:gd name="connsiteY103" fmla="*/ 513024 h 736842"/>
              <a:gd name="connsiteX104" fmla="*/ 465681 w 1236043"/>
              <a:gd name="connsiteY104" fmla="*/ 491319 h 736842"/>
              <a:gd name="connsiteX105" fmla="*/ 470033 w 1236043"/>
              <a:gd name="connsiteY105" fmla="*/ 480151 h 736842"/>
              <a:gd name="connsiteX106" fmla="*/ 474358 w 1236043"/>
              <a:gd name="connsiteY106" fmla="*/ 476031 h 736842"/>
              <a:gd name="connsiteX107" fmla="*/ 478661 w 1236043"/>
              <a:gd name="connsiteY107" fmla="*/ 486114 h 736842"/>
              <a:gd name="connsiteX108" fmla="*/ 482942 w 1236043"/>
              <a:gd name="connsiteY108" fmla="*/ 489871 h 736842"/>
              <a:gd name="connsiteX109" fmla="*/ 487199 w 1236043"/>
              <a:gd name="connsiteY109" fmla="*/ 471243 h 736842"/>
              <a:gd name="connsiteX110" fmla="*/ 491434 w 1236043"/>
              <a:gd name="connsiteY110" fmla="*/ 467732 h 736842"/>
              <a:gd name="connsiteX111" fmla="*/ 495644 w 1236043"/>
              <a:gd name="connsiteY111" fmla="*/ 457610 h 736842"/>
              <a:gd name="connsiteX112" fmla="*/ 499835 w 1236043"/>
              <a:gd name="connsiteY112" fmla="*/ 451055 h 736842"/>
              <a:gd name="connsiteX113" fmla="*/ 508152 w 1236043"/>
              <a:gd name="connsiteY113" fmla="*/ 458183 h 736842"/>
              <a:gd name="connsiteX114" fmla="*/ 512277 w 1236043"/>
              <a:gd name="connsiteY114" fmla="*/ 437520 h 736842"/>
              <a:gd name="connsiteX115" fmla="*/ 516383 w 1236043"/>
              <a:gd name="connsiteY115" fmla="*/ 467637 h 736842"/>
              <a:gd name="connsiteX116" fmla="*/ 520466 w 1236043"/>
              <a:gd name="connsiteY116" fmla="*/ 466311 h 736842"/>
              <a:gd name="connsiteX117" fmla="*/ 524528 w 1236043"/>
              <a:gd name="connsiteY117" fmla="*/ 469520 h 736842"/>
              <a:gd name="connsiteX118" fmla="*/ 528573 w 1236043"/>
              <a:gd name="connsiteY118" fmla="*/ 492530 h 736842"/>
              <a:gd name="connsiteX119" fmla="*/ 532596 w 1236043"/>
              <a:gd name="connsiteY119" fmla="*/ 472703 h 736842"/>
              <a:gd name="connsiteX120" fmla="*/ 536597 w 1236043"/>
              <a:gd name="connsiteY120" fmla="*/ 516187 h 736842"/>
              <a:gd name="connsiteX121" fmla="*/ 540581 w 1236043"/>
              <a:gd name="connsiteY121" fmla="*/ 461760 h 736842"/>
              <a:gd name="connsiteX122" fmla="*/ 544545 w 1236043"/>
              <a:gd name="connsiteY122" fmla="*/ 451243 h 736842"/>
              <a:gd name="connsiteX123" fmla="*/ 548490 w 1236043"/>
              <a:gd name="connsiteY123" fmla="*/ 443514 h 736842"/>
              <a:gd name="connsiteX124" fmla="*/ 552416 w 1236043"/>
              <a:gd name="connsiteY124" fmla="*/ 465290 h 736842"/>
              <a:gd name="connsiteX125" fmla="*/ 556322 w 1236043"/>
              <a:gd name="connsiteY125" fmla="*/ 462505 h 736842"/>
              <a:gd name="connsiteX126" fmla="*/ 560211 w 1236043"/>
              <a:gd name="connsiteY126" fmla="*/ 453541 h 736842"/>
              <a:gd name="connsiteX127" fmla="*/ 564082 w 1236043"/>
              <a:gd name="connsiteY127" fmla="*/ 449713 h 736842"/>
              <a:gd name="connsiteX128" fmla="*/ 567935 w 1236043"/>
              <a:gd name="connsiteY128" fmla="*/ 428007 h 736842"/>
              <a:gd name="connsiteX129" fmla="*/ 571768 w 1236043"/>
              <a:gd name="connsiteY129" fmla="*/ 441474 h 736842"/>
              <a:gd name="connsiteX130" fmla="*/ 575583 w 1236043"/>
              <a:gd name="connsiteY130" fmla="*/ 451063 h 736842"/>
              <a:gd name="connsiteX131" fmla="*/ 579382 w 1236043"/>
              <a:gd name="connsiteY131" fmla="*/ 439138 h 736842"/>
              <a:gd name="connsiteX132" fmla="*/ 583164 w 1236043"/>
              <a:gd name="connsiteY132" fmla="*/ 444067 h 736842"/>
              <a:gd name="connsiteX133" fmla="*/ 586928 w 1236043"/>
              <a:gd name="connsiteY133" fmla="*/ 439050 h 736842"/>
              <a:gd name="connsiteX134" fmla="*/ 590676 w 1236043"/>
              <a:gd name="connsiteY134" fmla="*/ 447832 h 736842"/>
              <a:gd name="connsiteX135" fmla="*/ 594409 w 1236043"/>
              <a:gd name="connsiteY135" fmla="*/ 444277 h 736842"/>
              <a:gd name="connsiteX136" fmla="*/ 598122 w 1236043"/>
              <a:gd name="connsiteY136" fmla="*/ 437897 h 736842"/>
              <a:gd name="connsiteX137" fmla="*/ 601821 w 1236043"/>
              <a:gd name="connsiteY137" fmla="*/ 458236 h 736842"/>
              <a:gd name="connsiteX138" fmla="*/ 605503 w 1236043"/>
              <a:gd name="connsiteY138" fmla="*/ 454374 h 736842"/>
              <a:gd name="connsiteX139" fmla="*/ 609168 w 1236043"/>
              <a:gd name="connsiteY139" fmla="*/ 449713 h 736842"/>
              <a:gd name="connsiteX140" fmla="*/ 612818 w 1236043"/>
              <a:gd name="connsiteY140" fmla="*/ 456881 h 736842"/>
              <a:gd name="connsiteX141" fmla="*/ 616451 w 1236043"/>
              <a:gd name="connsiteY141" fmla="*/ 454574 h 736842"/>
              <a:gd name="connsiteX142" fmla="*/ 620072 w 1236043"/>
              <a:gd name="connsiteY142" fmla="*/ 441930 h 736842"/>
              <a:gd name="connsiteX143" fmla="*/ 623675 w 1236043"/>
              <a:gd name="connsiteY143" fmla="*/ 458516 h 736842"/>
              <a:gd name="connsiteX144" fmla="*/ 627262 w 1236043"/>
              <a:gd name="connsiteY144" fmla="*/ 451703 h 736842"/>
              <a:gd name="connsiteX145" fmla="*/ 630837 w 1236043"/>
              <a:gd name="connsiteY145" fmla="*/ 452625 h 736842"/>
              <a:gd name="connsiteX146" fmla="*/ 634394 w 1236043"/>
              <a:gd name="connsiteY146" fmla="*/ 468314 h 736842"/>
              <a:gd name="connsiteX147" fmla="*/ 637940 w 1236043"/>
              <a:gd name="connsiteY147" fmla="*/ 454791 h 736842"/>
              <a:gd name="connsiteX148" fmla="*/ 641468 w 1236043"/>
              <a:gd name="connsiteY148" fmla="*/ 468487 h 736842"/>
              <a:gd name="connsiteX149" fmla="*/ 644984 w 1236043"/>
              <a:gd name="connsiteY149" fmla="*/ 468368 h 736842"/>
              <a:gd name="connsiteX150" fmla="*/ 651970 w 1236043"/>
              <a:gd name="connsiteY150" fmla="*/ 475098 h 736842"/>
              <a:gd name="connsiteX151" fmla="*/ 655444 w 1236043"/>
              <a:gd name="connsiteY151" fmla="*/ 480639 h 736842"/>
              <a:gd name="connsiteX152" fmla="*/ 658902 w 1236043"/>
              <a:gd name="connsiteY152" fmla="*/ 477374 h 736842"/>
              <a:gd name="connsiteX153" fmla="*/ 662347 w 1236043"/>
              <a:gd name="connsiteY153" fmla="*/ 483117 h 736842"/>
              <a:gd name="connsiteX154" fmla="*/ 665781 w 1236043"/>
              <a:gd name="connsiteY154" fmla="*/ 459603 h 736842"/>
              <a:gd name="connsiteX155" fmla="*/ 669199 w 1236043"/>
              <a:gd name="connsiteY155" fmla="*/ 489995 h 736842"/>
              <a:gd name="connsiteX156" fmla="*/ 672603 w 1236043"/>
              <a:gd name="connsiteY156" fmla="*/ 485804 h 736842"/>
              <a:gd name="connsiteX157" fmla="*/ 675995 w 1236043"/>
              <a:gd name="connsiteY157" fmla="*/ 478434 h 736842"/>
              <a:gd name="connsiteX158" fmla="*/ 679375 w 1236043"/>
              <a:gd name="connsiteY158" fmla="*/ 483161 h 736842"/>
              <a:gd name="connsiteX159" fmla="*/ 682742 w 1236043"/>
              <a:gd name="connsiteY159" fmla="*/ 491004 h 736842"/>
              <a:gd name="connsiteX160" fmla="*/ 686095 w 1236043"/>
              <a:gd name="connsiteY160" fmla="*/ 500753 h 736842"/>
              <a:gd name="connsiteX161" fmla="*/ 689438 w 1236043"/>
              <a:gd name="connsiteY161" fmla="*/ 496962 h 736842"/>
              <a:gd name="connsiteX162" fmla="*/ 692767 w 1236043"/>
              <a:gd name="connsiteY162" fmla="*/ 495422 h 736842"/>
              <a:gd name="connsiteX163" fmla="*/ 696083 w 1236043"/>
              <a:gd name="connsiteY163" fmla="*/ 514647 h 736842"/>
              <a:gd name="connsiteX164" fmla="*/ 699387 w 1236043"/>
              <a:gd name="connsiteY164" fmla="*/ 513248 h 736842"/>
              <a:gd name="connsiteX165" fmla="*/ 702679 w 1236043"/>
              <a:gd name="connsiteY165" fmla="*/ 517274 h 736842"/>
              <a:gd name="connsiteX166" fmla="*/ 705959 w 1236043"/>
              <a:gd name="connsiteY166" fmla="*/ 529825 h 736842"/>
              <a:gd name="connsiteX167" fmla="*/ 709229 w 1236043"/>
              <a:gd name="connsiteY167" fmla="*/ 537069 h 736842"/>
              <a:gd name="connsiteX168" fmla="*/ 712484 w 1236043"/>
              <a:gd name="connsiteY168" fmla="*/ 526177 h 736842"/>
              <a:gd name="connsiteX169" fmla="*/ 715729 w 1236043"/>
              <a:gd name="connsiteY169" fmla="*/ 526319 h 736842"/>
              <a:gd name="connsiteX170" fmla="*/ 718963 w 1236043"/>
              <a:gd name="connsiteY170" fmla="*/ 521657 h 736842"/>
              <a:gd name="connsiteX171" fmla="*/ 722184 w 1236043"/>
              <a:gd name="connsiteY171" fmla="*/ 541333 h 736842"/>
              <a:gd name="connsiteX172" fmla="*/ 725396 w 1236043"/>
              <a:gd name="connsiteY172" fmla="*/ 538945 h 736842"/>
              <a:gd name="connsiteX173" fmla="*/ 728595 w 1236043"/>
              <a:gd name="connsiteY173" fmla="*/ 539106 h 736842"/>
              <a:gd name="connsiteX174" fmla="*/ 731785 w 1236043"/>
              <a:gd name="connsiteY174" fmla="*/ 540541 h 736842"/>
              <a:gd name="connsiteX175" fmla="*/ 734962 w 1236043"/>
              <a:gd name="connsiteY175" fmla="*/ 544126 h 736842"/>
              <a:gd name="connsiteX176" fmla="*/ 738127 w 1236043"/>
              <a:gd name="connsiteY176" fmla="*/ 543368 h 736842"/>
              <a:gd name="connsiteX177" fmla="*/ 741285 w 1236043"/>
              <a:gd name="connsiteY177" fmla="*/ 551146 h 736842"/>
              <a:gd name="connsiteX178" fmla="*/ 744428 w 1236043"/>
              <a:gd name="connsiteY178" fmla="*/ 560383 h 736842"/>
              <a:gd name="connsiteX179" fmla="*/ 747564 w 1236043"/>
              <a:gd name="connsiteY179" fmla="*/ 550300 h 736842"/>
              <a:gd name="connsiteX180" fmla="*/ 750688 w 1236043"/>
              <a:gd name="connsiteY180" fmla="*/ 561353 h 736842"/>
              <a:gd name="connsiteX181" fmla="*/ 753802 w 1236043"/>
              <a:gd name="connsiteY181" fmla="*/ 576433 h 736842"/>
              <a:gd name="connsiteX182" fmla="*/ 756904 w 1236043"/>
              <a:gd name="connsiteY182" fmla="*/ 579240 h 736842"/>
              <a:gd name="connsiteX183" fmla="*/ 759998 w 1236043"/>
              <a:gd name="connsiteY183" fmla="*/ 569318 h 736842"/>
              <a:gd name="connsiteX184" fmla="*/ 763081 w 1236043"/>
              <a:gd name="connsiteY184" fmla="*/ 566867 h 736842"/>
              <a:gd name="connsiteX185" fmla="*/ 766153 w 1236043"/>
              <a:gd name="connsiteY185" fmla="*/ 570607 h 736842"/>
              <a:gd name="connsiteX186" fmla="*/ 769216 w 1236043"/>
              <a:gd name="connsiteY186" fmla="*/ 572751 h 736842"/>
              <a:gd name="connsiteX187" fmla="*/ 772269 w 1236043"/>
              <a:gd name="connsiteY187" fmla="*/ 585675 h 736842"/>
              <a:gd name="connsiteX188" fmla="*/ 775313 w 1236043"/>
              <a:gd name="connsiteY188" fmla="*/ 583295 h 736842"/>
              <a:gd name="connsiteX189" fmla="*/ 778346 w 1236043"/>
              <a:gd name="connsiteY189" fmla="*/ 586460 h 736842"/>
              <a:gd name="connsiteX190" fmla="*/ 781370 w 1236043"/>
              <a:gd name="connsiteY190" fmla="*/ 584830 h 736842"/>
              <a:gd name="connsiteX191" fmla="*/ 784387 w 1236043"/>
              <a:gd name="connsiteY191" fmla="*/ 587284 h 736842"/>
              <a:gd name="connsiteX192" fmla="*/ 787391 w 1236043"/>
              <a:gd name="connsiteY192" fmla="*/ 596426 h 736842"/>
              <a:gd name="connsiteX193" fmla="*/ 790386 w 1236043"/>
              <a:gd name="connsiteY193" fmla="*/ 601450 h 736842"/>
              <a:gd name="connsiteX194" fmla="*/ 793373 w 1236043"/>
              <a:gd name="connsiteY194" fmla="*/ 595631 h 736842"/>
              <a:gd name="connsiteX195" fmla="*/ 796351 w 1236043"/>
              <a:gd name="connsiteY195" fmla="*/ 592335 h 736842"/>
              <a:gd name="connsiteX196" fmla="*/ 799319 w 1236043"/>
              <a:gd name="connsiteY196" fmla="*/ 601367 h 736842"/>
              <a:gd name="connsiteX197" fmla="*/ 802277 w 1236043"/>
              <a:gd name="connsiteY197" fmla="*/ 612634 h 736842"/>
              <a:gd name="connsiteX198" fmla="*/ 805228 w 1236043"/>
              <a:gd name="connsiteY198" fmla="*/ 604233 h 736842"/>
              <a:gd name="connsiteX199" fmla="*/ 808169 w 1236043"/>
              <a:gd name="connsiteY199" fmla="*/ 615064 h 736842"/>
              <a:gd name="connsiteX200" fmla="*/ 814024 w 1236043"/>
              <a:gd name="connsiteY200" fmla="*/ 609608 h 736842"/>
              <a:gd name="connsiteX201" fmla="*/ 816938 w 1236043"/>
              <a:gd name="connsiteY201" fmla="*/ 611155 h 736842"/>
              <a:gd name="connsiteX202" fmla="*/ 819845 w 1236043"/>
              <a:gd name="connsiteY202" fmla="*/ 622449 h 736842"/>
              <a:gd name="connsiteX203" fmla="*/ 822742 w 1236043"/>
              <a:gd name="connsiteY203" fmla="*/ 616070 h 736842"/>
              <a:gd name="connsiteX204" fmla="*/ 825630 w 1236043"/>
              <a:gd name="connsiteY204" fmla="*/ 618356 h 736842"/>
              <a:gd name="connsiteX205" fmla="*/ 828512 w 1236043"/>
              <a:gd name="connsiteY205" fmla="*/ 622535 h 736842"/>
              <a:gd name="connsiteX206" fmla="*/ 831382 w 1236043"/>
              <a:gd name="connsiteY206" fmla="*/ 619084 h 736842"/>
              <a:gd name="connsiteX207" fmla="*/ 834248 w 1236043"/>
              <a:gd name="connsiteY207" fmla="*/ 623122 h 736842"/>
              <a:gd name="connsiteX208" fmla="*/ 837104 w 1236043"/>
              <a:gd name="connsiteY208" fmla="*/ 625790 h 736842"/>
              <a:gd name="connsiteX209" fmla="*/ 839950 w 1236043"/>
              <a:gd name="connsiteY209" fmla="*/ 633195 h 736842"/>
              <a:gd name="connsiteX210" fmla="*/ 842791 w 1236043"/>
              <a:gd name="connsiteY210" fmla="*/ 626141 h 736842"/>
              <a:gd name="connsiteX211" fmla="*/ 845622 w 1236043"/>
              <a:gd name="connsiteY211" fmla="*/ 629715 h 736842"/>
              <a:gd name="connsiteX212" fmla="*/ 848444 w 1236043"/>
              <a:gd name="connsiteY212" fmla="*/ 636979 h 736842"/>
              <a:gd name="connsiteX213" fmla="*/ 851261 w 1236043"/>
              <a:gd name="connsiteY213" fmla="*/ 640439 h 736842"/>
              <a:gd name="connsiteX214" fmla="*/ 854068 w 1236043"/>
              <a:gd name="connsiteY214" fmla="*/ 638750 h 736842"/>
              <a:gd name="connsiteX215" fmla="*/ 856867 w 1236043"/>
              <a:gd name="connsiteY215" fmla="*/ 637781 h 736842"/>
              <a:gd name="connsiteX216" fmla="*/ 859660 w 1236043"/>
              <a:gd name="connsiteY216" fmla="*/ 638015 h 736842"/>
              <a:gd name="connsiteX217" fmla="*/ 862445 w 1236043"/>
              <a:gd name="connsiteY217" fmla="*/ 647768 h 736842"/>
              <a:gd name="connsiteX218" fmla="*/ 865220 w 1236043"/>
              <a:gd name="connsiteY218" fmla="*/ 634959 h 736842"/>
              <a:gd name="connsiteX219" fmla="*/ 867991 w 1236043"/>
              <a:gd name="connsiteY219" fmla="*/ 639513 h 736842"/>
              <a:gd name="connsiteX220" fmla="*/ 870751 w 1236043"/>
              <a:gd name="connsiteY220" fmla="*/ 640885 h 736842"/>
              <a:gd name="connsiteX221" fmla="*/ 873505 w 1236043"/>
              <a:gd name="connsiteY221" fmla="*/ 639396 h 736842"/>
              <a:gd name="connsiteX222" fmla="*/ 876253 w 1236043"/>
              <a:gd name="connsiteY222" fmla="*/ 641691 h 736842"/>
              <a:gd name="connsiteX223" fmla="*/ 878992 w 1236043"/>
              <a:gd name="connsiteY223" fmla="*/ 641016 h 736842"/>
              <a:gd name="connsiteX224" fmla="*/ 881724 w 1236043"/>
              <a:gd name="connsiteY224" fmla="*/ 636782 h 736842"/>
              <a:gd name="connsiteX225" fmla="*/ 884448 w 1236043"/>
              <a:gd name="connsiteY225" fmla="*/ 638480 h 736842"/>
              <a:gd name="connsiteX226" fmla="*/ 887167 w 1236043"/>
              <a:gd name="connsiteY226" fmla="*/ 636628 h 736842"/>
              <a:gd name="connsiteX227" fmla="*/ 889877 w 1236043"/>
              <a:gd name="connsiteY227" fmla="*/ 640970 h 736842"/>
              <a:gd name="connsiteX228" fmla="*/ 892581 w 1236043"/>
              <a:gd name="connsiteY228" fmla="*/ 644345 h 736842"/>
              <a:gd name="connsiteX229" fmla="*/ 895276 w 1236043"/>
              <a:gd name="connsiteY229" fmla="*/ 632915 h 736842"/>
              <a:gd name="connsiteX230" fmla="*/ 900649 w 1236043"/>
              <a:gd name="connsiteY230" fmla="*/ 633802 h 736842"/>
              <a:gd name="connsiteX231" fmla="*/ 903325 w 1236043"/>
              <a:gd name="connsiteY231" fmla="*/ 638022 h 736842"/>
              <a:gd name="connsiteX232" fmla="*/ 905993 w 1236043"/>
              <a:gd name="connsiteY232" fmla="*/ 644043 h 736842"/>
              <a:gd name="connsiteX233" fmla="*/ 908653 w 1236043"/>
              <a:gd name="connsiteY233" fmla="*/ 619294 h 736842"/>
              <a:gd name="connsiteX234" fmla="*/ 911309 w 1236043"/>
              <a:gd name="connsiteY234" fmla="*/ 615066 h 736842"/>
              <a:gd name="connsiteX235" fmla="*/ 913958 w 1236043"/>
              <a:gd name="connsiteY235" fmla="*/ 625025 h 736842"/>
              <a:gd name="connsiteX236" fmla="*/ 916599 w 1236043"/>
              <a:gd name="connsiteY236" fmla="*/ 633292 h 736842"/>
              <a:gd name="connsiteX237" fmla="*/ 919236 w 1236043"/>
              <a:gd name="connsiteY237" fmla="*/ 626996 h 736842"/>
              <a:gd name="connsiteX238" fmla="*/ 921863 w 1236043"/>
              <a:gd name="connsiteY238" fmla="*/ 627422 h 736842"/>
              <a:gd name="connsiteX239" fmla="*/ 924484 w 1236043"/>
              <a:gd name="connsiteY239" fmla="*/ 631236 h 736842"/>
              <a:gd name="connsiteX240" fmla="*/ 927101 w 1236043"/>
              <a:gd name="connsiteY240" fmla="*/ 635861 h 736842"/>
              <a:gd name="connsiteX241" fmla="*/ 929711 w 1236043"/>
              <a:gd name="connsiteY241" fmla="*/ 635532 h 736842"/>
              <a:gd name="connsiteX242" fmla="*/ 932313 w 1236043"/>
              <a:gd name="connsiteY242" fmla="*/ 617466 h 736842"/>
              <a:gd name="connsiteX243" fmla="*/ 934908 w 1236043"/>
              <a:gd name="connsiteY243" fmla="*/ 634813 h 736842"/>
              <a:gd name="connsiteX244" fmla="*/ 940084 w 1236043"/>
              <a:gd name="connsiteY244" fmla="*/ 640400 h 736842"/>
              <a:gd name="connsiteX245" fmla="*/ 942659 w 1236043"/>
              <a:gd name="connsiteY245" fmla="*/ 638273 h 736842"/>
              <a:gd name="connsiteX246" fmla="*/ 945232 w 1236043"/>
              <a:gd name="connsiteY246" fmla="*/ 619070 h 736842"/>
              <a:gd name="connsiteX247" fmla="*/ 950357 w 1236043"/>
              <a:gd name="connsiteY247" fmla="*/ 639333 h 736842"/>
              <a:gd name="connsiteX248" fmla="*/ 952908 w 1236043"/>
              <a:gd name="connsiteY248" fmla="*/ 628767 h 736842"/>
              <a:gd name="connsiteX249" fmla="*/ 955457 w 1236043"/>
              <a:gd name="connsiteY249" fmla="*/ 625856 h 736842"/>
              <a:gd name="connsiteX250" fmla="*/ 957998 w 1236043"/>
              <a:gd name="connsiteY250" fmla="*/ 628409 h 736842"/>
              <a:gd name="connsiteX251" fmla="*/ 960532 w 1236043"/>
              <a:gd name="connsiteY251" fmla="*/ 624708 h 736842"/>
              <a:gd name="connsiteX252" fmla="*/ 963061 w 1236043"/>
              <a:gd name="connsiteY252" fmla="*/ 623611 h 736842"/>
              <a:gd name="connsiteX253" fmla="*/ 965583 w 1236043"/>
              <a:gd name="connsiteY253" fmla="*/ 636133 h 736842"/>
              <a:gd name="connsiteX254" fmla="*/ 970613 w 1236043"/>
              <a:gd name="connsiteY254" fmla="*/ 632213 h 736842"/>
              <a:gd name="connsiteX255" fmla="*/ 973120 w 1236043"/>
              <a:gd name="connsiteY255" fmla="*/ 634827 h 736842"/>
              <a:gd name="connsiteX256" fmla="*/ 975620 w 1236043"/>
              <a:gd name="connsiteY256" fmla="*/ 633741 h 736842"/>
              <a:gd name="connsiteX257" fmla="*/ 978113 w 1236043"/>
              <a:gd name="connsiteY257" fmla="*/ 630434 h 736842"/>
              <a:gd name="connsiteX258" fmla="*/ 980603 w 1236043"/>
              <a:gd name="connsiteY258" fmla="*/ 631294 h 736842"/>
              <a:gd name="connsiteX259" fmla="*/ 983086 w 1236043"/>
              <a:gd name="connsiteY259" fmla="*/ 637839 h 736842"/>
              <a:gd name="connsiteX260" fmla="*/ 985561 w 1236043"/>
              <a:gd name="connsiteY260" fmla="*/ 630878 h 736842"/>
              <a:gd name="connsiteX261" fmla="*/ 988035 w 1236043"/>
              <a:gd name="connsiteY261" fmla="*/ 639442 h 736842"/>
              <a:gd name="connsiteX262" fmla="*/ 990500 w 1236043"/>
              <a:gd name="connsiteY262" fmla="*/ 637532 h 736842"/>
              <a:gd name="connsiteX263" fmla="*/ 992961 w 1236043"/>
              <a:gd name="connsiteY263" fmla="*/ 643297 h 736842"/>
              <a:gd name="connsiteX264" fmla="*/ 995418 w 1236043"/>
              <a:gd name="connsiteY264" fmla="*/ 629009 h 736842"/>
              <a:gd name="connsiteX265" fmla="*/ 997866 w 1236043"/>
              <a:gd name="connsiteY265" fmla="*/ 649769 h 736842"/>
              <a:gd name="connsiteX266" fmla="*/ 1000310 w 1236043"/>
              <a:gd name="connsiteY266" fmla="*/ 633809 h 736842"/>
              <a:gd name="connsiteX267" fmla="*/ 1002749 w 1236043"/>
              <a:gd name="connsiteY267" fmla="*/ 633231 h 736842"/>
              <a:gd name="connsiteX268" fmla="*/ 1005184 w 1236043"/>
              <a:gd name="connsiteY268" fmla="*/ 633100 h 736842"/>
              <a:gd name="connsiteX269" fmla="*/ 1007613 w 1236043"/>
              <a:gd name="connsiteY269" fmla="*/ 654871 h 736842"/>
              <a:gd name="connsiteX270" fmla="*/ 1010035 w 1236043"/>
              <a:gd name="connsiteY270" fmla="*/ 629386 h 736842"/>
              <a:gd name="connsiteX271" fmla="*/ 1012455 w 1236043"/>
              <a:gd name="connsiteY271" fmla="*/ 649913 h 736842"/>
              <a:gd name="connsiteX272" fmla="*/ 1014867 w 1236043"/>
              <a:gd name="connsiteY272" fmla="*/ 658558 h 736842"/>
              <a:gd name="connsiteX273" fmla="*/ 1017274 w 1236043"/>
              <a:gd name="connsiteY273" fmla="*/ 644954 h 736842"/>
              <a:gd name="connsiteX274" fmla="*/ 1019677 w 1236043"/>
              <a:gd name="connsiteY274" fmla="*/ 644016 h 736842"/>
              <a:gd name="connsiteX275" fmla="*/ 1022074 w 1236043"/>
              <a:gd name="connsiteY275" fmla="*/ 647761 h 736842"/>
              <a:gd name="connsiteX276" fmla="*/ 1024467 w 1236043"/>
              <a:gd name="connsiteY276" fmla="*/ 662486 h 736842"/>
              <a:gd name="connsiteX277" fmla="*/ 1026853 w 1236043"/>
              <a:gd name="connsiteY277" fmla="*/ 653153 h 736842"/>
              <a:gd name="connsiteX278" fmla="*/ 1029236 w 1236043"/>
              <a:gd name="connsiteY278" fmla="*/ 663246 h 736842"/>
              <a:gd name="connsiteX279" fmla="*/ 1031614 w 1236043"/>
              <a:gd name="connsiteY279" fmla="*/ 646606 h 736842"/>
              <a:gd name="connsiteX280" fmla="*/ 1033985 w 1236043"/>
              <a:gd name="connsiteY280" fmla="*/ 654394 h 736842"/>
              <a:gd name="connsiteX281" fmla="*/ 1036353 w 1236043"/>
              <a:gd name="connsiteY281" fmla="*/ 647866 h 736842"/>
              <a:gd name="connsiteX282" fmla="*/ 1038714 w 1236043"/>
              <a:gd name="connsiteY282" fmla="*/ 646804 h 736842"/>
              <a:gd name="connsiteX283" fmla="*/ 1041073 w 1236043"/>
              <a:gd name="connsiteY283" fmla="*/ 638085 h 736842"/>
              <a:gd name="connsiteX284" fmla="*/ 1043424 w 1236043"/>
              <a:gd name="connsiteY284" fmla="*/ 640807 h 736842"/>
              <a:gd name="connsiteX285" fmla="*/ 1045773 w 1236043"/>
              <a:gd name="connsiteY285" fmla="*/ 658458 h 736842"/>
              <a:gd name="connsiteX286" fmla="*/ 1048115 w 1236043"/>
              <a:gd name="connsiteY286" fmla="*/ 633999 h 736842"/>
              <a:gd name="connsiteX287" fmla="*/ 1050454 w 1236043"/>
              <a:gd name="connsiteY287" fmla="*/ 637751 h 736842"/>
              <a:gd name="connsiteX288" fmla="*/ 1052786 w 1236043"/>
              <a:gd name="connsiteY288" fmla="*/ 661575 h 736842"/>
              <a:gd name="connsiteX289" fmla="*/ 1055115 w 1236043"/>
              <a:gd name="connsiteY289" fmla="*/ 635761 h 736842"/>
              <a:gd name="connsiteX290" fmla="*/ 1057440 w 1236043"/>
              <a:gd name="connsiteY290" fmla="*/ 635261 h 736842"/>
              <a:gd name="connsiteX291" fmla="*/ 1059757 w 1236043"/>
              <a:gd name="connsiteY291" fmla="*/ 646409 h 736842"/>
              <a:gd name="connsiteX292" fmla="*/ 1062072 w 1236043"/>
              <a:gd name="connsiteY292" fmla="*/ 651526 h 736842"/>
              <a:gd name="connsiteX293" fmla="*/ 1064382 w 1236043"/>
              <a:gd name="connsiteY293" fmla="*/ 642912 h 736842"/>
              <a:gd name="connsiteX294" fmla="*/ 1066687 w 1236043"/>
              <a:gd name="connsiteY294" fmla="*/ 659469 h 736842"/>
              <a:gd name="connsiteX295" fmla="*/ 1068990 w 1236043"/>
              <a:gd name="connsiteY295" fmla="*/ 639184 h 736842"/>
              <a:gd name="connsiteX296" fmla="*/ 1071285 w 1236043"/>
              <a:gd name="connsiteY296" fmla="*/ 640846 h 736842"/>
              <a:gd name="connsiteX297" fmla="*/ 1073578 w 1236043"/>
              <a:gd name="connsiteY297" fmla="*/ 652347 h 736842"/>
              <a:gd name="connsiteX298" fmla="*/ 1075864 w 1236043"/>
              <a:gd name="connsiteY298" fmla="*/ 637747 h 736842"/>
              <a:gd name="connsiteX299" fmla="*/ 1078147 w 1236043"/>
              <a:gd name="connsiteY299" fmla="*/ 645315 h 736842"/>
              <a:gd name="connsiteX300" fmla="*/ 1080425 w 1236043"/>
              <a:gd name="connsiteY300" fmla="*/ 644981 h 736842"/>
              <a:gd name="connsiteX301" fmla="*/ 1082698 w 1236043"/>
              <a:gd name="connsiteY301" fmla="*/ 632756 h 736842"/>
              <a:gd name="connsiteX302" fmla="*/ 1084967 w 1236043"/>
              <a:gd name="connsiteY302" fmla="*/ 647325 h 736842"/>
              <a:gd name="connsiteX303" fmla="*/ 1087233 w 1236043"/>
              <a:gd name="connsiteY303" fmla="*/ 642052 h 736842"/>
              <a:gd name="connsiteX304" fmla="*/ 1089494 w 1236043"/>
              <a:gd name="connsiteY304" fmla="*/ 646533 h 736842"/>
              <a:gd name="connsiteX305" fmla="*/ 1096249 w 1236043"/>
              <a:gd name="connsiteY305" fmla="*/ 623244 h 736842"/>
              <a:gd name="connsiteX306" fmla="*/ 1098493 w 1236043"/>
              <a:gd name="connsiteY306" fmla="*/ 644757 h 736842"/>
              <a:gd name="connsiteX307" fmla="*/ 1100732 w 1236043"/>
              <a:gd name="connsiteY307" fmla="*/ 655134 h 736842"/>
              <a:gd name="connsiteX308" fmla="*/ 1102966 w 1236043"/>
              <a:gd name="connsiteY308" fmla="*/ 644459 h 736842"/>
              <a:gd name="connsiteX309" fmla="*/ 1105196 w 1236043"/>
              <a:gd name="connsiteY309" fmla="*/ 638329 h 736842"/>
              <a:gd name="connsiteX310" fmla="*/ 1107423 w 1236043"/>
              <a:gd name="connsiteY310" fmla="*/ 642303 h 736842"/>
              <a:gd name="connsiteX311" fmla="*/ 1109645 w 1236043"/>
              <a:gd name="connsiteY311" fmla="*/ 648295 h 736842"/>
              <a:gd name="connsiteX312" fmla="*/ 1111863 w 1236043"/>
              <a:gd name="connsiteY312" fmla="*/ 630605 h 736842"/>
              <a:gd name="connsiteX313" fmla="*/ 1114077 w 1236043"/>
              <a:gd name="connsiteY313" fmla="*/ 634854 h 736842"/>
              <a:gd name="connsiteX314" fmla="*/ 1116288 w 1236043"/>
              <a:gd name="connsiteY314" fmla="*/ 640312 h 736842"/>
              <a:gd name="connsiteX315" fmla="*/ 1118493 w 1236043"/>
              <a:gd name="connsiteY315" fmla="*/ 651487 h 736842"/>
              <a:gd name="connsiteX316" fmla="*/ 1120695 w 1236043"/>
              <a:gd name="connsiteY316" fmla="*/ 657708 h 736842"/>
              <a:gd name="connsiteX317" fmla="*/ 1122893 w 1236043"/>
              <a:gd name="connsiteY317" fmla="*/ 632432 h 736842"/>
              <a:gd name="connsiteX318" fmla="*/ 1125086 w 1236043"/>
              <a:gd name="connsiteY318" fmla="*/ 644160 h 736842"/>
              <a:gd name="connsiteX319" fmla="*/ 1129460 w 1236043"/>
              <a:gd name="connsiteY319" fmla="*/ 635030 h 736842"/>
              <a:gd name="connsiteX320" fmla="*/ 1131643 w 1236043"/>
              <a:gd name="connsiteY320" fmla="*/ 647111 h 736842"/>
              <a:gd name="connsiteX321" fmla="*/ 1133819 w 1236043"/>
              <a:gd name="connsiteY321" fmla="*/ 647761 h 736842"/>
              <a:gd name="connsiteX322" fmla="*/ 1135993 w 1236043"/>
              <a:gd name="connsiteY322" fmla="*/ 635310 h 736842"/>
              <a:gd name="connsiteX323" fmla="*/ 1138164 w 1236043"/>
              <a:gd name="connsiteY323" fmla="*/ 636475 h 736842"/>
              <a:gd name="connsiteX324" fmla="*/ 1140330 w 1236043"/>
              <a:gd name="connsiteY324" fmla="*/ 638027 h 736842"/>
              <a:gd name="connsiteX325" fmla="*/ 1142491 w 1236043"/>
              <a:gd name="connsiteY325" fmla="*/ 633236 h 736842"/>
              <a:gd name="connsiteX326" fmla="*/ 1144650 w 1236043"/>
              <a:gd name="connsiteY326" fmla="*/ 655595 h 736842"/>
              <a:gd name="connsiteX327" fmla="*/ 1146804 w 1236043"/>
              <a:gd name="connsiteY327" fmla="*/ 621621 h 736842"/>
              <a:gd name="connsiteX328" fmla="*/ 1148956 w 1236043"/>
              <a:gd name="connsiteY328" fmla="*/ 643044 h 736842"/>
              <a:gd name="connsiteX329" fmla="*/ 1151102 w 1236043"/>
              <a:gd name="connsiteY329" fmla="*/ 637084 h 736842"/>
              <a:gd name="connsiteX330" fmla="*/ 1153244 w 1236043"/>
              <a:gd name="connsiteY330" fmla="*/ 650692 h 736842"/>
              <a:gd name="connsiteX331" fmla="*/ 1155383 w 1236043"/>
              <a:gd name="connsiteY331" fmla="*/ 631730 h 736842"/>
              <a:gd name="connsiteX332" fmla="*/ 1157518 w 1236043"/>
              <a:gd name="connsiteY332" fmla="*/ 649001 h 736842"/>
              <a:gd name="connsiteX333" fmla="*/ 1159650 w 1236043"/>
              <a:gd name="connsiteY333" fmla="*/ 637137 h 736842"/>
              <a:gd name="connsiteX334" fmla="*/ 1161780 w 1236043"/>
              <a:gd name="connsiteY334" fmla="*/ 612919 h 736842"/>
              <a:gd name="connsiteX335" fmla="*/ 1163902 w 1236043"/>
              <a:gd name="connsiteY335" fmla="*/ 629628 h 736842"/>
              <a:gd name="connsiteX336" fmla="*/ 1166024 w 1236043"/>
              <a:gd name="connsiteY336" fmla="*/ 635283 h 736842"/>
              <a:gd name="connsiteX337" fmla="*/ 1168139 w 1236043"/>
              <a:gd name="connsiteY337" fmla="*/ 613880 h 736842"/>
              <a:gd name="connsiteX338" fmla="*/ 1170254 w 1236043"/>
              <a:gd name="connsiteY338" fmla="*/ 648892 h 736842"/>
              <a:gd name="connsiteX339" fmla="*/ 1172362 w 1236043"/>
              <a:gd name="connsiteY339" fmla="*/ 638036 h 736842"/>
              <a:gd name="connsiteX340" fmla="*/ 1174470 w 1236043"/>
              <a:gd name="connsiteY340" fmla="*/ 639325 h 736842"/>
              <a:gd name="connsiteX341" fmla="*/ 1176573 w 1236043"/>
              <a:gd name="connsiteY341" fmla="*/ 632837 h 736842"/>
              <a:gd name="connsiteX342" fmla="*/ 1178671 w 1236043"/>
              <a:gd name="connsiteY342" fmla="*/ 622700 h 736842"/>
              <a:gd name="connsiteX343" fmla="*/ 1180766 w 1236043"/>
              <a:gd name="connsiteY343" fmla="*/ 635909 h 736842"/>
              <a:gd name="connsiteX344" fmla="*/ 1182857 w 1236043"/>
              <a:gd name="connsiteY344" fmla="*/ 651628 h 736842"/>
              <a:gd name="connsiteX345" fmla="*/ 1184945 w 1236043"/>
              <a:gd name="connsiteY345" fmla="*/ 640890 h 736842"/>
              <a:gd name="connsiteX346" fmla="*/ 1187031 w 1236043"/>
              <a:gd name="connsiteY346" fmla="*/ 647915 h 736842"/>
              <a:gd name="connsiteX347" fmla="*/ 1189112 w 1236043"/>
              <a:gd name="connsiteY347" fmla="*/ 638387 h 736842"/>
              <a:gd name="connsiteX348" fmla="*/ 1191188 w 1236043"/>
              <a:gd name="connsiteY348" fmla="*/ 615137 h 736842"/>
              <a:gd name="connsiteX349" fmla="*/ 1193264 w 1236043"/>
              <a:gd name="connsiteY349" fmla="*/ 622995 h 736842"/>
              <a:gd name="connsiteX350" fmla="*/ 1195332 w 1236043"/>
              <a:gd name="connsiteY350" fmla="*/ 623429 h 736842"/>
              <a:gd name="connsiteX351" fmla="*/ 1197401 w 1236043"/>
              <a:gd name="connsiteY351" fmla="*/ 635551 h 736842"/>
              <a:gd name="connsiteX352" fmla="*/ 1199465 w 1236043"/>
              <a:gd name="connsiteY352" fmla="*/ 625366 h 736842"/>
              <a:gd name="connsiteX353" fmla="*/ 1201524 w 1236043"/>
              <a:gd name="connsiteY353" fmla="*/ 621204 h 736842"/>
              <a:gd name="connsiteX354" fmla="*/ 1203583 w 1236043"/>
              <a:gd name="connsiteY354" fmla="*/ 625288 h 736842"/>
              <a:gd name="connsiteX355" fmla="*/ 1205637 w 1236043"/>
              <a:gd name="connsiteY355" fmla="*/ 640736 h 736842"/>
              <a:gd name="connsiteX356" fmla="*/ 1207686 w 1236043"/>
              <a:gd name="connsiteY356" fmla="*/ 640293 h 736842"/>
              <a:gd name="connsiteX357" fmla="*/ 1209733 w 1236043"/>
              <a:gd name="connsiteY357" fmla="*/ 622700 h 736842"/>
              <a:gd name="connsiteX358" fmla="*/ 1211777 w 1236043"/>
              <a:gd name="connsiteY358" fmla="*/ 636243 h 736842"/>
              <a:gd name="connsiteX359" fmla="*/ 1213817 w 1236043"/>
              <a:gd name="connsiteY359" fmla="*/ 636211 h 736842"/>
              <a:gd name="connsiteX360" fmla="*/ 1215854 w 1236043"/>
              <a:gd name="connsiteY360" fmla="*/ 620100 h 736842"/>
              <a:gd name="connsiteX361" fmla="*/ 1217888 w 1236043"/>
              <a:gd name="connsiteY361" fmla="*/ 717503 h 736842"/>
              <a:gd name="connsiteX362" fmla="*/ 1219918 w 1236043"/>
              <a:gd name="connsiteY362" fmla="*/ 671436 h 736842"/>
              <a:gd name="connsiteX363" fmla="*/ 1221945 w 1236043"/>
              <a:gd name="connsiteY363" fmla="*/ 736843 h 736842"/>
              <a:gd name="connsiteX364" fmla="*/ 1223970 w 1236043"/>
              <a:gd name="connsiteY364" fmla="*/ 622656 h 736842"/>
              <a:gd name="connsiteX365" fmla="*/ 1225990 w 1236043"/>
              <a:gd name="connsiteY365" fmla="*/ 645256 h 736842"/>
              <a:gd name="connsiteX366" fmla="*/ 1228008 w 1236043"/>
              <a:gd name="connsiteY366" fmla="*/ 603485 h 736842"/>
              <a:gd name="connsiteX367" fmla="*/ 1230020 w 1236043"/>
              <a:gd name="connsiteY367" fmla="*/ 689265 h 736842"/>
              <a:gd name="connsiteX368" fmla="*/ 1232033 w 1236043"/>
              <a:gd name="connsiteY368" fmla="*/ 730298 h 736842"/>
              <a:gd name="connsiteX369" fmla="*/ 1236044 w 1236043"/>
              <a:gd name="connsiteY369" fmla="*/ 576613 h 736842"/>
              <a:gd name="connsiteX370" fmla="*/ 1236044 w 1236043"/>
              <a:gd name="connsiteY370" fmla="*/ 576613 h 736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</a:cxnLst>
            <a:rect l="l" t="t" r="r" b="b"/>
            <a:pathLst>
              <a:path w="1236043" h="736842">
                <a:moveTo>
                  <a:pt x="0" y="56718"/>
                </a:moveTo>
                <a:lnTo>
                  <a:pt x="1782" y="102143"/>
                </a:lnTo>
                <a:lnTo>
                  <a:pt x="3607" y="0"/>
                </a:lnTo>
                <a:lnTo>
                  <a:pt x="5476" y="23736"/>
                </a:lnTo>
                <a:lnTo>
                  <a:pt x="7395" y="97360"/>
                </a:lnTo>
                <a:lnTo>
                  <a:pt x="9364" y="194969"/>
                </a:lnTo>
                <a:lnTo>
                  <a:pt x="11381" y="231591"/>
                </a:lnTo>
                <a:lnTo>
                  <a:pt x="13452" y="234286"/>
                </a:lnTo>
                <a:lnTo>
                  <a:pt x="15578" y="246864"/>
                </a:lnTo>
                <a:lnTo>
                  <a:pt x="17758" y="164043"/>
                </a:lnTo>
                <a:lnTo>
                  <a:pt x="19999" y="152951"/>
                </a:lnTo>
                <a:lnTo>
                  <a:pt x="22297" y="169054"/>
                </a:lnTo>
                <a:lnTo>
                  <a:pt x="24657" y="222722"/>
                </a:lnTo>
                <a:lnTo>
                  <a:pt x="29572" y="303482"/>
                </a:lnTo>
                <a:lnTo>
                  <a:pt x="32129" y="316640"/>
                </a:lnTo>
                <a:lnTo>
                  <a:pt x="34757" y="319296"/>
                </a:lnTo>
                <a:lnTo>
                  <a:pt x="37456" y="314588"/>
                </a:lnTo>
                <a:lnTo>
                  <a:pt x="40229" y="221028"/>
                </a:lnTo>
                <a:lnTo>
                  <a:pt x="46001" y="312103"/>
                </a:lnTo>
                <a:lnTo>
                  <a:pt x="49006" y="350298"/>
                </a:lnTo>
                <a:lnTo>
                  <a:pt x="52092" y="309335"/>
                </a:lnTo>
                <a:lnTo>
                  <a:pt x="55261" y="361740"/>
                </a:lnTo>
                <a:lnTo>
                  <a:pt x="58514" y="388360"/>
                </a:lnTo>
                <a:lnTo>
                  <a:pt x="61851" y="356769"/>
                </a:lnTo>
                <a:lnTo>
                  <a:pt x="65279" y="366611"/>
                </a:lnTo>
                <a:lnTo>
                  <a:pt x="68795" y="392254"/>
                </a:lnTo>
                <a:lnTo>
                  <a:pt x="72398" y="406928"/>
                </a:lnTo>
                <a:lnTo>
                  <a:pt x="76094" y="411789"/>
                </a:lnTo>
                <a:lnTo>
                  <a:pt x="79879" y="403994"/>
                </a:lnTo>
                <a:lnTo>
                  <a:pt x="83756" y="415254"/>
                </a:lnTo>
                <a:lnTo>
                  <a:pt x="87724" y="421786"/>
                </a:lnTo>
                <a:lnTo>
                  <a:pt x="91782" y="432335"/>
                </a:lnTo>
                <a:lnTo>
                  <a:pt x="95931" y="444925"/>
                </a:lnTo>
                <a:lnTo>
                  <a:pt x="100169" y="447897"/>
                </a:lnTo>
                <a:lnTo>
                  <a:pt x="104496" y="464160"/>
                </a:lnTo>
                <a:lnTo>
                  <a:pt x="108909" y="455527"/>
                </a:lnTo>
                <a:lnTo>
                  <a:pt x="113407" y="465434"/>
                </a:lnTo>
                <a:lnTo>
                  <a:pt x="117986" y="460770"/>
                </a:lnTo>
                <a:lnTo>
                  <a:pt x="122646" y="472508"/>
                </a:lnTo>
                <a:lnTo>
                  <a:pt x="127383" y="471808"/>
                </a:lnTo>
                <a:lnTo>
                  <a:pt x="132194" y="479842"/>
                </a:lnTo>
                <a:lnTo>
                  <a:pt x="137074" y="486764"/>
                </a:lnTo>
                <a:lnTo>
                  <a:pt x="142022" y="488136"/>
                </a:lnTo>
                <a:lnTo>
                  <a:pt x="147032" y="486282"/>
                </a:lnTo>
                <a:lnTo>
                  <a:pt x="152101" y="491175"/>
                </a:lnTo>
                <a:lnTo>
                  <a:pt x="157226" y="494610"/>
                </a:lnTo>
                <a:lnTo>
                  <a:pt x="162400" y="501796"/>
                </a:lnTo>
                <a:lnTo>
                  <a:pt x="167621" y="500012"/>
                </a:lnTo>
                <a:lnTo>
                  <a:pt x="172883" y="452812"/>
                </a:lnTo>
                <a:lnTo>
                  <a:pt x="178183" y="451343"/>
                </a:lnTo>
                <a:lnTo>
                  <a:pt x="183517" y="457013"/>
                </a:lnTo>
                <a:lnTo>
                  <a:pt x="188878" y="439835"/>
                </a:lnTo>
                <a:lnTo>
                  <a:pt x="194265" y="430222"/>
                </a:lnTo>
                <a:lnTo>
                  <a:pt x="199674" y="429369"/>
                </a:lnTo>
                <a:lnTo>
                  <a:pt x="205098" y="433126"/>
                </a:lnTo>
                <a:lnTo>
                  <a:pt x="210537" y="431396"/>
                </a:lnTo>
                <a:lnTo>
                  <a:pt x="215985" y="439481"/>
                </a:lnTo>
                <a:lnTo>
                  <a:pt x="221441" y="432120"/>
                </a:lnTo>
                <a:lnTo>
                  <a:pt x="226899" y="426923"/>
                </a:lnTo>
                <a:lnTo>
                  <a:pt x="232357" y="435819"/>
                </a:lnTo>
                <a:lnTo>
                  <a:pt x="237813" y="461401"/>
                </a:lnTo>
                <a:lnTo>
                  <a:pt x="243264" y="450534"/>
                </a:lnTo>
                <a:lnTo>
                  <a:pt x="248705" y="455522"/>
                </a:lnTo>
                <a:lnTo>
                  <a:pt x="254138" y="468636"/>
                </a:lnTo>
                <a:lnTo>
                  <a:pt x="264967" y="484917"/>
                </a:lnTo>
                <a:lnTo>
                  <a:pt x="270359" y="485273"/>
                </a:lnTo>
                <a:lnTo>
                  <a:pt x="275734" y="463682"/>
                </a:lnTo>
                <a:lnTo>
                  <a:pt x="281090" y="450629"/>
                </a:lnTo>
                <a:lnTo>
                  <a:pt x="286426" y="433794"/>
                </a:lnTo>
                <a:lnTo>
                  <a:pt x="291741" y="420624"/>
                </a:lnTo>
                <a:lnTo>
                  <a:pt x="297036" y="402417"/>
                </a:lnTo>
                <a:lnTo>
                  <a:pt x="302304" y="396933"/>
                </a:lnTo>
                <a:lnTo>
                  <a:pt x="307550" y="400997"/>
                </a:lnTo>
                <a:lnTo>
                  <a:pt x="312771" y="378619"/>
                </a:lnTo>
                <a:lnTo>
                  <a:pt x="317969" y="400088"/>
                </a:lnTo>
                <a:lnTo>
                  <a:pt x="323139" y="402841"/>
                </a:lnTo>
                <a:lnTo>
                  <a:pt x="328283" y="411216"/>
                </a:lnTo>
                <a:lnTo>
                  <a:pt x="333403" y="414394"/>
                </a:lnTo>
                <a:lnTo>
                  <a:pt x="338493" y="420873"/>
                </a:lnTo>
                <a:lnTo>
                  <a:pt x="343556" y="422391"/>
                </a:lnTo>
                <a:lnTo>
                  <a:pt x="348593" y="417142"/>
                </a:lnTo>
                <a:lnTo>
                  <a:pt x="353602" y="412615"/>
                </a:lnTo>
                <a:lnTo>
                  <a:pt x="363537" y="430531"/>
                </a:lnTo>
                <a:lnTo>
                  <a:pt x="368461" y="437997"/>
                </a:lnTo>
                <a:lnTo>
                  <a:pt x="373359" y="439976"/>
                </a:lnTo>
                <a:lnTo>
                  <a:pt x="378230" y="450064"/>
                </a:lnTo>
                <a:lnTo>
                  <a:pt x="383071" y="468687"/>
                </a:lnTo>
                <a:lnTo>
                  <a:pt x="387886" y="470963"/>
                </a:lnTo>
                <a:lnTo>
                  <a:pt x="392674" y="487291"/>
                </a:lnTo>
                <a:lnTo>
                  <a:pt x="397435" y="495388"/>
                </a:lnTo>
                <a:lnTo>
                  <a:pt x="402167" y="508821"/>
                </a:lnTo>
                <a:lnTo>
                  <a:pt x="406872" y="512551"/>
                </a:lnTo>
                <a:lnTo>
                  <a:pt x="411551" y="532118"/>
                </a:lnTo>
                <a:lnTo>
                  <a:pt x="416205" y="539023"/>
                </a:lnTo>
                <a:lnTo>
                  <a:pt x="420829" y="544057"/>
                </a:lnTo>
                <a:lnTo>
                  <a:pt x="425430" y="551457"/>
                </a:lnTo>
                <a:lnTo>
                  <a:pt x="430003" y="546231"/>
                </a:lnTo>
                <a:lnTo>
                  <a:pt x="434550" y="553224"/>
                </a:lnTo>
                <a:lnTo>
                  <a:pt x="439073" y="547335"/>
                </a:lnTo>
                <a:lnTo>
                  <a:pt x="443568" y="540936"/>
                </a:lnTo>
                <a:lnTo>
                  <a:pt x="448042" y="540795"/>
                </a:lnTo>
                <a:lnTo>
                  <a:pt x="452486" y="523911"/>
                </a:lnTo>
                <a:lnTo>
                  <a:pt x="456909" y="521338"/>
                </a:lnTo>
                <a:lnTo>
                  <a:pt x="461307" y="513024"/>
                </a:lnTo>
                <a:lnTo>
                  <a:pt x="465681" y="491319"/>
                </a:lnTo>
                <a:lnTo>
                  <a:pt x="470033" y="480151"/>
                </a:lnTo>
                <a:lnTo>
                  <a:pt x="474358" y="476031"/>
                </a:lnTo>
                <a:lnTo>
                  <a:pt x="478661" y="486114"/>
                </a:lnTo>
                <a:lnTo>
                  <a:pt x="482942" y="489871"/>
                </a:lnTo>
                <a:lnTo>
                  <a:pt x="487199" y="471243"/>
                </a:lnTo>
                <a:lnTo>
                  <a:pt x="491434" y="467732"/>
                </a:lnTo>
                <a:lnTo>
                  <a:pt x="495644" y="457610"/>
                </a:lnTo>
                <a:lnTo>
                  <a:pt x="499835" y="451055"/>
                </a:lnTo>
                <a:lnTo>
                  <a:pt x="508152" y="458183"/>
                </a:lnTo>
                <a:lnTo>
                  <a:pt x="512277" y="437520"/>
                </a:lnTo>
                <a:lnTo>
                  <a:pt x="516383" y="467637"/>
                </a:lnTo>
                <a:lnTo>
                  <a:pt x="520466" y="466311"/>
                </a:lnTo>
                <a:lnTo>
                  <a:pt x="524528" y="469520"/>
                </a:lnTo>
                <a:lnTo>
                  <a:pt x="528573" y="492530"/>
                </a:lnTo>
                <a:lnTo>
                  <a:pt x="532596" y="472703"/>
                </a:lnTo>
                <a:lnTo>
                  <a:pt x="536597" y="516187"/>
                </a:lnTo>
                <a:lnTo>
                  <a:pt x="540581" y="461760"/>
                </a:lnTo>
                <a:lnTo>
                  <a:pt x="544545" y="451243"/>
                </a:lnTo>
                <a:lnTo>
                  <a:pt x="548490" y="443514"/>
                </a:lnTo>
                <a:lnTo>
                  <a:pt x="552416" y="465290"/>
                </a:lnTo>
                <a:lnTo>
                  <a:pt x="556322" y="462505"/>
                </a:lnTo>
                <a:lnTo>
                  <a:pt x="560211" y="453541"/>
                </a:lnTo>
                <a:lnTo>
                  <a:pt x="564082" y="449713"/>
                </a:lnTo>
                <a:lnTo>
                  <a:pt x="567935" y="428007"/>
                </a:lnTo>
                <a:lnTo>
                  <a:pt x="571768" y="441474"/>
                </a:lnTo>
                <a:lnTo>
                  <a:pt x="575583" y="451063"/>
                </a:lnTo>
                <a:lnTo>
                  <a:pt x="579382" y="439138"/>
                </a:lnTo>
                <a:lnTo>
                  <a:pt x="583164" y="444067"/>
                </a:lnTo>
                <a:lnTo>
                  <a:pt x="586928" y="439050"/>
                </a:lnTo>
                <a:lnTo>
                  <a:pt x="590676" y="447832"/>
                </a:lnTo>
                <a:lnTo>
                  <a:pt x="594409" y="444277"/>
                </a:lnTo>
                <a:lnTo>
                  <a:pt x="598122" y="437897"/>
                </a:lnTo>
                <a:lnTo>
                  <a:pt x="601821" y="458236"/>
                </a:lnTo>
                <a:lnTo>
                  <a:pt x="605503" y="454374"/>
                </a:lnTo>
                <a:lnTo>
                  <a:pt x="609168" y="449713"/>
                </a:lnTo>
                <a:lnTo>
                  <a:pt x="612818" y="456881"/>
                </a:lnTo>
                <a:lnTo>
                  <a:pt x="616451" y="454574"/>
                </a:lnTo>
                <a:lnTo>
                  <a:pt x="620072" y="441930"/>
                </a:lnTo>
                <a:lnTo>
                  <a:pt x="623675" y="458516"/>
                </a:lnTo>
                <a:lnTo>
                  <a:pt x="627262" y="451703"/>
                </a:lnTo>
                <a:lnTo>
                  <a:pt x="630837" y="452625"/>
                </a:lnTo>
                <a:lnTo>
                  <a:pt x="634394" y="468314"/>
                </a:lnTo>
                <a:lnTo>
                  <a:pt x="637940" y="454791"/>
                </a:lnTo>
                <a:lnTo>
                  <a:pt x="641468" y="468487"/>
                </a:lnTo>
                <a:lnTo>
                  <a:pt x="644984" y="468368"/>
                </a:lnTo>
                <a:lnTo>
                  <a:pt x="651970" y="475098"/>
                </a:lnTo>
                <a:lnTo>
                  <a:pt x="655444" y="480639"/>
                </a:lnTo>
                <a:lnTo>
                  <a:pt x="658902" y="477374"/>
                </a:lnTo>
                <a:lnTo>
                  <a:pt x="662347" y="483117"/>
                </a:lnTo>
                <a:lnTo>
                  <a:pt x="665781" y="459603"/>
                </a:lnTo>
                <a:lnTo>
                  <a:pt x="669199" y="489995"/>
                </a:lnTo>
                <a:lnTo>
                  <a:pt x="672603" y="485804"/>
                </a:lnTo>
                <a:lnTo>
                  <a:pt x="675995" y="478434"/>
                </a:lnTo>
                <a:lnTo>
                  <a:pt x="679375" y="483161"/>
                </a:lnTo>
                <a:lnTo>
                  <a:pt x="682742" y="491004"/>
                </a:lnTo>
                <a:lnTo>
                  <a:pt x="686095" y="500753"/>
                </a:lnTo>
                <a:lnTo>
                  <a:pt x="689438" y="496962"/>
                </a:lnTo>
                <a:lnTo>
                  <a:pt x="692767" y="495422"/>
                </a:lnTo>
                <a:lnTo>
                  <a:pt x="696083" y="514647"/>
                </a:lnTo>
                <a:lnTo>
                  <a:pt x="699387" y="513248"/>
                </a:lnTo>
                <a:lnTo>
                  <a:pt x="702679" y="517274"/>
                </a:lnTo>
                <a:lnTo>
                  <a:pt x="705959" y="529825"/>
                </a:lnTo>
                <a:lnTo>
                  <a:pt x="709229" y="537069"/>
                </a:lnTo>
                <a:lnTo>
                  <a:pt x="712484" y="526177"/>
                </a:lnTo>
                <a:lnTo>
                  <a:pt x="715729" y="526319"/>
                </a:lnTo>
                <a:lnTo>
                  <a:pt x="718963" y="521657"/>
                </a:lnTo>
                <a:lnTo>
                  <a:pt x="722184" y="541333"/>
                </a:lnTo>
                <a:lnTo>
                  <a:pt x="725396" y="538945"/>
                </a:lnTo>
                <a:lnTo>
                  <a:pt x="728595" y="539106"/>
                </a:lnTo>
                <a:lnTo>
                  <a:pt x="731785" y="540541"/>
                </a:lnTo>
                <a:lnTo>
                  <a:pt x="734962" y="544126"/>
                </a:lnTo>
                <a:lnTo>
                  <a:pt x="738127" y="543368"/>
                </a:lnTo>
                <a:lnTo>
                  <a:pt x="741285" y="551146"/>
                </a:lnTo>
                <a:lnTo>
                  <a:pt x="744428" y="560383"/>
                </a:lnTo>
                <a:lnTo>
                  <a:pt x="747564" y="550300"/>
                </a:lnTo>
                <a:lnTo>
                  <a:pt x="750688" y="561353"/>
                </a:lnTo>
                <a:lnTo>
                  <a:pt x="753802" y="576433"/>
                </a:lnTo>
                <a:lnTo>
                  <a:pt x="756904" y="579240"/>
                </a:lnTo>
                <a:lnTo>
                  <a:pt x="759998" y="569318"/>
                </a:lnTo>
                <a:lnTo>
                  <a:pt x="763081" y="566867"/>
                </a:lnTo>
                <a:lnTo>
                  <a:pt x="766153" y="570607"/>
                </a:lnTo>
                <a:lnTo>
                  <a:pt x="769216" y="572751"/>
                </a:lnTo>
                <a:lnTo>
                  <a:pt x="772269" y="585675"/>
                </a:lnTo>
                <a:lnTo>
                  <a:pt x="775313" y="583295"/>
                </a:lnTo>
                <a:lnTo>
                  <a:pt x="778346" y="586460"/>
                </a:lnTo>
                <a:lnTo>
                  <a:pt x="781370" y="584830"/>
                </a:lnTo>
                <a:lnTo>
                  <a:pt x="784387" y="587284"/>
                </a:lnTo>
                <a:lnTo>
                  <a:pt x="787391" y="596426"/>
                </a:lnTo>
                <a:lnTo>
                  <a:pt x="790386" y="601450"/>
                </a:lnTo>
                <a:lnTo>
                  <a:pt x="793373" y="595631"/>
                </a:lnTo>
                <a:lnTo>
                  <a:pt x="796351" y="592335"/>
                </a:lnTo>
                <a:lnTo>
                  <a:pt x="799319" y="601367"/>
                </a:lnTo>
                <a:lnTo>
                  <a:pt x="802277" y="612634"/>
                </a:lnTo>
                <a:lnTo>
                  <a:pt x="805228" y="604233"/>
                </a:lnTo>
                <a:lnTo>
                  <a:pt x="808169" y="615064"/>
                </a:lnTo>
                <a:lnTo>
                  <a:pt x="814024" y="609608"/>
                </a:lnTo>
                <a:lnTo>
                  <a:pt x="816938" y="611155"/>
                </a:lnTo>
                <a:lnTo>
                  <a:pt x="819845" y="622449"/>
                </a:lnTo>
                <a:lnTo>
                  <a:pt x="822742" y="616070"/>
                </a:lnTo>
                <a:lnTo>
                  <a:pt x="825630" y="618356"/>
                </a:lnTo>
                <a:lnTo>
                  <a:pt x="828512" y="622535"/>
                </a:lnTo>
                <a:lnTo>
                  <a:pt x="831382" y="619084"/>
                </a:lnTo>
                <a:lnTo>
                  <a:pt x="834248" y="623122"/>
                </a:lnTo>
                <a:lnTo>
                  <a:pt x="837104" y="625790"/>
                </a:lnTo>
                <a:lnTo>
                  <a:pt x="839950" y="633195"/>
                </a:lnTo>
                <a:lnTo>
                  <a:pt x="842791" y="626141"/>
                </a:lnTo>
                <a:lnTo>
                  <a:pt x="845622" y="629715"/>
                </a:lnTo>
                <a:lnTo>
                  <a:pt x="848444" y="636979"/>
                </a:lnTo>
                <a:lnTo>
                  <a:pt x="851261" y="640439"/>
                </a:lnTo>
                <a:lnTo>
                  <a:pt x="854068" y="638750"/>
                </a:lnTo>
                <a:lnTo>
                  <a:pt x="856867" y="637781"/>
                </a:lnTo>
                <a:lnTo>
                  <a:pt x="859660" y="638015"/>
                </a:lnTo>
                <a:lnTo>
                  <a:pt x="862445" y="647768"/>
                </a:lnTo>
                <a:lnTo>
                  <a:pt x="865220" y="634959"/>
                </a:lnTo>
                <a:lnTo>
                  <a:pt x="867991" y="639513"/>
                </a:lnTo>
                <a:lnTo>
                  <a:pt x="870751" y="640885"/>
                </a:lnTo>
                <a:lnTo>
                  <a:pt x="873505" y="639396"/>
                </a:lnTo>
                <a:lnTo>
                  <a:pt x="876253" y="641691"/>
                </a:lnTo>
                <a:lnTo>
                  <a:pt x="878992" y="641016"/>
                </a:lnTo>
                <a:lnTo>
                  <a:pt x="881724" y="636782"/>
                </a:lnTo>
                <a:lnTo>
                  <a:pt x="884448" y="638480"/>
                </a:lnTo>
                <a:lnTo>
                  <a:pt x="887167" y="636628"/>
                </a:lnTo>
                <a:lnTo>
                  <a:pt x="889877" y="640970"/>
                </a:lnTo>
                <a:lnTo>
                  <a:pt x="892581" y="644345"/>
                </a:lnTo>
                <a:lnTo>
                  <a:pt x="895276" y="632915"/>
                </a:lnTo>
                <a:lnTo>
                  <a:pt x="900649" y="633802"/>
                </a:lnTo>
                <a:lnTo>
                  <a:pt x="903325" y="638022"/>
                </a:lnTo>
                <a:lnTo>
                  <a:pt x="905993" y="644043"/>
                </a:lnTo>
                <a:lnTo>
                  <a:pt x="908653" y="619294"/>
                </a:lnTo>
                <a:lnTo>
                  <a:pt x="911309" y="615066"/>
                </a:lnTo>
                <a:lnTo>
                  <a:pt x="913958" y="625025"/>
                </a:lnTo>
                <a:lnTo>
                  <a:pt x="916599" y="633292"/>
                </a:lnTo>
                <a:lnTo>
                  <a:pt x="919236" y="626996"/>
                </a:lnTo>
                <a:lnTo>
                  <a:pt x="921863" y="627422"/>
                </a:lnTo>
                <a:lnTo>
                  <a:pt x="924484" y="631236"/>
                </a:lnTo>
                <a:lnTo>
                  <a:pt x="927101" y="635861"/>
                </a:lnTo>
                <a:lnTo>
                  <a:pt x="929711" y="635532"/>
                </a:lnTo>
                <a:lnTo>
                  <a:pt x="932313" y="617466"/>
                </a:lnTo>
                <a:lnTo>
                  <a:pt x="934908" y="634813"/>
                </a:lnTo>
                <a:lnTo>
                  <a:pt x="940084" y="640400"/>
                </a:lnTo>
                <a:lnTo>
                  <a:pt x="942659" y="638273"/>
                </a:lnTo>
                <a:lnTo>
                  <a:pt x="945232" y="619070"/>
                </a:lnTo>
                <a:lnTo>
                  <a:pt x="950357" y="639333"/>
                </a:lnTo>
                <a:lnTo>
                  <a:pt x="952908" y="628767"/>
                </a:lnTo>
                <a:lnTo>
                  <a:pt x="955457" y="625856"/>
                </a:lnTo>
                <a:lnTo>
                  <a:pt x="957998" y="628409"/>
                </a:lnTo>
                <a:lnTo>
                  <a:pt x="960532" y="624708"/>
                </a:lnTo>
                <a:lnTo>
                  <a:pt x="963061" y="623611"/>
                </a:lnTo>
                <a:lnTo>
                  <a:pt x="965583" y="636133"/>
                </a:lnTo>
                <a:lnTo>
                  <a:pt x="970613" y="632213"/>
                </a:lnTo>
                <a:lnTo>
                  <a:pt x="973120" y="634827"/>
                </a:lnTo>
                <a:lnTo>
                  <a:pt x="975620" y="633741"/>
                </a:lnTo>
                <a:lnTo>
                  <a:pt x="978113" y="630434"/>
                </a:lnTo>
                <a:lnTo>
                  <a:pt x="980603" y="631294"/>
                </a:lnTo>
                <a:lnTo>
                  <a:pt x="983086" y="637839"/>
                </a:lnTo>
                <a:lnTo>
                  <a:pt x="985561" y="630878"/>
                </a:lnTo>
                <a:lnTo>
                  <a:pt x="988035" y="639442"/>
                </a:lnTo>
                <a:lnTo>
                  <a:pt x="990500" y="637532"/>
                </a:lnTo>
                <a:lnTo>
                  <a:pt x="992961" y="643297"/>
                </a:lnTo>
                <a:lnTo>
                  <a:pt x="995418" y="629009"/>
                </a:lnTo>
                <a:lnTo>
                  <a:pt x="997866" y="649769"/>
                </a:lnTo>
                <a:lnTo>
                  <a:pt x="1000310" y="633809"/>
                </a:lnTo>
                <a:lnTo>
                  <a:pt x="1002749" y="633231"/>
                </a:lnTo>
                <a:lnTo>
                  <a:pt x="1005184" y="633100"/>
                </a:lnTo>
                <a:lnTo>
                  <a:pt x="1007613" y="654871"/>
                </a:lnTo>
                <a:lnTo>
                  <a:pt x="1010035" y="629386"/>
                </a:lnTo>
                <a:lnTo>
                  <a:pt x="1012455" y="649913"/>
                </a:lnTo>
                <a:lnTo>
                  <a:pt x="1014867" y="658558"/>
                </a:lnTo>
                <a:lnTo>
                  <a:pt x="1017274" y="644954"/>
                </a:lnTo>
                <a:lnTo>
                  <a:pt x="1019677" y="644016"/>
                </a:lnTo>
                <a:lnTo>
                  <a:pt x="1022074" y="647761"/>
                </a:lnTo>
                <a:lnTo>
                  <a:pt x="1024467" y="662486"/>
                </a:lnTo>
                <a:lnTo>
                  <a:pt x="1026853" y="653153"/>
                </a:lnTo>
                <a:lnTo>
                  <a:pt x="1029236" y="663246"/>
                </a:lnTo>
                <a:lnTo>
                  <a:pt x="1031614" y="646606"/>
                </a:lnTo>
                <a:lnTo>
                  <a:pt x="1033985" y="654394"/>
                </a:lnTo>
                <a:lnTo>
                  <a:pt x="1036353" y="647866"/>
                </a:lnTo>
                <a:lnTo>
                  <a:pt x="1038714" y="646804"/>
                </a:lnTo>
                <a:lnTo>
                  <a:pt x="1041073" y="638085"/>
                </a:lnTo>
                <a:lnTo>
                  <a:pt x="1043424" y="640807"/>
                </a:lnTo>
                <a:lnTo>
                  <a:pt x="1045773" y="658458"/>
                </a:lnTo>
                <a:lnTo>
                  <a:pt x="1048115" y="633999"/>
                </a:lnTo>
                <a:lnTo>
                  <a:pt x="1050454" y="637751"/>
                </a:lnTo>
                <a:lnTo>
                  <a:pt x="1052786" y="661575"/>
                </a:lnTo>
                <a:lnTo>
                  <a:pt x="1055115" y="635761"/>
                </a:lnTo>
                <a:lnTo>
                  <a:pt x="1057440" y="635261"/>
                </a:lnTo>
                <a:lnTo>
                  <a:pt x="1059757" y="646409"/>
                </a:lnTo>
                <a:lnTo>
                  <a:pt x="1062072" y="651526"/>
                </a:lnTo>
                <a:lnTo>
                  <a:pt x="1064382" y="642912"/>
                </a:lnTo>
                <a:lnTo>
                  <a:pt x="1066687" y="659469"/>
                </a:lnTo>
                <a:lnTo>
                  <a:pt x="1068990" y="639184"/>
                </a:lnTo>
                <a:lnTo>
                  <a:pt x="1071285" y="640846"/>
                </a:lnTo>
                <a:lnTo>
                  <a:pt x="1073578" y="652347"/>
                </a:lnTo>
                <a:lnTo>
                  <a:pt x="1075864" y="637747"/>
                </a:lnTo>
                <a:lnTo>
                  <a:pt x="1078147" y="645315"/>
                </a:lnTo>
                <a:lnTo>
                  <a:pt x="1080425" y="644981"/>
                </a:lnTo>
                <a:lnTo>
                  <a:pt x="1082698" y="632756"/>
                </a:lnTo>
                <a:lnTo>
                  <a:pt x="1084967" y="647325"/>
                </a:lnTo>
                <a:lnTo>
                  <a:pt x="1087233" y="642052"/>
                </a:lnTo>
                <a:lnTo>
                  <a:pt x="1089494" y="646533"/>
                </a:lnTo>
                <a:lnTo>
                  <a:pt x="1096249" y="623244"/>
                </a:lnTo>
                <a:lnTo>
                  <a:pt x="1098493" y="644757"/>
                </a:lnTo>
                <a:lnTo>
                  <a:pt x="1100732" y="655134"/>
                </a:lnTo>
                <a:lnTo>
                  <a:pt x="1102966" y="644459"/>
                </a:lnTo>
                <a:lnTo>
                  <a:pt x="1105196" y="638329"/>
                </a:lnTo>
                <a:lnTo>
                  <a:pt x="1107423" y="642303"/>
                </a:lnTo>
                <a:lnTo>
                  <a:pt x="1109645" y="648295"/>
                </a:lnTo>
                <a:lnTo>
                  <a:pt x="1111863" y="630605"/>
                </a:lnTo>
                <a:lnTo>
                  <a:pt x="1114077" y="634854"/>
                </a:lnTo>
                <a:lnTo>
                  <a:pt x="1116288" y="640312"/>
                </a:lnTo>
                <a:lnTo>
                  <a:pt x="1118493" y="651487"/>
                </a:lnTo>
                <a:lnTo>
                  <a:pt x="1120695" y="657708"/>
                </a:lnTo>
                <a:lnTo>
                  <a:pt x="1122893" y="632432"/>
                </a:lnTo>
                <a:lnTo>
                  <a:pt x="1125086" y="644160"/>
                </a:lnTo>
                <a:lnTo>
                  <a:pt x="1129460" y="635030"/>
                </a:lnTo>
                <a:lnTo>
                  <a:pt x="1131643" y="647111"/>
                </a:lnTo>
                <a:lnTo>
                  <a:pt x="1133819" y="647761"/>
                </a:lnTo>
                <a:lnTo>
                  <a:pt x="1135993" y="635310"/>
                </a:lnTo>
                <a:lnTo>
                  <a:pt x="1138164" y="636475"/>
                </a:lnTo>
                <a:lnTo>
                  <a:pt x="1140330" y="638027"/>
                </a:lnTo>
                <a:lnTo>
                  <a:pt x="1142491" y="633236"/>
                </a:lnTo>
                <a:lnTo>
                  <a:pt x="1144650" y="655595"/>
                </a:lnTo>
                <a:lnTo>
                  <a:pt x="1146804" y="621621"/>
                </a:lnTo>
                <a:lnTo>
                  <a:pt x="1148956" y="643044"/>
                </a:lnTo>
                <a:lnTo>
                  <a:pt x="1151102" y="637084"/>
                </a:lnTo>
                <a:lnTo>
                  <a:pt x="1153244" y="650692"/>
                </a:lnTo>
                <a:lnTo>
                  <a:pt x="1155383" y="631730"/>
                </a:lnTo>
                <a:lnTo>
                  <a:pt x="1157518" y="649001"/>
                </a:lnTo>
                <a:lnTo>
                  <a:pt x="1159650" y="637137"/>
                </a:lnTo>
                <a:lnTo>
                  <a:pt x="1161780" y="612919"/>
                </a:lnTo>
                <a:lnTo>
                  <a:pt x="1163902" y="629628"/>
                </a:lnTo>
                <a:lnTo>
                  <a:pt x="1166024" y="635283"/>
                </a:lnTo>
                <a:lnTo>
                  <a:pt x="1168139" y="613880"/>
                </a:lnTo>
                <a:lnTo>
                  <a:pt x="1170254" y="648892"/>
                </a:lnTo>
                <a:lnTo>
                  <a:pt x="1172362" y="638036"/>
                </a:lnTo>
                <a:lnTo>
                  <a:pt x="1174470" y="639325"/>
                </a:lnTo>
                <a:lnTo>
                  <a:pt x="1176573" y="632837"/>
                </a:lnTo>
                <a:lnTo>
                  <a:pt x="1178671" y="622700"/>
                </a:lnTo>
                <a:lnTo>
                  <a:pt x="1180766" y="635909"/>
                </a:lnTo>
                <a:lnTo>
                  <a:pt x="1182857" y="651628"/>
                </a:lnTo>
                <a:lnTo>
                  <a:pt x="1184945" y="640890"/>
                </a:lnTo>
                <a:lnTo>
                  <a:pt x="1187031" y="647915"/>
                </a:lnTo>
                <a:lnTo>
                  <a:pt x="1189112" y="638387"/>
                </a:lnTo>
                <a:lnTo>
                  <a:pt x="1191188" y="615137"/>
                </a:lnTo>
                <a:lnTo>
                  <a:pt x="1193264" y="622995"/>
                </a:lnTo>
                <a:lnTo>
                  <a:pt x="1195332" y="623429"/>
                </a:lnTo>
                <a:lnTo>
                  <a:pt x="1197401" y="635551"/>
                </a:lnTo>
                <a:lnTo>
                  <a:pt x="1199465" y="625366"/>
                </a:lnTo>
                <a:lnTo>
                  <a:pt x="1201524" y="621204"/>
                </a:lnTo>
                <a:lnTo>
                  <a:pt x="1203583" y="625288"/>
                </a:lnTo>
                <a:lnTo>
                  <a:pt x="1205637" y="640736"/>
                </a:lnTo>
                <a:lnTo>
                  <a:pt x="1207686" y="640293"/>
                </a:lnTo>
                <a:lnTo>
                  <a:pt x="1209733" y="622700"/>
                </a:lnTo>
                <a:lnTo>
                  <a:pt x="1211777" y="636243"/>
                </a:lnTo>
                <a:lnTo>
                  <a:pt x="1213817" y="636211"/>
                </a:lnTo>
                <a:lnTo>
                  <a:pt x="1215854" y="620100"/>
                </a:lnTo>
                <a:lnTo>
                  <a:pt x="1217888" y="717503"/>
                </a:lnTo>
                <a:lnTo>
                  <a:pt x="1219918" y="671436"/>
                </a:lnTo>
                <a:lnTo>
                  <a:pt x="1221945" y="736843"/>
                </a:lnTo>
                <a:lnTo>
                  <a:pt x="1223970" y="622656"/>
                </a:lnTo>
                <a:lnTo>
                  <a:pt x="1225990" y="645256"/>
                </a:lnTo>
                <a:lnTo>
                  <a:pt x="1228008" y="603485"/>
                </a:lnTo>
                <a:lnTo>
                  <a:pt x="1230020" y="689265"/>
                </a:lnTo>
                <a:lnTo>
                  <a:pt x="1232033" y="730298"/>
                </a:lnTo>
                <a:lnTo>
                  <a:pt x="1236044" y="576613"/>
                </a:lnTo>
                <a:lnTo>
                  <a:pt x="1236044" y="576613"/>
                </a:lnTo>
              </a:path>
            </a:pathLst>
          </a:custGeom>
          <a:noFill/>
          <a:ln w="38100" cap="sq">
            <a:solidFill>
              <a:srgbClr val="F4A261"/>
            </a:solidFill>
            <a:prstDash val="solid"/>
            <a:round/>
          </a:ln>
        </p:spPr>
        <p:txBody>
          <a:bodyPr rtlCol="0" anchor="ctr"/>
          <a:lstStyle/>
          <a:p>
            <a:endParaRPr lang="es-ES"/>
          </a:p>
        </p:txBody>
      </p:sp>
      <p:sp>
        <p:nvSpPr>
          <p:cNvPr id="473" name="Forma libre: forma 472">
            <a:extLst>
              <a:ext uri="{FF2B5EF4-FFF2-40B4-BE49-F238E27FC236}">
                <a16:creationId xmlns:a16="http://schemas.microsoft.com/office/drawing/2014/main" id="{3BEE526C-C4B5-2586-9C98-7A96748B8E9D}"/>
              </a:ext>
            </a:extLst>
          </p:cNvPr>
          <p:cNvSpPr/>
          <p:nvPr/>
        </p:nvSpPr>
        <p:spPr>
          <a:xfrm>
            <a:off x="3166013" y="12581597"/>
            <a:ext cx="1469411" cy="875960"/>
          </a:xfrm>
          <a:custGeom>
            <a:avLst/>
            <a:gdLst>
              <a:gd name="connsiteX0" fmla="*/ 0 w 1236043"/>
              <a:gd name="connsiteY0" fmla="*/ 634304 h 736842"/>
              <a:gd name="connsiteX1" fmla="*/ 1782 w 1236043"/>
              <a:gd name="connsiteY1" fmla="*/ 582581 h 736842"/>
              <a:gd name="connsiteX2" fmla="*/ 3607 w 1236043"/>
              <a:gd name="connsiteY2" fmla="*/ 736843 h 736842"/>
              <a:gd name="connsiteX3" fmla="*/ 5476 w 1236043"/>
              <a:gd name="connsiteY3" fmla="*/ 678626 h 736842"/>
              <a:gd name="connsiteX4" fmla="*/ 7395 w 1236043"/>
              <a:gd name="connsiteY4" fmla="*/ 593575 h 736842"/>
              <a:gd name="connsiteX5" fmla="*/ 9364 w 1236043"/>
              <a:gd name="connsiteY5" fmla="*/ 439511 h 736842"/>
              <a:gd name="connsiteX6" fmla="*/ 11381 w 1236043"/>
              <a:gd name="connsiteY6" fmla="*/ 407069 h 736842"/>
              <a:gd name="connsiteX7" fmla="*/ 13452 w 1236043"/>
              <a:gd name="connsiteY7" fmla="*/ 405782 h 736842"/>
              <a:gd name="connsiteX8" fmla="*/ 15578 w 1236043"/>
              <a:gd name="connsiteY8" fmla="*/ 402098 h 736842"/>
              <a:gd name="connsiteX9" fmla="*/ 19999 w 1236043"/>
              <a:gd name="connsiteY9" fmla="*/ 489513 h 736842"/>
              <a:gd name="connsiteX10" fmla="*/ 22297 w 1236043"/>
              <a:gd name="connsiteY10" fmla="*/ 444991 h 736842"/>
              <a:gd name="connsiteX11" fmla="*/ 24657 w 1236043"/>
              <a:gd name="connsiteY11" fmla="*/ 424126 h 736842"/>
              <a:gd name="connsiteX12" fmla="*/ 27083 w 1236043"/>
              <a:gd name="connsiteY12" fmla="*/ 381131 h 736842"/>
              <a:gd name="connsiteX13" fmla="*/ 29572 w 1236043"/>
              <a:gd name="connsiteY13" fmla="*/ 353134 h 736842"/>
              <a:gd name="connsiteX14" fmla="*/ 32129 w 1236043"/>
              <a:gd name="connsiteY14" fmla="*/ 348857 h 736842"/>
              <a:gd name="connsiteX15" fmla="*/ 34757 w 1236043"/>
              <a:gd name="connsiteY15" fmla="*/ 347054 h 736842"/>
              <a:gd name="connsiteX16" fmla="*/ 37456 w 1236043"/>
              <a:gd name="connsiteY16" fmla="*/ 344072 h 736842"/>
              <a:gd name="connsiteX17" fmla="*/ 40229 w 1236043"/>
              <a:gd name="connsiteY17" fmla="*/ 385721 h 736842"/>
              <a:gd name="connsiteX18" fmla="*/ 43076 w 1236043"/>
              <a:gd name="connsiteY18" fmla="*/ 352208 h 736842"/>
              <a:gd name="connsiteX19" fmla="*/ 46001 w 1236043"/>
              <a:gd name="connsiteY19" fmla="*/ 331562 h 736842"/>
              <a:gd name="connsiteX20" fmla="*/ 49006 w 1236043"/>
              <a:gd name="connsiteY20" fmla="*/ 313124 h 736842"/>
              <a:gd name="connsiteX21" fmla="*/ 52092 w 1236043"/>
              <a:gd name="connsiteY21" fmla="*/ 333555 h 736842"/>
              <a:gd name="connsiteX22" fmla="*/ 55261 w 1236043"/>
              <a:gd name="connsiteY22" fmla="*/ 306506 h 736842"/>
              <a:gd name="connsiteX23" fmla="*/ 58514 w 1236043"/>
              <a:gd name="connsiteY23" fmla="*/ 297737 h 736842"/>
              <a:gd name="connsiteX24" fmla="*/ 61851 w 1236043"/>
              <a:gd name="connsiteY24" fmla="*/ 292581 h 736842"/>
              <a:gd name="connsiteX25" fmla="*/ 65279 w 1236043"/>
              <a:gd name="connsiteY25" fmla="*/ 290565 h 736842"/>
              <a:gd name="connsiteX26" fmla="*/ 68795 w 1236043"/>
              <a:gd name="connsiteY26" fmla="*/ 286002 h 736842"/>
              <a:gd name="connsiteX27" fmla="*/ 72398 w 1236043"/>
              <a:gd name="connsiteY27" fmla="*/ 283268 h 736842"/>
              <a:gd name="connsiteX28" fmla="*/ 76094 w 1236043"/>
              <a:gd name="connsiteY28" fmla="*/ 272637 h 736842"/>
              <a:gd name="connsiteX29" fmla="*/ 79879 w 1236043"/>
              <a:gd name="connsiteY29" fmla="*/ 279055 h 736842"/>
              <a:gd name="connsiteX30" fmla="*/ 83756 w 1236043"/>
              <a:gd name="connsiteY30" fmla="*/ 272498 h 736842"/>
              <a:gd name="connsiteX31" fmla="*/ 87724 w 1236043"/>
              <a:gd name="connsiteY31" fmla="*/ 267734 h 736842"/>
              <a:gd name="connsiteX32" fmla="*/ 91782 w 1236043"/>
              <a:gd name="connsiteY32" fmla="*/ 265595 h 736842"/>
              <a:gd name="connsiteX33" fmla="*/ 95931 w 1236043"/>
              <a:gd name="connsiteY33" fmla="*/ 256506 h 736842"/>
              <a:gd name="connsiteX34" fmla="*/ 100169 w 1236043"/>
              <a:gd name="connsiteY34" fmla="*/ 245534 h 736842"/>
              <a:gd name="connsiteX35" fmla="*/ 104496 w 1236043"/>
              <a:gd name="connsiteY35" fmla="*/ 240044 h 736842"/>
              <a:gd name="connsiteX36" fmla="*/ 108909 w 1236043"/>
              <a:gd name="connsiteY36" fmla="*/ 231952 h 736842"/>
              <a:gd name="connsiteX37" fmla="*/ 113407 w 1236043"/>
              <a:gd name="connsiteY37" fmla="*/ 236835 h 736842"/>
              <a:gd name="connsiteX38" fmla="*/ 117986 w 1236043"/>
              <a:gd name="connsiteY38" fmla="*/ 234688 h 736842"/>
              <a:gd name="connsiteX39" fmla="*/ 122646 w 1236043"/>
              <a:gd name="connsiteY39" fmla="*/ 231024 h 736842"/>
              <a:gd name="connsiteX40" fmla="*/ 127383 w 1236043"/>
              <a:gd name="connsiteY40" fmla="*/ 227778 h 736842"/>
              <a:gd name="connsiteX41" fmla="*/ 132194 w 1236043"/>
              <a:gd name="connsiteY41" fmla="*/ 216401 h 736842"/>
              <a:gd name="connsiteX42" fmla="*/ 137074 w 1236043"/>
              <a:gd name="connsiteY42" fmla="*/ 218256 h 736842"/>
              <a:gd name="connsiteX43" fmla="*/ 142022 w 1236043"/>
              <a:gd name="connsiteY43" fmla="*/ 224118 h 736842"/>
              <a:gd name="connsiteX44" fmla="*/ 147032 w 1236043"/>
              <a:gd name="connsiteY44" fmla="*/ 223026 h 736842"/>
              <a:gd name="connsiteX45" fmla="*/ 152101 w 1236043"/>
              <a:gd name="connsiteY45" fmla="*/ 224908 h 736842"/>
              <a:gd name="connsiteX46" fmla="*/ 157226 w 1236043"/>
              <a:gd name="connsiteY46" fmla="*/ 217734 h 736842"/>
              <a:gd name="connsiteX47" fmla="*/ 162400 w 1236043"/>
              <a:gd name="connsiteY47" fmla="*/ 223748 h 736842"/>
              <a:gd name="connsiteX48" fmla="*/ 167621 w 1236043"/>
              <a:gd name="connsiteY48" fmla="*/ 225736 h 736842"/>
              <a:gd name="connsiteX49" fmla="*/ 172883 w 1236043"/>
              <a:gd name="connsiteY49" fmla="*/ 237293 h 736842"/>
              <a:gd name="connsiteX50" fmla="*/ 178183 w 1236043"/>
              <a:gd name="connsiteY50" fmla="*/ 241496 h 736842"/>
              <a:gd name="connsiteX51" fmla="*/ 183517 w 1236043"/>
              <a:gd name="connsiteY51" fmla="*/ 242140 h 736842"/>
              <a:gd name="connsiteX52" fmla="*/ 188878 w 1236043"/>
              <a:gd name="connsiteY52" fmla="*/ 260068 h 736842"/>
              <a:gd name="connsiteX53" fmla="*/ 194265 w 1236043"/>
              <a:gd name="connsiteY53" fmla="*/ 248058 h 736842"/>
              <a:gd name="connsiteX54" fmla="*/ 199674 w 1236043"/>
              <a:gd name="connsiteY54" fmla="*/ 253899 h 736842"/>
              <a:gd name="connsiteX55" fmla="*/ 205098 w 1236043"/>
              <a:gd name="connsiteY55" fmla="*/ 266915 h 736842"/>
              <a:gd name="connsiteX56" fmla="*/ 210537 w 1236043"/>
              <a:gd name="connsiteY56" fmla="*/ 244803 h 736842"/>
              <a:gd name="connsiteX57" fmla="*/ 215985 w 1236043"/>
              <a:gd name="connsiteY57" fmla="*/ 240261 h 736842"/>
              <a:gd name="connsiteX58" fmla="*/ 221441 w 1236043"/>
              <a:gd name="connsiteY58" fmla="*/ 270424 h 736842"/>
              <a:gd name="connsiteX59" fmla="*/ 226899 w 1236043"/>
              <a:gd name="connsiteY59" fmla="*/ 274990 h 736842"/>
              <a:gd name="connsiteX60" fmla="*/ 232357 w 1236043"/>
              <a:gd name="connsiteY60" fmla="*/ 272839 h 736842"/>
              <a:gd name="connsiteX61" fmla="*/ 237813 w 1236043"/>
              <a:gd name="connsiteY61" fmla="*/ 244116 h 736842"/>
              <a:gd name="connsiteX62" fmla="*/ 243264 w 1236043"/>
              <a:gd name="connsiteY62" fmla="*/ 261165 h 736842"/>
              <a:gd name="connsiteX63" fmla="*/ 248705 w 1236043"/>
              <a:gd name="connsiteY63" fmla="*/ 267907 h 736842"/>
              <a:gd name="connsiteX64" fmla="*/ 254138 w 1236043"/>
              <a:gd name="connsiteY64" fmla="*/ 261535 h 736842"/>
              <a:gd name="connsiteX65" fmla="*/ 259560 w 1236043"/>
              <a:gd name="connsiteY65" fmla="*/ 260785 h 736842"/>
              <a:gd name="connsiteX66" fmla="*/ 264967 w 1236043"/>
              <a:gd name="connsiteY66" fmla="*/ 254749 h 736842"/>
              <a:gd name="connsiteX67" fmla="*/ 270359 w 1236043"/>
              <a:gd name="connsiteY67" fmla="*/ 246206 h 736842"/>
              <a:gd name="connsiteX68" fmla="*/ 275734 w 1236043"/>
              <a:gd name="connsiteY68" fmla="*/ 243370 h 736842"/>
              <a:gd name="connsiteX69" fmla="*/ 281090 w 1236043"/>
              <a:gd name="connsiteY69" fmla="*/ 254060 h 736842"/>
              <a:gd name="connsiteX70" fmla="*/ 286426 w 1236043"/>
              <a:gd name="connsiteY70" fmla="*/ 263065 h 736842"/>
              <a:gd name="connsiteX71" fmla="*/ 291741 w 1236043"/>
              <a:gd name="connsiteY71" fmla="*/ 262510 h 736842"/>
              <a:gd name="connsiteX72" fmla="*/ 297036 w 1236043"/>
              <a:gd name="connsiteY72" fmla="*/ 278307 h 736842"/>
              <a:gd name="connsiteX73" fmla="*/ 302304 w 1236043"/>
              <a:gd name="connsiteY73" fmla="*/ 259199 h 736842"/>
              <a:gd name="connsiteX74" fmla="*/ 307550 w 1236043"/>
              <a:gd name="connsiteY74" fmla="*/ 259021 h 736842"/>
              <a:gd name="connsiteX75" fmla="*/ 312771 w 1236043"/>
              <a:gd name="connsiteY75" fmla="*/ 269983 h 736842"/>
              <a:gd name="connsiteX76" fmla="*/ 317969 w 1236043"/>
              <a:gd name="connsiteY76" fmla="*/ 240056 h 736842"/>
              <a:gd name="connsiteX77" fmla="*/ 323139 w 1236043"/>
              <a:gd name="connsiteY77" fmla="*/ 254191 h 736842"/>
              <a:gd name="connsiteX78" fmla="*/ 328283 w 1236043"/>
              <a:gd name="connsiteY78" fmla="*/ 239615 h 736842"/>
              <a:gd name="connsiteX79" fmla="*/ 333403 w 1236043"/>
              <a:gd name="connsiteY79" fmla="*/ 255736 h 736842"/>
              <a:gd name="connsiteX80" fmla="*/ 338493 w 1236043"/>
              <a:gd name="connsiteY80" fmla="*/ 242871 h 736842"/>
              <a:gd name="connsiteX81" fmla="*/ 343556 w 1236043"/>
              <a:gd name="connsiteY81" fmla="*/ 254296 h 736842"/>
              <a:gd name="connsiteX82" fmla="*/ 348593 w 1236043"/>
              <a:gd name="connsiteY82" fmla="*/ 246021 h 736842"/>
              <a:gd name="connsiteX83" fmla="*/ 353602 w 1236043"/>
              <a:gd name="connsiteY83" fmla="*/ 228911 h 736842"/>
              <a:gd name="connsiteX84" fmla="*/ 358583 w 1236043"/>
              <a:gd name="connsiteY84" fmla="*/ 224069 h 736842"/>
              <a:gd name="connsiteX85" fmla="*/ 363537 w 1236043"/>
              <a:gd name="connsiteY85" fmla="*/ 229564 h 736842"/>
              <a:gd name="connsiteX86" fmla="*/ 368461 w 1236043"/>
              <a:gd name="connsiteY86" fmla="*/ 213053 h 736842"/>
              <a:gd name="connsiteX87" fmla="*/ 373359 w 1236043"/>
              <a:gd name="connsiteY87" fmla="*/ 214683 h 736842"/>
              <a:gd name="connsiteX88" fmla="*/ 378230 w 1236043"/>
              <a:gd name="connsiteY88" fmla="*/ 212271 h 736842"/>
              <a:gd name="connsiteX89" fmla="*/ 383071 w 1236043"/>
              <a:gd name="connsiteY89" fmla="*/ 203749 h 736842"/>
              <a:gd name="connsiteX90" fmla="*/ 387886 w 1236043"/>
              <a:gd name="connsiteY90" fmla="*/ 197205 h 736842"/>
              <a:gd name="connsiteX91" fmla="*/ 392674 w 1236043"/>
              <a:gd name="connsiteY91" fmla="*/ 192165 h 736842"/>
              <a:gd name="connsiteX92" fmla="*/ 397435 w 1236043"/>
              <a:gd name="connsiteY92" fmla="*/ 182670 h 736842"/>
              <a:gd name="connsiteX93" fmla="*/ 402167 w 1236043"/>
              <a:gd name="connsiteY93" fmla="*/ 181314 h 736842"/>
              <a:gd name="connsiteX94" fmla="*/ 406872 w 1236043"/>
              <a:gd name="connsiteY94" fmla="*/ 175228 h 736842"/>
              <a:gd name="connsiteX95" fmla="*/ 411551 w 1236043"/>
              <a:gd name="connsiteY95" fmla="*/ 172873 h 736842"/>
              <a:gd name="connsiteX96" fmla="*/ 416205 w 1236043"/>
              <a:gd name="connsiteY96" fmla="*/ 162817 h 736842"/>
              <a:gd name="connsiteX97" fmla="*/ 420829 w 1236043"/>
              <a:gd name="connsiteY97" fmla="*/ 163795 h 736842"/>
              <a:gd name="connsiteX98" fmla="*/ 425430 w 1236043"/>
              <a:gd name="connsiteY98" fmla="*/ 152120 h 736842"/>
              <a:gd name="connsiteX99" fmla="*/ 430003 w 1236043"/>
              <a:gd name="connsiteY99" fmla="*/ 159860 h 736842"/>
              <a:gd name="connsiteX100" fmla="*/ 434550 w 1236043"/>
              <a:gd name="connsiteY100" fmla="*/ 161083 h 736842"/>
              <a:gd name="connsiteX101" fmla="*/ 439073 w 1236043"/>
              <a:gd name="connsiteY101" fmla="*/ 157709 h 736842"/>
              <a:gd name="connsiteX102" fmla="*/ 443568 w 1236043"/>
              <a:gd name="connsiteY102" fmla="*/ 151553 h 736842"/>
              <a:gd name="connsiteX103" fmla="*/ 448042 w 1236043"/>
              <a:gd name="connsiteY103" fmla="*/ 157974 h 736842"/>
              <a:gd name="connsiteX104" fmla="*/ 452486 w 1236043"/>
              <a:gd name="connsiteY104" fmla="*/ 140253 h 736842"/>
              <a:gd name="connsiteX105" fmla="*/ 456909 w 1236043"/>
              <a:gd name="connsiteY105" fmla="*/ 160478 h 736842"/>
              <a:gd name="connsiteX106" fmla="*/ 461307 w 1236043"/>
              <a:gd name="connsiteY106" fmla="*/ 164502 h 736842"/>
              <a:gd name="connsiteX107" fmla="*/ 465681 w 1236043"/>
              <a:gd name="connsiteY107" fmla="*/ 168955 h 736842"/>
              <a:gd name="connsiteX108" fmla="*/ 470033 w 1236043"/>
              <a:gd name="connsiteY108" fmla="*/ 175929 h 736842"/>
              <a:gd name="connsiteX109" fmla="*/ 474358 w 1236043"/>
              <a:gd name="connsiteY109" fmla="*/ 201829 h 736842"/>
              <a:gd name="connsiteX110" fmla="*/ 478661 w 1236043"/>
              <a:gd name="connsiteY110" fmla="*/ 189646 h 736842"/>
              <a:gd name="connsiteX111" fmla="*/ 482942 w 1236043"/>
              <a:gd name="connsiteY111" fmla="*/ 253665 h 736842"/>
              <a:gd name="connsiteX112" fmla="*/ 487199 w 1236043"/>
              <a:gd name="connsiteY112" fmla="*/ 235402 h 736842"/>
              <a:gd name="connsiteX113" fmla="*/ 491434 w 1236043"/>
              <a:gd name="connsiteY113" fmla="*/ 234798 h 736842"/>
              <a:gd name="connsiteX114" fmla="*/ 495644 w 1236043"/>
              <a:gd name="connsiteY114" fmla="*/ 220963 h 736842"/>
              <a:gd name="connsiteX115" fmla="*/ 499835 w 1236043"/>
              <a:gd name="connsiteY115" fmla="*/ 232622 h 736842"/>
              <a:gd name="connsiteX116" fmla="*/ 504004 w 1236043"/>
              <a:gd name="connsiteY116" fmla="*/ 221494 h 736842"/>
              <a:gd name="connsiteX117" fmla="*/ 508152 w 1236043"/>
              <a:gd name="connsiteY117" fmla="*/ 215843 h 736842"/>
              <a:gd name="connsiteX118" fmla="*/ 512277 w 1236043"/>
              <a:gd name="connsiteY118" fmla="*/ 188703 h 736842"/>
              <a:gd name="connsiteX119" fmla="*/ 516383 w 1236043"/>
              <a:gd name="connsiteY119" fmla="*/ 201709 h 736842"/>
              <a:gd name="connsiteX120" fmla="*/ 520466 w 1236043"/>
              <a:gd name="connsiteY120" fmla="*/ 181616 h 736842"/>
              <a:gd name="connsiteX121" fmla="*/ 524528 w 1236043"/>
              <a:gd name="connsiteY121" fmla="*/ 174309 h 736842"/>
              <a:gd name="connsiteX122" fmla="*/ 528573 w 1236043"/>
              <a:gd name="connsiteY122" fmla="*/ 188344 h 736842"/>
              <a:gd name="connsiteX123" fmla="*/ 532596 w 1236043"/>
              <a:gd name="connsiteY123" fmla="*/ 203425 h 736842"/>
              <a:gd name="connsiteX124" fmla="*/ 536597 w 1236043"/>
              <a:gd name="connsiteY124" fmla="*/ 199930 h 736842"/>
              <a:gd name="connsiteX125" fmla="*/ 540581 w 1236043"/>
              <a:gd name="connsiteY125" fmla="*/ 201273 h 736842"/>
              <a:gd name="connsiteX126" fmla="*/ 544545 w 1236043"/>
              <a:gd name="connsiteY126" fmla="*/ 187732 h 736842"/>
              <a:gd name="connsiteX127" fmla="*/ 548490 w 1236043"/>
              <a:gd name="connsiteY127" fmla="*/ 205384 h 736842"/>
              <a:gd name="connsiteX128" fmla="*/ 552416 w 1236043"/>
              <a:gd name="connsiteY128" fmla="*/ 196116 h 736842"/>
              <a:gd name="connsiteX129" fmla="*/ 556322 w 1236043"/>
              <a:gd name="connsiteY129" fmla="*/ 212098 h 736842"/>
              <a:gd name="connsiteX130" fmla="*/ 560211 w 1236043"/>
              <a:gd name="connsiteY130" fmla="*/ 224301 h 736842"/>
              <a:gd name="connsiteX131" fmla="*/ 564082 w 1236043"/>
              <a:gd name="connsiteY131" fmla="*/ 204109 h 736842"/>
              <a:gd name="connsiteX132" fmla="*/ 567935 w 1236043"/>
              <a:gd name="connsiteY132" fmla="*/ 202066 h 736842"/>
              <a:gd name="connsiteX133" fmla="*/ 571768 w 1236043"/>
              <a:gd name="connsiteY133" fmla="*/ 215802 h 736842"/>
              <a:gd name="connsiteX134" fmla="*/ 575583 w 1236043"/>
              <a:gd name="connsiteY134" fmla="*/ 215461 h 736842"/>
              <a:gd name="connsiteX135" fmla="*/ 579382 w 1236043"/>
              <a:gd name="connsiteY135" fmla="*/ 203027 h 736842"/>
              <a:gd name="connsiteX136" fmla="*/ 583164 w 1236043"/>
              <a:gd name="connsiteY136" fmla="*/ 209644 h 736842"/>
              <a:gd name="connsiteX137" fmla="*/ 586928 w 1236043"/>
              <a:gd name="connsiteY137" fmla="*/ 204213 h 736842"/>
              <a:gd name="connsiteX138" fmla="*/ 590676 w 1236043"/>
              <a:gd name="connsiteY138" fmla="*/ 174370 h 736842"/>
              <a:gd name="connsiteX139" fmla="*/ 594409 w 1236043"/>
              <a:gd name="connsiteY139" fmla="*/ 215621 h 736842"/>
              <a:gd name="connsiteX140" fmla="*/ 598122 w 1236043"/>
              <a:gd name="connsiteY140" fmla="*/ 197077 h 736842"/>
              <a:gd name="connsiteX141" fmla="*/ 601821 w 1236043"/>
              <a:gd name="connsiteY141" fmla="*/ 206361 h 736842"/>
              <a:gd name="connsiteX142" fmla="*/ 605503 w 1236043"/>
              <a:gd name="connsiteY142" fmla="*/ 206473 h 736842"/>
              <a:gd name="connsiteX143" fmla="*/ 609168 w 1236043"/>
              <a:gd name="connsiteY143" fmla="*/ 212064 h 736842"/>
              <a:gd name="connsiteX144" fmla="*/ 612818 w 1236043"/>
              <a:gd name="connsiteY144" fmla="*/ 195104 h 736842"/>
              <a:gd name="connsiteX145" fmla="*/ 616451 w 1236043"/>
              <a:gd name="connsiteY145" fmla="*/ 191697 h 736842"/>
              <a:gd name="connsiteX146" fmla="*/ 620072 w 1236043"/>
              <a:gd name="connsiteY146" fmla="*/ 206807 h 736842"/>
              <a:gd name="connsiteX147" fmla="*/ 623675 w 1236043"/>
              <a:gd name="connsiteY147" fmla="*/ 184129 h 736842"/>
              <a:gd name="connsiteX148" fmla="*/ 627262 w 1236043"/>
              <a:gd name="connsiteY148" fmla="*/ 194637 h 736842"/>
              <a:gd name="connsiteX149" fmla="*/ 630837 w 1236043"/>
              <a:gd name="connsiteY149" fmla="*/ 212885 h 736842"/>
              <a:gd name="connsiteX150" fmla="*/ 634394 w 1236043"/>
              <a:gd name="connsiteY150" fmla="*/ 181051 h 736842"/>
              <a:gd name="connsiteX151" fmla="*/ 637940 w 1236043"/>
              <a:gd name="connsiteY151" fmla="*/ 207649 h 736842"/>
              <a:gd name="connsiteX152" fmla="*/ 641468 w 1236043"/>
              <a:gd name="connsiteY152" fmla="*/ 190918 h 736842"/>
              <a:gd name="connsiteX153" fmla="*/ 644984 w 1236043"/>
              <a:gd name="connsiteY153" fmla="*/ 177450 h 736842"/>
              <a:gd name="connsiteX154" fmla="*/ 648483 w 1236043"/>
              <a:gd name="connsiteY154" fmla="*/ 177792 h 736842"/>
              <a:gd name="connsiteX155" fmla="*/ 651970 w 1236043"/>
              <a:gd name="connsiteY155" fmla="*/ 167861 h 736842"/>
              <a:gd name="connsiteX156" fmla="*/ 655444 w 1236043"/>
              <a:gd name="connsiteY156" fmla="*/ 197173 h 736842"/>
              <a:gd name="connsiteX157" fmla="*/ 658902 w 1236043"/>
              <a:gd name="connsiteY157" fmla="*/ 171808 h 736842"/>
              <a:gd name="connsiteX158" fmla="*/ 662347 w 1236043"/>
              <a:gd name="connsiteY158" fmla="*/ 164839 h 736842"/>
              <a:gd name="connsiteX159" fmla="*/ 665781 w 1236043"/>
              <a:gd name="connsiteY159" fmla="*/ 178011 h 736842"/>
              <a:gd name="connsiteX160" fmla="*/ 669199 w 1236043"/>
              <a:gd name="connsiteY160" fmla="*/ 177723 h 736842"/>
              <a:gd name="connsiteX161" fmla="*/ 672603 w 1236043"/>
              <a:gd name="connsiteY161" fmla="*/ 171253 h 736842"/>
              <a:gd name="connsiteX162" fmla="*/ 675995 w 1236043"/>
              <a:gd name="connsiteY162" fmla="*/ 146657 h 736842"/>
              <a:gd name="connsiteX163" fmla="*/ 679375 w 1236043"/>
              <a:gd name="connsiteY163" fmla="*/ 162562 h 736842"/>
              <a:gd name="connsiteX164" fmla="*/ 682742 w 1236043"/>
              <a:gd name="connsiteY164" fmla="*/ 160074 h 736842"/>
              <a:gd name="connsiteX165" fmla="*/ 686095 w 1236043"/>
              <a:gd name="connsiteY165" fmla="*/ 153354 h 736842"/>
              <a:gd name="connsiteX166" fmla="*/ 689438 w 1236043"/>
              <a:gd name="connsiteY166" fmla="*/ 143034 h 736842"/>
              <a:gd name="connsiteX167" fmla="*/ 692767 w 1236043"/>
              <a:gd name="connsiteY167" fmla="*/ 136482 h 736842"/>
              <a:gd name="connsiteX168" fmla="*/ 696083 w 1236043"/>
              <a:gd name="connsiteY168" fmla="*/ 144136 h 736842"/>
              <a:gd name="connsiteX169" fmla="*/ 699387 w 1236043"/>
              <a:gd name="connsiteY169" fmla="*/ 137587 h 736842"/>
              <a:gd name="connsiteX170" fmla="*/ 702679 w 1236043"/>
              <a:gd name="connsiteY170" fmla="*/ 135179 h 736842"/>
              <a:gd name="connsiteX171" fmla="*/ 705959 w 1236043"/>
              <a:gd name="connsiteY171" fmla="*/ 118774 h 736842"/>
              <a:gd name="connsiteX172" fmla="*/ 709229 w 1236043"/>
              <a:gd name="connsiteY172" fmla="*/ 137707 h 736842"/>
              <a:gd name="connsiteX173" fmla="*/ 712484 w 1236043"/>
              <a:gd name="connsiteY173" fmla="*/ 121249 h 736842"/>
              <a:gd name="connsiteX174" fmla="*/ 715729 w 1236043"/>
              <a:gd name="connsiteY174" fmla="*/ 116120 h 736842"/>
              <a:gd name="connsiteX175" fmla="*/ 718963 w 1236043"/>
              <a:gd name="connsiteY175" fmla="*/ 118112 h 736842"/>
              <a:gd name="connsiteX176" fmla="*/ 722184 w 1236043"/>
              <a:gd name="connsiteY176" fmla="*/ 121765 h 736842"/>
              <a:gd name="connsiteX177" fmla="*/ 725396 w 1236043"/>
              <a:gd name="connsiteY177" fmla="*/ 113237 h 736842"/>
              <a:gd name="connsiteX178" fmla="*/ 728595 w 1236043"/>
              <a:gd name="connsiteY178" fmla="*/ 106002 h 736842"/>
              <a:gd name="connsiteX179" fmla="*/ 731785 w 1236043"/>
              <a:gd name="connsiteY179" fmla="*/ 109131 h 736842"/>
              <a:gd name="connsiteX180" fmla="*/ 734962 w 1236043"/>
              <a:gd name="connsiteY180" fmla="*/ 109331 h 736842"/>
              <a:gd name="connsiteX181" fmla="*/ 738127 w 1236043"/>
              <a:gd name="connsiteY181" fmla="*/ 105555 h 736842"/>
              <a:gd name="connsiteX182" fmla="*/ 741285 w 1236043"/>
              <a:gd name="connsiteY182" fmla="*/ 100246 h 736842"/>
              <a:gd name="connsiteX183" fmla="*/ 744428 w 1236043"/>
              <a:gd name="connsiteY183" fmla="*/ 102226 h 736842"/>
              <a:gd name="connsiteX184" fmla="*/ 747564 w 1236043"/>
              <a:gd name="connsiteY184" fmla="*/ 93972 h 736842"/>
              <a:gd name="connsiteX185" fmla="*/ 750688 w 1236043"/>
              <a:gd name="connsiteY185" fmla="*/ 96540 h 736842"/>
              <a:gd name="connsiteX186" fmla="*/ 753802 w 1236043"/>
              <a:gd name="connsiteY186" fmla="*/ 102883 h 736842"/>
              <a:gd name="connsiteX187" fmla="*/ 756904 w 1236043"/>
              <a:gd name="connsiteY187" fmla="*/ 111753 h 736842"/>
              <a:gd name="connsiteX188" fmla="*/ 759998 w 1236043"/>
              <a:gd name="connsiteY188" fmla="*/ 90922 h 736842"/>
              <a:gd name="connsiteX189" fmla="*/ 763081 w 1236043"/>
              <a:gd name="connsiteY189" fmla="*/ 83623 h 736842"/>
              <a:gd name="connsiteX190" fmla="*/ 766153 w 1236043"/>
              <a:gd name="connsiteY190" fmla="*/ 97404 h 736842"/>
              <a:gd name="connsiteX191" fmla="*/ 769216 w 1236043"/>
              <a:gd name="connsiteY191" fmla="*/ 88849 h 736842"/>
              <a:gd name="connsiteX192" fmla="*/ 772269 w 1236043"/>
              <a:gd name="connsiteY192" fmla="*/ 97455 h 736842"/>
              <a:gd name="connsiteX193" fmla="*/ 775313 w 1236043"/>
              <a:gd name="connsiteY193" fmla="*/ 88157 h 736842"/>
              <a:gd name="connsiteX194" fmla="*/ 778346 w 1236043"/>
              <a:gd name="connsiteY194" fmla="*/ 81827 h 736842"/>
              <a:gd name="connsiteX195" fmla="*/ 781370 w 1236043"/>
              <a:gd name="connsiteY195" fmla="*/ 79082 h 736842"/>
              <a:gd name="connsiteX196" fmla="*/ 784387 w 1236043"/>
              <a:gd name="connsiteY196" fmla="*/ 82954 h 736842"/>
              <a:gd name="connsiteX197" fmla="*/ 787391 w 1236043"/>
              <a:gd name="connsiteY197" fmla="*/ 75826 h 736842"/>
              <a:gd name="connsiteX198" fmla="*/ 790386 w 1236043"/>
              <a:gd name="connsiteY198" fmla="*/ 78322 h 736842"/>
              <a:gd name="connsiteX199" fmla="*/ 793373 w 1236043"/>
              <a:gd name="connsiteY199" fmla="*/ 80006 h 736842"/>
              <a:gd name="connsiteX200" fmla="*/ 796351 w 1236043"/>
              <a:gd name="connsiteY200" fmla="*/ 83225 h 736842"/>
              <a:gd name="connsiteX201" fmla="*/ 799319 w 1236043"/>
              <a:gd name="connsiteY201" fmla="*/ 70484 h 736842"/>
              <a:gd name="connsiteX202" fmla="*/ 802277 w 1236043"/>
              <a:gd name="connsiteY202" fmla="*/ 60900 h 736842"/>
              <a:gd name="connsiteX203" fmla="*/ 805228 w 1236043"/>
              <a:gd name="connsiteY203" fmla="*/ 70338 h 736842"/>
              <a:gd name="connsiteX204" fmla="*/ 808169 w 1236043"/>
              <a:gd name="connsiteY204" fmla="*/ 72809 h 736842"/>
              <a:gd name="connsiteX205" fmla="*/ 811100 w 1236043"/>
              <a:gd name="connsiteY205" fmla="*/ 70990 h 736842"/>
              <a:gd name="connsiteX206" fmla="*/ 814024 w 1236043"/>
              <a:gd name="connsiteY206" fmla="*/ 65424 h 736842"/>
              <a:gd name="connsiteX207" fmla="*/ 816938 w 1236043"/>
              <a:gd name="connsiteY207" fmla="*/ 64458 h 736842"/>
              <a:gd name="connsiteX208" fmla="*/ 819845 w 1236043"/>
              <a:gd name="connsiteY208" fmla="*/ 61620 h 736842"/>
              <a:gd name="connsiteX209" fmla="*/ 822742 w 1236043"/>
              <a:gd name="connsiteY209" fmla="*/ 65383 h 736842"/>
              <a:gd name="connsiteX210" fmla="*/ 825630 w 1236043"/>
              <a:gd name="connsiteY210" fmla="*/ 66401 h 736842"/>
              <a:gd name="connsiteX211" fmla="*/ 828512 w 1236043"/>
              <a:gd name="connsiteY211" fmla="*/ 56616 h 736842"/>
              <a:gd name="connsiteX212" fmla="*/ 834248 w 1236043"/>
              <a:gd name="connsiteY212" fmla="*/ 58831 h 736842"/>
              <a:gd name="connsiteX213" fmla="*/ 837104 w 1236043"/>
              <a:gd name="connsiteY213" fmla="*/ 62402 h 736842"/>
              <a:gd name="connsiteX214" fmla="*/ 842791 w 1236043"/>
              <a:gd name="connsiteY214" fmla="*/ 58261 h 736842"/>
              <a:gd name="connsiteX215" fmla="*/ 845622 w 1236043"/>
              <a:gd name="connsiteY215" fmla="*/ 58331 h 736842"/>
              <a:gd name="connsiteX216" fmla="*/ 848444 w 1236043"/>
              <a:gd name="connsiteY216" fmla="*/ 70475 h 736842"/>
              <a:gd name="connsiteX217" fmla="*/ 851261 w 1236043"/>
              <a:gd name="connsiteY217" fmla="*/ 50734 h 736842"/>
              <a:gd name="connsiteX218" fmla="*/ 854068 w 1236043"/>
              <a:gd name="connsiteY218" fmla="*/ 54467 h 736842"/>
              <a:gd name="connsiteX219" fmla="*/ 856867 w 1236043"/>
              <a:gd name="connsiteY219" fmla="*/ 52342 h 736842"/>
              <a:gd name="connsiteX220" fmla="*/ 859660 w 1236043"/>
              <a:gd name="connsiteY220" fmla="*/ 59335 h 736842"/>
              <a:gd name="connsiteX221" fmla="*/ 862445 w 1236043"/>
              <a:gd name="connsiteY221" fmla="*/ 61632 h 736842"/>
              <a:gd name="connsiteX222" fmla="*/ 865220 w 1236043"/>
              <a:gd name="connsiteY222" fmla="*/ 57601 h 736842"/>
              <a:gd name="connsiteX223" fmla="*/ 867991 w 1236043"/>
              <a:gd name="connsiteY223" fmla="*/ 52293 h 736842"/>
              <a:gd name="connsiteX224" fmla="*/ 870751 w 1236043"/>
              <a:gd name="connsiteY224" fmla="*/ 53474 h 736842"/>
              <a:gd name="connsiteX225" fmla="*/ 873505 w 1236043"/>
              <a:gd name="connsiteY225" fmla="*/ 50793 h 736842"/>
              <a:gd name="connsiteX226" fmla="*/ 876253 w 1236043"/>
              <a:gd name="connsiteY226" fmla="*/ 49546 h 736842"/>
              <a:gd name="connsiteX227" fmla="*/ 878992 w 1236043"/>
              <a:gd name="connsiteY227" fmla="*/ 52895 h 736842"/>
              <a:gd name="connsiteX228" fmla="*/ 884448 w 1236043"/>
              <a:gd name="connsiteY228" fmla="*/ 52212 h 736842"/>
              <a:gd name="connsiteX229" fmla="*/ 887167 w 1236043"/>
              <a:gd name="connsiteY229" fmla="*/ 50589 h 736842"/>
              <a:gd name="connsiteX230" fmla="*/ 889877 w 1236043"/>
              <a:gd name="connsiteY230" fmla="*/ 50300 h 736842"/>
              <a:gd name="connsiteX231" fmla="*/ 892581 w 1236043"/>
              <a:gd name="connsiteY231" fmla="*/ 49020 h 736842"/>
              <a:gd name="connsiteX232" fmla="*/ 895276 w 1236043"/>
              <a:gd name="connsiteY232" fmla="*/ 48983 h 736842"/>
              <a:gd name="connsiteX233" fmla="*/ 897966 w 1236043"/>
              <a:gd name="connsiteY233" fmla="*/ 50300 h 736842"/>
              <a:gd name="connsiteX234" fmla="*/ 900649 w 1236043"/>
              <a:gd name="connsiteY234" fmla="*/ 50259 h 736842"/>
              <a:gd name="connsiteX235" fmla="*/ 903325 w 1236043"/>
              <a:gd name="connsiteY235" fmla="*/ 61302 h 736842"/>
              <a:gd name="connsiteX236" fmla="*/ 905993 w 1236043"/>
              <a:gd name="connsiteY236" fmla="*/ 45524 h 736842"/>
              <a:gd name="connsiteX237" fmla="*/ 908653 w 1236043"/>
              <a:gd name="connsiteY237" fmla="*/ 49958 h 736842"/>
              <a:gd name="connsiteX238" fmla="*/ 911309 w 1236043"/>
              <a:gd name="connsiteY238" fmla="*/ 51023 h 736842"/>
              <a:gd name="connsiteX239" fmla="*/ 913958 w 1236043"/>
              <a:gd name="connsiteY239" fmla="*/ 49780 h 736842"/>
              <a:gd name="connsiteX240" fmla="*/ 916599 w 1236043"/>
              <a:gd name="connsiteY240" fmla="*/ 46790 h 736842"/>
              <a:gd name="connsiteX241" fmla="*/ 919236 w 1236043"/>
              <a:gd name="connsiteY241" fmla="*/ 54872 h 736842"/>
              <a:gd name="connsiteX242" fmla="*/ 921863 w 1236043"/>
              <a:gd name="connsiteY242" fmla="*/ 52323 h 736842"/>
              <a:gd name="connsiteX243" fmla="*/ 924484 w 1236043"/>
              <a:gd name="connsiteY243" fmla="*/ 52418 h 736842"/>
              <a:gd name="connsiteX244" fmla="*/ 927101 w 1236043"/>
              <a:gd name="connsiteY244" fmla="*/ 50566 h 736842"/>
              <a:gd name="connsiteX245" fmla="*/ 929711 w 1236043"/>
              <a:gd name="connsiteY245" fmla="*/ 56135 h 736842"/>
              <a:gd name="connsiteX246" fmla="*/ 932313 w 1236043"/>
              <a:gd name="connsiteY246" fmla="*/ 54008 h 736842"/>
              <a:gd name="connsiteX247" fmla="*/ 934908 w 1236043"/>
              <a:gd name="connsiteY247" fmla="*/ 49752 h 736842"/>
              <a:gd name="connsiteX248" fmla="*/ 937499 w 1236043"/>
              <a:gd name="connsiteY248" fmla="*/ 48369 h 736842"/>
              <a:gd name="connsiteX249" fmla="*/ 940084 w 1236043"/>
              <a:gd name="connsiteY249" fmla="*/ 40097 h 736842"/>
              <a:gd name="connsiteX250" fmla="*/ 942659 w 1236043"/>
              <a:gd name="connsiteY250" fmla="*/ 27635 h 736842"/>
              <a:gd name="connsiteX251" fmla="*/ 945232 w 1236043"/>
              <a:gd name="connsiteY251" fmla="*/ 51290 h 736842"/>
              <a:gd name="connsiteX252" fmla="*/ 947796 w 1236043"/>
              <a:gd name="connsiteY252" fmla="*/ 45655 h 736842"/>
              <a:gd name="connsiteX253" fmla="*/ 950357 w 1236043"/>
              <a:gd name="connsiteY253" fmla="*/ 48369 h 736842"/>
              <a:gd name="connsiteX254" fmla="*/ 952908 w 1236043"/>
              <a:gd name="connsiteY254" fmla="*/ 54753 h 736842"/>
              <a:gd name="connsiteX255" fmla="*/ 955457 w 1236043"/>
              <a:gd name="connsiteY255" fmla="*/ 52796 h 736842"/>
              <a:gd name="connsiteX256" fmla="*/ 957998 w 1236043"/>
              <a:gd name="connsiteY256" fmla="*/ 52741 h 736842"/>
              <a:gd name="connsiteX257" fmla="*/ 960532 w 1236043"/>
              <a:gd name="connsiteY257" fmla="*/ 45242 h 736842"/>
              <a:gd name="connsiteX258" fmla="*/ 963061 w 1236043"/>
              <a:gd name="connsiteY258" fmla="*/ 44982 h 736842"/>
              <a:gd name="connsiteX259" fmla="*/ 965583 w 1236043"/>
              <a:gd name="connsiteY259" fmla="*/ 50264 h 736842"/>
              <a:gd name="connsiteX260" fmla="*/ 968100 w 1236043"/>
              <a:gd name="connsiteY260" fmla="*/ 56544 h 736842"/>
              <a:gd name="connsiteX261" fmla="*/ 970613 w 1236043"/>
              <a:gd name="connsiteY261" fmla="*/ 42833 h 736842"/>
              <a:gd name="connsiteX262" fmla="*/ 973120 w 1236043"/>
              <a:gd name="connsiteY262" fmla="*/ 48184 h 736842"/>
              <a:gd name="connsiteX263" fmla="*/ 975620 w 1236043"/>
              <a:gd name="connsiteY263" fmla="*/ 55917 h 736842"/>
              <a:gd name="connsiteX264" fmla="*/ 978113 w 1236043"/>
              <a:gd name="connsiteY264" fmla="*/ 40956 h 736842"/>
              <a:gd name="connsiteX265" fmla="*/ 980603 w 1236043"/>
              <a:gd name="connsiteY265" fmla="*/ 57172 h 736842"/>
              <a:gd name="connsiteX266" fmla="*/ 983086 w 1236043"/>
              <a:gd name="connsiteY266" fmla="*/ 49920 h 736842"/>
              <a:gd name="connsiteX267" fmla="*/ 985561 w 1236043"/>
              <a:gd name="connsiteY267" fmla="*/ 39674 h 736842"/>
              <a:gd name="connsiteX268" fmla="*/ 988035 w 1236043"/>
              <a:gd name="connsiteY268" fmla="*/ 74868 h 736842"/>
              <a:gd name="connsiteX269" fmla="*/ 990500 w 1236043"/>
              <a:gd name="connsiteY269" fmla="*/ 40835 h 736842"/>
              <a:gd name="connsiteX270" fmla="*/ 992961 w 1236043"/>
              <a:gd name="connsiteY270" fmla="*/ 37866 h 736842"/>
              <a:gd name="connsiteX271" fmla="*/ 995418 w 1236043"/>
              <a:gd name="connsiteY271" fmla="*/ 38361 h 736842"/>
              <a:gd name="connsiteX272" fmla="*/ 997866 w 1236043"/>
              <a:gd name="connsiteY272" fmla="*/ 35860 h 736842"/>
              <a:gd name="connsiteX273" fmla="*/ 1000310 w 1236043"/>
              <a:gd name="connsiteY273" fmla="*/ 46980 h 736842"/>
              <a:gd name="connsiteX274" fmla="*/ 1002749 w 1236043"/>
              <a:gd name="connsiteY274" fmla="*/ 26447 h 736842"/>
              <a:gd name="connsiteX275" fmla="*/ 1005184 w 1236043"/>
              <a:gd name="connsiteY275" fmla="*/ 41165 h 736842"/>
              <a:gd name="connsiteX276" fmla="*/ 1010035 w 1236043"/>
              <a:gd name="connsiteY276" fmla="*/ 17402 h 736842"/>
              <a:gd name="connsiteX277" fmla="*/ 1012455 w 1236043"/>
              <a:gd name="connsiteY277" fmla="*/ 20427 h 736842"/>
              <a:gd name="connsiteX278" fmla="*/ 1014867 w 1236043"/>
              <a:gd name="connsiteY278" fmla="*/ 31040 h 736842"/>
              <a:gd name="connsiteX279" fmla="*/ 1017274 w 1236043"/>
              <a:gd name="connsiteY279" fmla="*/ 33792 h 736842"/>
              <a:gd name="connsiteX280" fmla="*/ 1019677 w 1236043"/>
              <a:gd name="connsiteY280" fmla="*/ 52427 h 736842"/>
              <a:gd name="connsiteX281" fmla="*/ 1022074 w 1236043"/>
              <a:gd name="connsiteY281" fmla="*/ 57416 h 736842"/>
              <a:gd name="connsiteX282" fmla="*/ 1026853 w 1236043"/>
              <a:gd name="connsiteY282" fmla="*/ 54109 h 736842"/>
              <a:gd name="connsiteX283" fmla="*/ 1029236 w 1236043"/>
              <a:gd name="connsiteY283" fmla="*/ 14829 h 736842"/>
              <a:gd name="connsiteX284" fmla="*/ 1031614 w 1236043"/>
              <a:gd name="connsiteY284" fmla="*/ 14953 h 736842"/>
              <a:gd name="connsiteX285" fmla="*/ 1033985 w 1236043"/>
              <a:gd name="connsiteY285" fmla="*/ 45803 h 736842"/>
              <a:gd name="connsiteX286" fmla="*/ 1036353 w 1236043"/>
              <a:gd name="connsiteY286" fmla="*/ 35321 h 736842"/>
              <a:gd name="connsiteX287" fmla="*/ 1038714 w 1236043"/>
              <a:gd name="connsiteY287" fmla="*/ 42077 h 736842"/>
              <a:gd name="connsiteX288" fmla="*/ 1041073 w 1236043"/>
              <a:gd name="connsiteY288" fmla="*/ 36814 h 736842"/>
              <a:gd name="connsiteX289" fmla="*/ 1043424 w 1236043"/>
              <a:gd name="connsiteY289" fmla="*/ 14284 h 736842"/>
              <a:gd name="connsiteX290" fmla="*/ 1045773 w 1236043"/>
              <a:gd name="connsiteY290" fmla="*/ 10341 h 736842"/>
              <a:gd name="connsiteX291" fmla="*/ 1048115 w 1236043"/>
              <a:gd name="connsiteY291" fmla="*/ 2516 h 736842"/>
              <a:gd name="connsiteX292" fmla="*/ 1052786 w 1236043"/>
              <a:gd name="connsiteY292" fmla="*/ 41885 h 736842"/>
              <a:gd name="connsiteX293" fmla="*/ 1055115 w 1236043"/>
              <a:gd name="connsiteY293" fmla="*/ 43091 h 736842"/>
              <a:gd name="connsiteX294" fmla="*/ 1057440 w 1236043"/>
              <a:gd name="connsiteY294" fmla="*/ 31064 h 736842"/>
              <a:gd name="connsiteX295" fmla="*/ 1059757 w 1236043"/>
              <a:gd name="connsiteY295" fmla="*/ 42145 h 736842"/>
              <a:gd name="connsiteX296" fmla="*/ 1062072 w 1236043"/>
              <a:gd name="connsiteY296" fmla="*/ 11973 h 736842"/>
              <a:gd name="connsiteX297" fmla="*/ 1064382 w 1236043"/>
              <a:gd name="connsiteY297" fmla="*/ 42721 h 736842"/>
              <a:gd name="connsiteX298" fmla="*/ 1066687 w 1236043"/>
              <a:gd name="connsiteY298" fmla="*/ 36144 h 736842"/>
              <a:gd name="connsiteX299" fmla="*/ 1068990 w 1236043"/>
              <a:gd name="connsiteY299" fmla="*/ 38273 h 736842"/>
              <a:gd name="connsiteX300" fmla="*/ 1071285 w 1236043"/>
              <a:gd name="connsiteY300" fmla="*/ 41687 h 736842"/>
              <a:gd name="connsiteX301" fmla="*/ 1073578 w 1236043"/>
              <a:gd name="connsiteY301" fmla="*/ 50549 h 736842"/>
              <a:gd name="connsiteX302" fmla="*/ 1075864 w 1236043"/>
              <a:gd name="connsiteY302" fmla="*/ 46633 h 736842"/>
              <a:gd name="connsiteX303" fmla="*/ 1078147 w 1236043"/>
              <a:gd name="connsiteY303" fmla="*/ 35609 h 736842"/>
              <a:gd name="connsiteX304" fmla="*/ 1080425 w 1236043"/>
              <a:gd name="connsiteY304" fmla="*/ 32552 h 736842"/>
              <a:gd name="connsiteX305" fmla="*/ 1082698 w 1236043"/>
              <a:gd name="connsiteY305" fmla="*/ 30496 h 736842"/>
              <a:gd name="connsiteX306" fmla="*/ 1084967 w 1236043"/>
              <a:gd name="connsiteY306" fmla="*/ 21100 h 736842"/>
              <a:gd name="connsiteX307" fmla="*/ 1087233 w 1236043"/>
              <a:gd name="connsiteY307" fmla="*/ 32435 h 736842"/>
              <a:gd name="connsiteX308" fmla="*/ 1089494 w 1236043"/>
              <a:gd name="connsiteY308" fmla="*/ 36198 h 736842"/>
              <a:gd name="connsiteX309" fmla="*/ 1091750 w 1236043"/>
              <a:gd name="connsiteY309" fmla="*/ 53450 h 736842"/>
              <a:gd name="connsiteX310" fmla="*/ 1094002 w 1236043"/>
              <a:gd name="connsiteY310" fmla="*/ 30918 h 736842"/>
              <a:gd name="connsiteX311" fmla="*/ 1096249 w 1236043"/>
              <a:gd name="connsiteY311" fmla="*/ 16760 h 736842"/>
              <a:gd name="connsiteX312" fmla="*/ 1098493 w 1236043"/>
              <a:gd name="connsiteY312" fmla="*/ 49478 h 736842"/>
              <a:gd name="connsiteX313" fmla="*/ 1100732 w 1236043"/>
              <a:gd name="connsiteY313" fmla="*/ 39023 h 736842"/>
              <a:gd name="connsiteX314" fmla="*/ 1102966 w 1236043"/>
              <a:gd name="connsiteY314" fmla="*/ 44721 h 736842"/>
              <a:gd name="connsiteX315" fmla="*/ 1105196 w 1236043"/>
              <a:gd name="connsiteY315" fmla="*/ 26997 h 736842"/>
              <a:gd name="connsiteX316" fmla="*/ 1107423 w 1236043"/>
              <a:gd name="connsiteY316" fmla="*/ 21138 h 736842"/>
              <a:gd name="connsiteX317" fmla="*/ 1109645 w 1236043"/>
              <a:gd name="connsiteY317" fmla="*/ 39560 h 736842"/>
              <a:gd name="connsiteX318" fmla="*/ 1111863 w 1236043"/>
              <a:gd name="connsiteY318" fmla="*/ 33221 h 736842"/>
              <a:gd name="connsiteX319" fmla="*/ 1114077 w 1236043"/>
              <a:gd name="connsiteY319" fmla="*/ 44344 h 736842"/>
              <a:gd name="connsiteX320" fmla="*/ 1116288 w 1236043"/>
              <a:gd name="connsiteY320" fmla="*/ 51107 h 736842"/>
              <a:gd name="connsiteX321" fmla="*/ 1118493 w 1236043"/>
              <a:gd name="connsiteY321" fmla="*/ 37582 h 736842"/>
              <a:gd name="connsiteX322" fmla="*/ 1120695 w 1236043"/>
              <a:gd name="connsiteY322" fmla="*/ 44870 h 736842"/>
              <a:gd name="connsiteX323" fmla="*/ 1122893 w 1236043"/>
              <a:gd name="connsiteY323" fmla="*/ 32915 h 736842"/>
              <a:gd name="connsiteX324" fmla="*/ 1125086 w 1236043"/>
              <a:gd name="connsiteY324" fmla="*/ 36730 h 736842"/>
              <a:gd name="connsiteX325" fmla="*/ 1127274 w 1236043"/>
              <a:gd name="connsiteY325" fmla="*/ 50165 h 736842"/>
              <a:gd name="connsiteX326" fmla="*/ 1129460 w 1236043"/>
              <a:gd name="connsiteY326" fmla="*/ 42446 h 736842"/>
              <a:gd name="connsiteX327" fmla="*/ 1131643 w 1236043"/>
              <a:gd name="connsiteY327" fmla="*/ 45775 h 736842"/>
              <a:gd name="connsiteX328" fmla="*/ 1133819 w 1236043"/>
              <a:gd name="connsiteY328" fmla="*/ 15932 h 736842"/>
              <a:gd name="connsiteX329" fmla="*/ 1135993 w 1236043"/>
              <a:gd name="connsiteY329" fmla="*/ 36438 h 736842"/>
              <a:gd name="connsiteX330" fmla="*/ 1138164 w 1236043"/>
              <a:gd name="connsiteY330" fmla="*/ 36136 h 736842"/>
              <a:gd name="connsiteX331" fmla="*/ 1140330 w 1236043"/>
              <a:gd name="connsiteY331" fmla="*/ 15391 h 736842"/>
              <a:gd name="connsiteX332" fmla="*/ 1142491 w 1236043"/>
              <a:gd name="connsiteY332" fmla="*/ 25532 h 736842"/>
              <a:gd name="connsiteX333" fmla="*/ 1144650 w 1236043"/>
              <a:gd name="connsiteY333" fmla="*/ 46020 h 736842"/>
              <a:gd name="connsiteX334" fmla="*/ 1146804 w 1236043"/>
              <a:gd name="connsiteY334" fmla="*/ 21496 h 736842"/>
              <a:gd name="connsiteX335" fmla="*/ 1148956 w 1236043"/>
              <a:gd name="connsiteY335" fmla="*/ 61403 h 736842"/>
              <a:gd name="connsiteX336" fmla="*/ 1151102 w 1236043"/>
              <a:gd name="connsiteY336" fmla="*/ 40331 h 736842"/>
              <a:gd name="connsiteX337" fmla="*/ 1153244 w 1236043"/>
              <a:gd name="connsiteY337" fmla="*/ 32577 h 736842"/>
              <a:gd name="connsiteX338" fmla="*/ 1155383 w 1236043"/>
              <a:gd name="connsiteY338" fmla="*/ 56061 h 736842"/>
              <a:gd name="connsiteX339" fmla="*/ 1157518 w 1236043"/>
              <a:gd name="connsiteY339" fmla="*/ 39862 h 736842"/>
              <a:gd name="connsiteX340" fmla="*/ 1159650 w 1236043"/>
              <a:gd name="connsiteY340" fmla="*/ 45108 h 736842"/>
              <a:gd name="connsiteX341" fmla="*/ 1161780 w 1236043"/>
              <a:gd name="connsiteY341" fmla="*/ 56742 h 736842"/>
              <a:gd name="connsiteX342" fmla="*/ 1163902 w 1236043"/>
              <a:gd name="connsiteY342" fmla="*/ 47945 h 736842"/>
              <a:gd name="connsiteX343" fmla="*/ 1166024 w 1236043"/>
              <a:gd name="connsiteY343" fmla="*/ 55487 h 736842"/>
              <a:gd name="connsiteX344" fmla="*/ 1168139 w 1236043"/>
              <a:gd name="connsiteY344" fmla="*/ 49210 h 736842"/>
              <a:gd name="connsiteX345" fmla="*/ 1170254 w 1236043"/>
              <a:gd name="connsiteY345" fmla="*/ 45582 h 736842"/>
              <a:gd name="connsiteX346" fmla="*/ 1172362 w 1236043"/>
              <a:gd name="connsiteY346" fmla="*/ 68856 h 736842"/>
              <a:gd name="connsiteX347" fmla="*/ 1174470 w 1236043"/>
              <a:gd name="connsiteY347" fmla="*/ 46530 h 736842"/>
              <a:gd name="connsiteX348" fmla="*/ 1176573 w 1236043"/>
              <a:gd name="connsiteY348" fmla="*/ 46559 h 736842"/>
              <a:gd name="connsiteX349" fmla="*/ 1178671 w 1236043"/>
              <a:gd name="connsiteY349" fmla="*/ 53385 h 736842"/>
              <a:gd name="connsiteX350" fmla="*/ 1180766 w 1236043"/>
              <a:gd name="connsiteY350" fmla="*/ 35025 h 736842"/>
              <a:gd name="connsiteX351" fmla="*/ 1182857 w 1236043"/>
              <a:gd name="connsiteY351" fmla="*/ 38951 h 736842"/>
              <a:gd name="connsiteX352" fmla="*/ 1184945 w 1236043"/>
              <a:gd name="connsiteY352" fmla="*/ 38246 h 736842"/>
              <a:gd name="connsiteX353" fmla="*/ 1187031 w 1236043"/>
              <a:gd name="connsiteY353" fmla="*/ 20779 h 736842"/>
              <a:gd name="connsiteX354" fmla="*/ 1189112 w 1236043"/>
              <a:gd name="connsiteY354" fmla="*/ 30454 h 736842"/>
              <a:gd name="connsiteX355" fmla="*/ 1191188 w 1236043"/>
              <a:gd name="connsiteY355" fmla="*/ 28009 h 736842"/>
              <a:gd name="connsiteX356" fmla="*/ 1193264 w 1236043"/>
              <a:gd name="connsiteY356" fmla="*/ 23644 h 736842"/>
              <a:gd name="connsiteX357" fmla="*/ 1195332 w 1236043"/>
              <a:gd name="connsiteY357" fmla="*/ 45759 h 736842"/>
              <a:gd name="connsiteX358" fmla="*/ 1197401 w 1236043"/>
              <a:gd name="connsiteY358" fmla="*/ 28823 h 736842"/>
              <a:gd name="connsiteX359" fmla="*/ 1199465 w 1236043"/>
              <a:gd name="connsiteY359" fmla="*/ 53184 h 736842"/>
              <a:gd name="connsiteX360" fmla="*/ 1201524 w 1236043"/>
              <a:gd name="connsiteY360" fmla="*/ 53049 h 736842"/>
              <a:gd name="connsiteX361" fmla="*/ 1203583 w 1236043"/>
              <a:gd name="connsiteY361" fmla="*/ 31075 h 736842"/>
              <a:gd name="connsiteX362" fmla="*/ 1205637 w 1236043"/>
              <a:gd name="connsiteY362" fmla="*/ 34535 h 736842"/>
              <a:gd name="connsiteX363" fmla="*/ 1207686 w 1236043"/>
              <a:gd name="connsiteY363" fmla="*/ 31606 h 736842"/>
              <a:gd name="connsiteX364" fmla="*/ 1209733 w 1236043"/>
              <a:gd name="connsiteY364" fmla="*/ 19289 h 736842"/>
              <a:gd name="connsiteX365" fmla="*/ 1211777 w 1236043"/>
              <a:gd name="connsiteY365" fmla="*/ 32274 h 736842"/>
              <a:gd name="connsiteX366" fmla="*/ 1213817 w 1236043"/>
              <a:gd name="connsiteY366" fmla="*/ 63093 h 736842"/>
              <a:gd name="connsiteX367" fmla="*/ 1215854 w 1236043"/>
              <a:gd name="connsiteY367" fmla="*/ 183392 h 736842"/>
              <a:gd name="connsiteX368" fmla="*/ 1217888 w 1236043"/>
              <a:gd name="connsiteY368" fmla="*/ 30228 h 736842"/>
              <a:gd name="connsiteX369" fmla="*/ 1219918 w 1236043"/>
              <a:gd name="connsiteY369" fmla="*/ 0 h 736842"/>
              <a:gd name="connsiteX370" fmla="*/ 1221945 w 1236043"/>
              <a:gd name="connsiteY370" fmla="*/ 5821 h 736842"/>
              <a:gd name="connsiteX371" fmla="*/ 1223970 w 1236043"/>
              <a:gd name="connsiteY371" fmla="*/ 89495 h 736842"/>
              <a:gd name="connsiteX372" fmla="*/ 1225990 w 1236043"/>
              <a:gd name="connsiteY372" fmla="*/ 10972 h 736842"/>
              <a:gd name="connsiteX373" fmla="*/ 1228008 w 1236043"/>
              <a:gd name="connsiteY373" fmla="*/ 97437 h 736842"/>
              <a:gd name="connsiteX374" fmla="*/ 1230020 w 1236043"/>
              <a:gd name="connsiteY374" fmla="*/ 62573 h 736842"/>
              <a:gd name="connsiteX375" fmla="*/ 1232033 w 1236043"/>
              <a:gd name="connsiteY375" fmla="*/ 32634 h 736842"/>
              <a:gd name="connsiteX376" fmla="*/ 1234041 w 1236043"/>
              <a:gd name="connsiteY376" fmla="*/ 46446 h 736842"/>
              <a:gd name="connsiteX377" fmla="*/ 1236044 w 1236043"/>
              <a:gd name="connsiteY377" fmla="*/ 47257 h 736842"/>
              <a:gd name="connsiteX378" fmla="*/ 1236044 w 1236043"/>
              <a:gd name="connsiteY378" fmla="*/ 47257 h 736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</a:cxnLst>
            <a:rect l="l" t="t" r="r" b="b"/>
            <a:pathLst>
              <a:path w="1236043" h="736842">
                <a:moveTo>
                  <a:pt x="0" y="634304"/>
                </a:moveTo>
                <a:lnTo>
                  <a:pt x="1782" y="582581"/>
                </a:lnTo>
                <a:lnTo>
                  <a:pt x="3607" y="736843"/>
                </a:lnTo>
                <a:lnTo>
                  <a:pt x="5476" y="678626"/>
                </a:lnTo>
                <a:lnTo>
                  <a:pt x="7395" y="593575"/>
                </a:lnTo>
                <a:lnTo>
                  <a:pt x="9364" y="439511"/>
                </a:lnTo>
                <a:lnTo>
                  <a:pt x="11381" y="407069"/>
                </a:lnTo>
                <a:lnTo>
                  <a:pt x="13452" y="405782"/>
                </a:lnTo>
                <a:lnTo>
                  <a:pt x="15578" y="402098"/>
                </a:lnTo>
                <a:lnTo>
                  <a:pt x="19999" y="489513"/>
                </a:lnTo>
                <a:lnTo>
                  <a:pt x="22297" y="444991"/>
                </a:lnTo>
                <a:lnTo>
                  <a:pt x="24657" y="424126"/>
                </a:lnTo>
                <a:lnTo>
                  <a:pt x="27083" y="381131"/>
                </a:lnTo>
                <a:lnTo>
                  <a:pt x="29572" y="353134"/>
                </a:lnTo>
                <a:lnTo>
                  <a:pt x="32129" y="348857"/>
                </a:lnTo>
                <a:lnTo>
                  <a:pt x="34757" y="347054"/>
                </a:lnTo>
                <a:lnTo>
                  <a:pt x="37456" y="344072"/>
                </a:lnTo>
                <a:lnTo>
                  <a:pt x="40229" y="385721"/>
                </a:lnTo>
                <a:lnTo>
                  <a:pt x="43076" y="352208"/>
                </a:lnTo>
                <a:lnTo>
                  <a:pt x="46001" y="331562"/>
                </a:lnTo>
                <a:lnTo>
                  <a:pt x="49006" y="313124"/>
                </a:lnTo>
                <a:lnTo>
                  <a:pt x="52092" y="333555"/>
                </a:lnTo>
                <a:lnTo>
                  <a:pt x="55261" y="306506"/>
                </a:lnTo>
                <a:lnTo>
                  <a:pt x="58514" y="297737"/>
                </a:lnTo>
                <a:lnTo>
                  <a:pt x="61851" y="292581"/>
                </a:lnTo>
                <a:lnTo>
                  <a:pt x="65279" y="290565"/>
                </a:lnTo>
                <a:lnTo>
                  <a:pt x="68795" y="286002"/>
                </a:lnTo>
                <a:lnTo>
                  <a:pt x="72398" y="283268"/>
                </a:lnTo>
                <a:lnTo>
                  <a:pt x="76094" y="272637"/>
                </a:lnTo>
                <a:lnTo>
                  <a:pt x="79879" y="279055"/>
                </a:lnTo>
                <a:lnTo>
                  <a:pt x="83756" y="272498"/>
                </a:lnTo>
                <a:lnTo>
                  <a:pt x="87724" y="267734"/>
                </a:lnTo>
                <a:lnTo>
                  <a:pt x="91782" y="265595"/>
                </a:lnTo>
                <a:lnTo>
                  <a:pt x="95931" y="256506"/>
                </a:lnTo>
                <a:lnTo>
                  <a:pt x="100169" y="245534"/>
                </a:lnTo>
                <a:lnTo>
                  <a:pt x="104496" y="240044"/>
                </a:lnTo>
                <a:lnTo>
                  <a:pt x="108909" y="231952"/>
                </a:lnTo>
                <a:lnTo>
                  <a:pt x="113407" y="236835"/>
                </a:lnTo>
                <a:lnTo>
                  <a:pt x="117986" y="234688"/>
                </a:lnTo>
                <a:lnTo>
                  <a:pt x="122646" y="231024"/>
                </a:lnTo>
                <a:lnTo>
                  <a:pt x="127383" y="227778"/>
                </a:lnTo>
                <a:lnTo>
                  <a:pt x="132194" y="216401"/>
                </a:lnTo>
                <a:lnTo>
                  <a:pt x="137074" y="218256"/>
                </a:lnTo>
                <a:lnTo>
                  <a:pt x="142022" y="224118"/>
                </a:lnTo>
                <a:lnTo>
                  <a:pt x="147032" y="223026"/>
                </a:lnTo>
                <a:lnTo>
                  <a:pt x="152101" y="224908"/>
                </a:lnTo>
                <a:lnTo>
                  <a:pt x="157226" y="217734"/>
                </a:lnTo>
                <a:lnTo>
                  <a:pt x="162400" y="223748"/>
                </a:lnTo>
                <a:lnTo>
                  <a:pt x="167621" y="225736"/>
                </a:lnTo>
                <a:lnTo>
                  <a:pt x="172883" y="237293"/>
                </a:lnTo>
                <a:lnTo>
                  <a:pt x="178183" y="241496"/>
                </a:lnTo>
                <a:lnTo>
                  <a:pt x="183517" y="242140"/>
                </a:lnTo>
                <a:lnTo>
                  <a:pt x="188878" y="260068"/>
                </a:lnTo>
                <a:lnTo>
                  <a:pt x="194265" y="248058"/>
                </a:lnTo>
                <a:lnTo>
                  <a:pt x="199674" y="253899"/>
                </a:lnTo>
                <a:lnTo>
                  <a:pt x="205098" y="266915"/>
                </a:lnTo>
                <a:lnTo>
                  <a:pt x="210537" y="244803"/>
                </a:lnTo>
                <a:lnTo>
                  <a:pt x="215985" y="240261"/>
                </a:lnTo>
                <a:lnTo>
                  <a:pt x="221441" y="270424"/>
                </a:lnTo>
                <a:lnTo>
                  <a:pt x="226899" y="274990"/>
                </a:lnTo>
                <a:lnTo>
                  <a:pt x="232357" y="272839"/>
                </a:lnTo>
                <a:lnTo>
                  <a:pt x="237813" y="244116"/>
                </a:lnTo>
                <a:lnTo>
                  <a:pt x="243264" y="261165"/>
                </a:lnTo>
                <a:lnTo>
                  <a:pt x="248705" y="267907"/>
                </a:lnTo>
                <a:lnTo>
                  <a:pt x="254138" y="261535"/>
                </a:lnTo>
                <a:lnTo>
                  <a:pt x="259560" y="260785"/>
                </a:lnTo>
                <a:lnTo>
                  <a:pt x="264967" y="254749"/>
                </a:lnTo>
                <a:lnTo>
                  <a:pt x="270359" y="246206"/>
                </a:lnTo>
                <a:lnTo>
                  <a:pt x="275734" y="243370"/>
                </a:lnTo>
                <a:lnTo>
                  <a:pt x="281090" y="254060"/>
                </a:lnTo>
                <a:lnTo>
                  <a:pt x="286426" y="263065"/>
                </a:lnTo>
                <a:lnTo>
                  <a:pt x="291741" y="262510"/>
                </a:lnTo>
                <a:lnTo>
                  <a:pt x="297036" y="278307"/>
                </a:lnTo>
                <a:lnTo>
                  <a:pt x="302304" y="259199"/>
                </a:lnTo>
                <a:lnTo>
                  <a:pt x="307550" y="259021"/>
                </a:lnTo>
                <a:lnTo>
                  <a:pt x="312771" y="269983"/>
                </a:lnTo>
                <a:lnTo>
                  <a:pt x="317969" y="240056"/>
                </a:lnTo>
                <a:lnTo>
                  <a:pt x="323139" y="254191"/>
                </a:lnTo>
                <a:lnTo>
                  <a:pt x="328283" y="239615"/>
                </a:lnTo>
                <a:lnTo>
                  <a:pt x="333403" y="255736"/>
                </a:lnTo>
                <a:lnTo>
                  <a:pt x="338493" y="242871"/>
                </a:lnTo>
                <a:lnTo>
                  <a:pt x="343556" y="254296"/>
                </a:lnTo>
                <a:lnTo>
                  <a:pt x="348593" y="246021"/>
                </a:lnTo>
                <a:lnTo>
                  <a:pt x="353602" y="228911"/>
                </a:lnTo>
                <a:lnTo>
                  <a:pt x="358583" y="224069"/>
                </a:lnTo>
                <a:lnTo>
                  <a:pt x="363537" y="229564"/>
                </a:lnTo>
                <a:lnTo>
                  <a:pt x="368461" y="213053"/>
                </a:lnTo>
                <a:lnTo>
                  <a:pt x="373359" y="214683"/>
                </a:lnTo>
                <a:lnTo>
                  <a:pt x="378230" y="212271"/>
                </a:lnTo>
                <a:lnTo>
                  <a:pt x="383071" y="203749"/>
                </a:lnTo>
                <a:lnTo>
                  <a:pt x="387886" y="197205"/>
                </a:lnTo>
                <a:lnTo>
                  <a:pt x="392674" y="192165"/>
                </a:lnTo>
                <a:lnTo>
                  <a:pt x="397435" y="182670"/>
                </a:lnTo>
                <a:lnTo>
                  <a:pt x="402167" y="181314"/>
                </a:lnTo>
                <a:lnTo>
                  <a:pt x="406872" y="175228"/>
                </a:lnTo>
                <a:lnTo>
                  <a:pt x="411551" y="172873"/>
                </a:lnTo>
                <a:lnTo>
                  <a:pt x="416205" y="162817"/>
                </a:lnTo>
                <a:lnTo>
                  <a:pt x="420829" y="163795"/>
                </a:lnTo>
                <a:lnTo>
                  <a:pt x="425430" y="152120"/>
                </a:lnTo>
                <a:lnTo>
                  <a:pt x="430003" y="159860"/>
                </a:lnTo>
                <a:lnTo>
                  <a:pt x="434550" y="161083"/>
                </a:lnTo>
                <a:lnTo>
                  <a:pt x="439073" y="157709"/>
                </a:lnTo>
                <a:lnTo>
                  <a:pt x="443568" y="151553"/>
                </a:lnTo>
                <a:lnTo>
                  <a:pt x="448042" y="157974"/>
                </a:lnTo>
                <a:lnTo>
                  <a:pt x="452486" y="140253"/>
                </a:lnTo>
                <a:lnTo>
                  <a:pt x="456909" y="160478"/>
                </a:lnTo>
                <a:lnTo>
                  <a:pt x="461307" y="164502"/>
                </a:lnTo>
                <a:lnTo>
                  <a:pt x="465681" y="168955"/>
                </a:lnTo>
                <a:lnTo>
                  <a:pt x="470033" y="175929"/>
                </a:lnTo>
                <a:lnTo>
                  <a:pt x="474358" y="201829"/>
                </a:lnTo>
                <a:lnTo>
                  <a:pt x="478661" y="189646"/>
                </a:lnTo>
                <a:lnTo>
                  <a:pt x="482942" y="253665"/>
                </a:lnTo>
                <a:lnTo>
                  <a:pt x="487199" y="235402"/>
                </a:lnTo>
                <a:lnTo>
                  <a:pt x="491434" y="234798"/>
                </a:lnTo>
                <a:lnTo>
                  <a:pt x="495644" y="220963"/>
                </a:lnTo>
                <a:lnTo>
                  <a:pt x="499835" y="232622"/>
                </a:lnTo>
                <a:lnTo>
                  <a:pt x="504004" y="221494"/>
                </a:lnTo>
                <a:lnTo>
                  <a:pt x="508152" y="215843"/>
                </a:lnTo>
                <a:lnTo>
                  <a:pt x="512277" y="188703"/>
                </a:lnTo>
                <a:lnTo>
                  <a:pt x="516383" y="201709"/>
                </a:lnTo>
                <a:lnTo>
                  <a:pt x="520466" y="181616"/>
                </a:lnTo>
                <a:lnTo>
                  <a:pt x="524528" y="174309"/>
                </a:lnTo>
                <a:lnTo>
                  <a:pt x="528573" y="188344"/>
                </a:lnTo>
                <a:lnTo>
                  <a:pt x="532596" y="203425"/>
                </a:lnTo>
                <a:lnTo>
                  <a:pt x="536597" y="199930"/>
                </a:lnTo>
                <a:lnTo>
                  <a:pt x="540581" y="201273"/>
                </a:lnTo>
                <a:lnTo>
                  <a:pt x="544545" y="187732"/>
                </a:lnTo>
                <a:lnTo>
                  <a:pt x="548490" y="205384"/>
                </a:lnTo>
                <a:lnTo>
                  <a:pt x="552416" y="196116"/>
                </a:lnTo>
                <a:lnTo>
                  <a:pt x="556322" y="212098"/>
                </a:lnTo>
                <a:lnTo>
                  <a:pt x="560211" y="224301"/>
                </a:lnTo>
                <a:lnTo>
                  <a:pt x="564082" y="204109"/>
                </a:lnTo>
                <a:lnTo>
                  <a:pt x="567935" y="202066"/>
                </a:lnTo>
                <a:lnTo>
                  <a:pt x="571768" y="215802"/>
                </a:lnTo>
                <a:lnTo>
                  <a:pt x="575583" y="215461"/>
                </a:lnTo>
                <a:lnTo>
                  <a:pt x="579382" y="203027"/>
                </a:lnTo>
                <a:lnTo>
                  <a:pt x="583164" y="209644"/>
                </a:lnTo>
                <a:lnTo>
                  <a:pt x="586928" y="204213"/>
                </a:lnTo>
                <a:lnTo>
                  <a:pt x="590676" y="174370"/>
                </a:lnTo>
                <a:lnTo>
                  <a:pt x="594409" y="215621"/>
                </a:lnTo>
                <a:lnTo>
                  <a:pt x="598122" y="197077"/>
                </a:lnTo>
                <a:lnTo>
                  <a:pt x="601821" y="206361"/>
                </a:lnTo>
                <a:lnTo>
                  <a:pt x="605503" y="206473"/>
                </a:lnTo>
                <a:lnTo>
                  <a:pt x="609168" y="212064"/>
                </a:lnTo>
                <a:lnTo>
                  <a:pt x="612818" y="195104"/>
                </a:lnTo>
                <a:lnTo>
                  <a:pt x="616451" y="191697"/>
                </a:lnTo>
                <a:lnTo>
                  <a:pt x="620072" y="206807"/>
                </a:lnTo>
                <a:lnTo>
                  <a:pt x="623675" y="184129"/>
                </a:lnTo>
                <a:lnTo>
                  <a:pt x="627262" y="194637"/>
                </a:lnTo>
                <a:lnTo>
                  <a:pt x="630837" y="212885"/>
                </a:lnTo>
                <a:lnTo>
                  <a:pt x="634394" y="181051"/>
                </a:lnTo>
                <a:lnTo>
                  <a:pt x="637940" y="207649"/>
                </a:lnTo>
                <a:lnTo>
                  <a:pt x="641468" y="190918"/>
                </a:lnTo>
                <a:lnTo>
                  <a:pt x="644984" y="177450"/>
                </a:lnTo>
                <a:lnTo>
                  <a:pt x="648483" y="177792"/>
                </a:lnTo>
                <a:lnTo>
                  <a:pt x="651970" y="167861"/>
                </a:lnTo>
                <a:lnTo>
                  <a:pt x="655444" y="197173"/>
                </a:lnTo>
                <a:lnTo>
                  <a:pt x="658902" y="171808"/>
                </a:lnTo>
                <a:lnTo>
                  <a:pt x="662347" y="164839"/>
                </a:lnTo>
                <a:lnTo>
                  <a:pt x="665781" y="178011"/>
                </a:lnTo>
                <a:lnTo>
                  <a:pt x="669199" y="177723"/>
                </a:lnTo>
                <a:lnTo>
                  <a:pt x="672603" y="171253"/>
                </a:lnTo>
                <a:lnTo>
                  <a:pt x="675995" y="146657"/>
                </a:lnTo>
                <a:lnTo>
                  <a:pt x="679375" y="162562"/>
                </a:lnTo>
                <a:lnTo>
                  <a:pt x="682742" y="160074"/>
                </a:lnTo>
                <a:lnTo>
                  <a:pt x="686095" y="153354"/>
                </a:lnTo>
                <a:lnTo>
                  <a:pt x="689438" y="143034"/>
                </a:lnTo>
                <a:lnTo>
                  <a:pt x="692767" y="136482"/>
                </a:lnTo>
                <a:lnTo>
                  <a:pt x="696083" y="144136"/>
                </a:lnTo>
                <a:lnTo>
                  <a:pt x="699387" y="137587"/>
                </a:lnTo>
                <a:lnTo>
                  <a:pt x="702679" y="135179"/>
                </a:lnTo>
                <a:lnTo>
                  <a:pt x="705959" y="118774"/>
                </a:lnTo>
                <a:lnTo>
                  <a:pt x="709229" y="137707"/>
                </a:lnTo>
                <a:lnTo>
                  <a:pt x="712484" y="121249"/>
                </a:lnTo>
                <a:lnTo>
                  <a:pt x="715729" y="116120"/>
                </a:lnTo>
                <a:lnTo>
                  <a:pt x="718963" y="118112"/>
                </a:lnTo>
                <a:lnTo>
                  <a:pt x="722184" y="121765"/>
                </a:lnTo>
                <a:lnTo>
                  <a:pt x="725396" y="113237"/>
                </a:lnTo>
                <a:lnTo>
                  <a:pt x="728595" y="106002"/>
                </a:lnTo>
                <a:lnTo>
                  <a:pt x="731785" y="109131"/>
                </a:lnTo>
                <a:lnTo>
                  <a:pt x="734962" y="109331"/>
                </a:lnTo>
                <a:lnTo>
                  <a:pt x="738127" y="105555"/>
                </a:lnTo>
                <a:lnTo>
                  <a:pt x="741285" y="100246"/>
                </a:lnTo>
                <a:lnTo>
                  <a:pt x="744428" y="102226"/>
                </a:lnTo>
                <a:lnTo>
                  <a:pt x="747564" y="93972"/>
                </a:lnTo>
                <a:lnTo>
                  <a:pt x="750688" y="96540"/>
                </a:lnTo>
                <a:lnTo>
                  <a:pt x="753802" y="102883"/>
                </a:lnTo>
                <a:lnTo>
                  <a:pt x="756904" y="111753"/>
                </a:lnTo>
                <a:lnTo>
                  <a:pt x="759998" y="90922"/>
                </a:lnTo>
                <a:lnTo>
                  <a:pt x="763081" y="83623"/>
                </a:lnTo>
                <a:lnTo>
                  <a:pt x="766153" y="97404"/>
                </a:lnTo>
                <a:lnTo>
                  <a:pt x="769216" y="88849"/>
                </a:lnTo>
                <a:lnTo>
                  <a:pt x="772269" y="97455"/>
                </a:lnTo>
                <a:lnTo>
                  <a:pt x="775313" y="88157"/>
                </a:lnTo>
                <a:lnTo>
                  <a:pt x="778346" y="81827"/>
                </a:lnTo>
                <a:lnTo>
                  <a:pt x="781370" y="79082"/>
                </a:lnTo>
                <a:lnTo>
                  <a:pt x="784387" y="82954"/>
                </a:lnTo>
                <a:lnTo>
                  <a:pt x="787391" y="75826"/>
                </a:lnTo>
                <a:lnTo>
                  <a:pt x="790386" y="78322"/>
                </a:lnTo>
                <a:lnTo>
                  <a:pt x="793373" y="80006"/>
                </a:lnTo>
                <a:lnTo>
                  <a:pt x="796351" y="83225"/>
                </a:lnTo>
                <a:lnTo>
                  <a:pt x="799319" y="70484"/>
                </a:lnTo>
                <a:lnTo>
                  <a:pt x="802277" y="60900"/>
                </a:lnTo>
                <a:lnTo>
                  <a:pt x="805228" y="70338"/>
                </a:lnTo>
                <a:lnTo>
                  <a:pt x="808169" y="72809"/>
                </a:lnTo>
                <a:lnTo>
                  <a:pt x="811100" y="70990"/>
                </a:lnTo>
                <a:lnTo>
                  <a:pt x="814024" y="65424"/>
                </a:lnTo>
                <a:lnTo>
                  <a:pt x="816938" y="64458"/>
                </a:lnTo>
                <a:lnTo>
                  <a:pt x="819845" y="61620"/>
                </a:lnTo>
                <a:lnTo>
                  <a:pt x="822742" y="65383"/>
                </a:lnTo>
                <a:lnTo>
                  <a:pt x="825630" y="66401"/>
                </a:lnTo>
                <a:lnTo>
                  <a:pt x="828512" y="56616"/>
                </a:lnTo>
                <a:lnTo>
                  <a:pt x="834248" y="58831"/>
                </a:lnTo>
                <a:lnTo>
                  <a:pt x="837104" y="62402"/>
                </a:lnTo>
                <a:lnTo>
                  <a:pt x="842791" y="58261"/>
                </a:lnTo>
                <a:lnTo>
                  <a:pt x="845622" y="58331"/>
                </a:lnTo>
                <a:lnTo>
                  <a:pt x="848444" y="70475"/>
                </a:lnTo>
                <a:lnTo>
                  <a:pt x="851261" y="50734"/>
                </a:lnTo>
                <a:lnTo>
                  <a:pt x="854068" y="54467"/>
                </a:lnTo>
                <a:lnTo>
                  <a:pt x="856867" y="52342"/>
                </a:lnTo>
                <a:lnTo>
                  <a:pt x="859660" y="59335"/>
                </a:lnTo>
                <a:lnTo>
                  <a:pt x="862445" y="61632"/>
                </a:lnTo>
                <a:lnTo>
                  <a:pt x="865220" y="57601"/>
                </a:lnTo>
                <a:lnTo>
                  <a:pt x="867991" y="52293"/>
                </a:lnTo>
                <a:lnTo>
                  <a:pt x="870751" y="53474"/>
                </a:lnTo>
                <a:lnTo>
                  <a:pt x="873505" y="50793"/>
                </a:lnTo>
                <a:lnTo>
                  <a:pt x="876253" y="49546"/>
                </a:lnTo>
                <a:lnTo>
                  <a:pt x="878992" y="52895"/>
                </a:lnTo>
                <a:lnTo>
                  <a:pt x="884448" y="52212"/>
                </a:lnTo>
                <a:lnTo>
                  <a:pt x="887167" y="50589"/>
                </a:lnTo>
                <a:lnTo>
                  <a:pt x="889877" y="50300"/>
                </a:lnTo>
                <a:lnTo>
                  <a:pt x="892581" y="49020"/>
                </a:lnTo>
                <a:lnTo>
                  <a:pt x="895276" y="48983"/>
                </a:lnTo>
                <a:lnTo>
                  <a:pt x="897966" y="50300"/>
                </a:lnTo>
                <a:lnTo>
                  <a:pt x="900649" y="50259"/>
                </a:lnTo>
                <a:lnTo>
                  <a:pt x="903325" y="61302"/>
                </a:lnTo>
                <a:lnTo>
                  <a:pt x="905993" y="45524"/>
                </a:lnTo>
                <a:lnTo>
                  <a:pt x="908653" y="49958"/>
                </a:lnTo>
                <a:lnTo>
                  <a:pt x="911309" y="51023"/>
                </a:lnTo>
                <a:lnTo>
                  <a:pt x="913958" y="49780"/>
                </a:lnTo>
                <a:lnTo>
                  <a:pt x="916599" y="46790"/>
                </a:lnTo>
                <a:lnTo>
                  <a:pt x="919236" y="54872"/>
                </a:lnTo>
                <a:lnTo>
                  <a:pt x="921863" y="52323"/>
                </a:lnTo>
                <a:lnTo>
                  <a:pt x="924484" y="52418"/>
                </a:lnTo>
                <a:lnTo>
                  <a:pt x="927101" y="50566"/>
                </a:lnTo>
                <a:lnTo>
                  <a:pt x="929711" y="56135"/>
                </a:lnTo>
                <a:lnTo>
                  <a:pt x="932313" y="54008"/>
                </a:lnTo>
                <a:lnTo>
                  <a:pt x="934908" y="49752"/>
                </a:lnTo>
                <a:lnTo>
                  <a:pt x="937499" y="48369"/>
                </a:lnTo>
                <a:lnTo>
                  <a:pt x="940084" y="40097"/>
                </a:lnTo>
                <a:lnTo>
                  <a:pt x="942659" y="27635"/>
                </a:lnTo>
                <a:lnTo>
                  <a:pt x="945232" y="51290"/>
                </a:lnTo>
                <a:lnTo>
                  <a:pt x="947796" y="45655"/>
                </a:lnTo>
                <a:lnTo>
                  <a:pt x="950357" y="48369"/>
                </a:lnTo>
                <a:lnTo>
                  <a:pt x="952908" y="54753"/>
                </a:lnTo>
                <a:lnTo>
                  <a:pt x="955457" y="52796"/>
                </a:lnTo>
                <a:lnTo>
                  <a:pt x="957998" y="52741"/>
                </a:lnTo>
                <a:lnTo>
                  <a:pt x="960532" y="45242"/>
                </a:lnTo>
                <a:lnTo>
                  <a:pt x="963061" y="44982"/>
                </a:lnTo>
                <a:lnTo>
                  <a:pt x="965583" y="50264"/>
                </a:lnTo>
                <a:lnTo>
                  <a:pt x="968100" y="56544"/>
                </a:lnTo>
                <a:lnTo>
                  <a:pt x="970613" y="42833"/>
                </a:lnTo>
                <a:lnTo>
                  <a:pt x="973120" y="48184"/>
                </a:lnTo>
                <a:lnTo>
                  <a:pt x="975620" y="55917"/>
                </a:lnTo>
                <a:lnTo>
                  <a:pt x="978113" y="40956"/>
                </a:lnTo>
                <a:lnTo>
                  <a:pt x="980603" y="57172"/>
                </a:lnTo>
                <a:lnTo>
                  <a:pt x="983086" y="49920"/>
                </a:lnTo>
                <a:lnTo>
                  <a:pt x="985561" y="39674"/>
                </a:lnTo>
                <a:lnTo>
                  <a:pt x="988035" y="74868"/>
                </a:lnTo>
                <a:lnTo>
                  <a:pt x="990500" y="40835"/>
                </a:lnTo>
                <a:lnTo>
                  <a:pt x="992961" y="37866"/>
                </a:lnTo>
                <a:lnTo>
                  <a:pt x="995418" y="38361"/>
                </a:lnTo>
                <a:lnTo>
                  <a:pt x="997866" y="35860"/>
                </a:lnTo>
                <a:lnTo>
                  <a:pt x="1000310" y="46980"/>
                </a:lnTo>
                <a:lnTo>
                  <a:pt x="1002749" y="26447"/>
                </a:lnTo>
                <a:lnTo>
                  <a:pt x="1005184" y="41165"/>
                </a:lnTo>
                <a:lnTo>
                  <a:pt x="1010035" y="17402"/>
                </a:lnTo>
                <a:lnTo>
                  <a:pt x="1012455" y="20427"/>
                </a:lnTo>
                <a:lnTo>
                  <a:pt x="1014867" y="31040"/>
                </a:lnTo>
                <a:lnTo>
                  <a:pt x="1017274" y="33792"/>
                </a:lnTo>
                <a:lnTo>
                  <a:pt x="1019677" y="52427"/>
                </a:lnTo>
                <a:lnTo>
                  <a:pt x="1022074" y="57416"/>
                </a:lnTo>
                <a:lnTo>
                  <a:pt x="1026853" y="54109"/>
                </a:lnTo>
                <a:lnTo>
                  <a:pt x="1029236" y="14829"/>
                </a:lnTo>
                <a:lnTo>
                  <a:pt x="1031614" y="14953"/>
                </a:lnTo>
                <a:lnTo>
                  <a:pt x="1033985" y="45803"/>
                </a:lnTo>
                <a:lnTo>
                  <a:pt x="1036353" y="35321"/>
                </a:lnTo>
                <a:lnTo>
                  <a:pt x="1038714" y="42077"/>
                </a:lnTo>
                <a:lnTo>
                  <a:pt x="1041073" y="36814"/>
                </a:lnTo>
                <a:lnTo>
                  <a:pt x="1043424" y="14284"/>
                </a:lnTo>
                <a:lnTo>
                  <a:pt x="1045773" y="10341"/>
                </a:lnTo>
                <a:lnTo>
                  <a:pt x="1048115" y="2516"/>
                </a:lnTo>
                <a:lnTo>
                  <a:pt x="1052786" y="41885"/>
                </a:lnTo>
                <a:lnTo>
                  <a:pt x="1055115" y="43091"/>
                </a:lnTo>
                <a:lnTo>
                  <a:pt x="1057440" y="31064"/>
                </a:lnTo>
                <a:lnTo>
                  <a:pt x="1059757" y="42145"/>
                </a:lnTo>
                <a:lnTo>
                  <a:pt x="1062072" y="11973"/>
                </a:lnTo>
                <a:lnTo>
                  <a:pt x="1064382" y="42721"/>
                </a:lnTo>
                <a:lnTo>
                  <a:pt x="1066687" y="36144"/>
                </a:lnTo>
                <a:lnTo>
                  <a:pt x="1068990" y="38273"/>
                </a:lnTo>
                <a:lnTo>
                  <a:pt x="1071285" y="41687"/>
                </a:lnTo>
                <a:lnTo>
                  <a:pt x="1073578" y="50549"/>
                </a:lnTo>
                <a:lnTo>
                  <a:pt x="1075864" y="46633"/>
                </a:lnTo>
                <a:lnTo>
                  <a:pt x="1078147" y="35609"/>
                </a:lnTo>
                <a:lnTo>
                  <a:pt x="1080425" y="32552"/>
                </a:lnTo>
                <a:lnTo>
                  <a:pt x="1082698" y="30496"/>
                </a:lnTo>
                <a:lnTo>
                  <a:pt x="1084967" y="21100"/>
                </a:lnTo>
                <a:lnTo>
                  <a:pt x="1087233" y="32435"/>
                </a:lnTo>
                <a:lnTo>
                  <a:pt x="1089494" y="36198"/>
                </a:lnTo>
                <a:lnTo>
                  <a:pt x="1091750" y="53450"/>
                </a:lnTo>
                <a:lnTo>
                  <a:pt x="1094002" y="30918"/>
                </a:lnTo>
                <a:lnTo>
                  <a:pt x="1096249" y="16760"/>
                </a:lnTo>
                <a:lnTo>
                  <a:pt x="1098493" y="49478"/>
                </a:lnTo>
                <a:lnTo>
                  <a:pt x="1100732" y="39023"/>
                </a:lnTo>
                <a:lnTo>
                  <a:pt x="1102966" y="44721"/>
                </a:lnTo>
                <a:lnTo>
                  <a:pt x="1105196" y="26997"/>
                </a:lnTo>
                <a:lnTo>
                  <a:pt x="1107423" y="21138"/>
                </a:lnTo>
                <a:lnTo>
                  <a:pt x="1109645" y="39560"/>
                </a:lnTo>
                <a:lnTo>
                  <a:pt x="1111863" y="33221"/>
                </a:lnTo>
                <a:lnTo>
                  <a:pt x="1114077" y="44344"/>
                </a:lnTo>
                <a:lnTo>
                  <a:pt x="1116288" y="51107"/>
                </a:lnTo>
                <a:lnTo>
                  <a:pt x="1118493" y="37582"/>
                </a:lnTo>
                <a:lnTo>
                  <a:pt x="1120695" y="44870"/>
                </a:lnTo>
                <a:lnTo>
                  <a:pt x="1122893" y="32915"/>
                </a:lnTo>
                <a:lnTo>
                  <a:pt x="1125086" y="36730"/>
                </a:lnTo>
                <a:lnTo>
                  <a:pt x="1127274" y="50165"/>
                </a:lnTo>
                <a:lnTo>
                  <a:pt x="1129460" y="42446"/>
                </a:lnTo>
                <a:lnTo>
                  <a:pt x="1131643" y="45775"/>
                </a:lnTo>
                <a:lnTo>
                  <a:pt x="1133819" y="15932"/>
                </a:lnTo>
                <a:lnTo>
                  <a:pt x="1135993" y="36438"/>
                </a:lnTo>
                <a:lnTo>
                  <a:pt x="1138164" y="36136"/>
                </a:lnTo>
                <a:lnTo>
                  <a:pt x="1140330" y="15391"/>
                </a:lnTo>
                <a:lnTo>
                  <a:pt x="1142491" y="25532"/>
                </a:lnTo>
                <a:lnTo>
                  <a:pt x="1144650" y="46020"/>
                </a:lnTo>
                <a:lnTo>
                  <a:pt x="1146804" y="21496"/>
                </a:lnTo>
                <a:lnTo>
                  <a:pt x="1148956" y="61403"/>
                </a:lnTo>
                <a:lnTo>
                  <a:pt x="1151102" y="40331"/>
                </a:lnTo>
                <a:lnTo>
                  <a:pt x="1153244" y="32577"/>
                </a:lnTo>
                <a:lnTo>
                  <a:pt x="1155383" y="56061"/>
                </a:lnTo>
                <a:lnTo>
                  <a:pt x="1157518" y="39862"/>
                </a:lnTo>
                <a:lnTo>
                  <a:pt x="1159650" y="45108"/>
                </a:lnTo>
                <a:lnTo>
                  <a:pt x="1161780" y="56742"/>
                </a:lnTo>
                <a:lnTo>
                  <a:pt x="1163902" y="47945"/>
                </a:lnTo>
                <a:lnTo>
                  <a:pt x="1166024" y="55487"/>
                </a:lnTo>
                <a:lnTo>
                  <a:pt x="1168139" y="49210"/>
                </a:lnTo>
                <a:lnTo>
                  <a:pt x="1170254" y="45582"/>
                </a:lnTo>
                <a:lnTo>
                  <a:pt x="1172362" y="68856"/>
                </a:lnTo>
                <a:lnTo>
                  <a:pt x="1174470" y="46530"/>
                </a:lnTo>
                <a:lnTo>
                  <a:pt x="1176573" y="46559"/>
                </a:lnTo>
                <a:lnTo>
                  <a:pt x="1178671" y="53385"/>
                </a:lnTo>
                <a:lnTo>
                  <a:pt x="1180766" y="35025"/>
                </a:lnTo>
                <a:lnTo>
                  <a:pt x="1182857" y="38951"/>
                </a:lnTo>
                <a:lnTo>
                  <a:pt x="1184945" y="38246"/>
                </a:lnTo>
                <a:lnTo>
                  <a:pt x="1187031" y="20779"/>
                </a:lnTo>
                <a:lnTo>
                  <a:pt x="1189112" y="30454"/>
                </a:lnTo>
                <a:lnTo>
                  <a:pt x="1191188" y="28009"/>
                </a:lnTo>
                <a:lnTo>
                  <a:pt x="1193264" y="23644"/>
                </a:lnTo>
                <a:lnTo>
                  <a:pt x="1195332" y="45759"/>
                </a:lnTo>
                <a:lnTo>
                  <a:pt x="1197401" y="28823"/>
                </a:lnTo>
                <a:lnTo>
                  <a:pt x="1199465" y="53184"/>
                </a:lnTo>
                <a:lnTo>
                  <a:pt x="1201524" y="53049"/>
                </a:lnTo>
                <a:lnTo>
                  <a:pt x="1203583" y="31075"/>
                </a:lnTo>
                <a:lnTo>
                  <a:pt x="1205637" y="34535"/>
                </a:lnTo>
                <a:lnTo>
                  <a:pt x="1207686" y="31606"/>
                </a:lnTo>
                <a:lnTo>
                  <a:pt x="1209733" y="19289"/>
                </a:lnTo>
                <a:lnTo>
                  <a:pt x="1211777" y="32274"/>
                </a:lnTo>
                <a:lnTo>
                  <a:pt x="1213817" y="63093"/>
                </a:lnTo>
                <a:lnTo>
                  <a:pt x="1215854" y="183392"/>
                </a:lnTo>
                <a:lnTo>
                  <a:pt x="1217888" y="30228"/>
                </a:lnTo>
                <a:lnTo>
                  <a:pt x="1219918" y="0"/>
                </a:lnTo>
                <a:lnTo>
                  <a:pt x="1221945" y="5821"/>
                </a:lnTo>
                <a:lnTo>
                  <a:pt x="1223970" y="89495"/>
                </a:lnTo>
                <a:lnTo>
                  <a:pt x="1225990" y="10972"/>
                </a:lnTo>
                <a:lnTo>
                  <a:pt x="1228008" y="97437"/>
                </a:lnTo>
                <a:lnTo>
                  <a:pt x="1230020" y="62573"/>
                </a:lnTo>
                <a:lnTo>
                  <a:pt x="1232033" y="32634"/>
                </a:lnTo>
                <a:lnTo>
                  <a:pt x="1234041" y="46446"/>
                </a:lnTo>
                <a:lnTo>
                  <a:pt x="1236044" y="47257"/>
                </a:lnTo>
                <a:lnTo>
                  <a:pt x="1236044" y="47257"/>
                </a:lnTo>
              </a:path>
            </a:pathLst>
          </a:custGeom>
          <a:noFill/>
          <a:ln w="38100" cap="sq">
            <a:solidFill>
              <a:srgbClr val="E9C46A"/>
            </a:solidFill>
            <a:prstDash val="solid"/>
            <a:round/>
          </a:ln>
        </p:spPr>
        <p:txBody>
          <a:bodyPr rtlCol="0" anchor="ctr"/>
          <a:lstStyle/>
          <a:p>
            <a:endParaRPr lang="es-ES" dirty="0"/>
          </a:p>
        </p:txBody>
      </p:sp>
      <p:sp>
        <p:nvSpPr>
          <p:cNvPr id="474" name="Forma libre: forma 473">
            <a:extLst>
              <a:ext uri="{FF2B5EF4-FFF2-40B4-BE49-F238E27FC236}">
                <a16:creationId xmlns:a16="http://schemas.microsoft.com/office/drawing/2014/main" id="{32C538D1-AB80-1BA9-037D-E0EA1B104188}"/>
              </a:ext>
            </a:extLst>
          </p:cNvPr>
          <p:cNvSpPr/>
          <p:nvPr/>
        </p:nvSpPr>
        <p:spPr>
          <a:xfrm>
            <a:off x="2455868" y="13680202"/>
            <a:ext cx="4157903" cy="2500803"/>
          </a:xfrm>
          <a:custGeom>
            <a:avLst/>
            <a:gdLst>
              <a:gd name="connsiteX0" fmla="*/ 4157903 w 4157903"/>
              <a:gd name="connsiteY0" fmla="*/ 2307263 h 2500803"/>
              <a:gd name="connsiteX1" fmla="*/ 4151165 w 4157903"/>
              <a:gd name="connsiteY1" fmla="*/ 2129602 h 2500803"/>
              <a:gd name="connsiteX2" fmla="*/ 4144411 w 4157903"/>
              <a:gd name="connsiteY2" fmla="*/ 2342212 h 2500803"/>
              <a:gd name="connsiteX3" fmla="*/ 4137641 w 4157903"/>
              <a:gd name="connsiteY3" fmla="*/ 2030323 h 2500803"/>
              <a:gd name="connsiteX4" fmla="*/ 4124084 w 4157903"/>
              <a:gd name="connsiteY4" fmla="*/ 2185283 h 2500803"/>
              <a:gd name="connsiteX5" fmla="*/ 4117289 w 4157903"/>
              <a:gd name="connsiteY5" fmla="*/ 2045771 h 2500803"/>
              <a:gd name="connsiteX6" fmla="*/ 4110478 w 4157903"/>
              <a:gd name="connsiteY6" fmla="*/ 2139551 h 2500803"/>
              <a:gd name="connsiteX7" fmla="*/ 4103659 w 4157903"/>
              <a:gd name="connsiteY7" fmla="*/ 1951528 h 2500803"/>
              <a:gd name="connsiteX8" fmla="*/ 4096831 w 4157903"/>
              <a:gd name="connsiteY8" fmla="*/ 2027627 h 2500803"/>
              <a:gd name="connsiteX9" fmla="*/ 4089986 w 4157903"/>
              <a:gd name="connsiteY9" fmla="*/ 1991520 h 2500803"/>
              <a:gd name="connsiteX10" fmla="*/ 4083135 w 4157903"/>
              <a:gd name="connsiteY10" fmla="*/ 1723868 h 2500803"/>
              <a:gd name="connsiteX11" fmla="*/ 4076273 w 4157903"/>
              <a:gd name="connsiteY11" fmla="*/ 1894185 h 2500803"/>
              <a:gd name="connsiteX12" fmla="*/ 4062512 w 4157903"/>
              <a:gd name="connsiteY12" fmla="*/ 2113145 h 2500803"/>
              <a:gd name="connsiteX13" fmla="*/ 4055618 w 4157903"/>
              <a:gd name="connsiteY13" fmla="*/ 2123243 h 2500803"/>
              <a:gd name="connsiteX14" fmla="*/ 4048708 w 4157903"/>
              <a:gd name="connsiteY14" fmla="*/ 1825785 h 2500803"/>
              <a:gd name="connsiteX15" fmla="*/ 4041791 w 4157903"/>
              <a:gd name="connsiteY15" fmla="*/ 1783625 h 2500803"/>
              <a:gd name="connsiteX16" fmla="*/ 4034856 w 4157903"/>
              <a:gd name="connsiteY16" fmla="*/ 2259497 h 2500803"/>
              <a:gd name="connsiteX17" fmla="*/ 4027914 w 4157903"/>
              <a:gd name="connsiteY17" fmla="*/ 2232761 h 2500803"/>
              <a:gd name="connsiteX18" fmla="*/ 4020963 w 4157903"/>
              <a:gd name="connsiteY18" fmla="*/ 2061905 h 2500803"/>
              <a:gd name="connsiteX19" fmla="*/ 4013995 w 4157903"/>
              <a:gd name="connsiteY19" fmla="*/ 2106703 h 2500803"/>
              <a:gd name="connsiteX20" fmla="*/ 4007020 w 4157903"/>
              <a:gd name="connsiteY20" fmla="*/ 2076270 h 2500803"/>
              <a:gd name="connsiteX21" fmla="*/ 4000029 w 4157903"/>
              <a:gd name="connsiteY21" fmla="*/ 2020655 h 2500803"/>
              <a:gd name="connsiteX22" fmla="*/ 3993029 w 4157903"/>
              <a:gd name="connsiteY22" fmla="*/ 2188178 h 2500803"/>
              <a:gd name="connsiteX23" fmla="*/ 3986013 w 4157903"/>
              <a:gd name="connsiteY23" fmla="*/ 2297762 h 2500803"/>
              <a:gd name="connsiteX24" fmla="*/ 3978988 w 4157903"/>
              <a:gd name="connsiteY24" fmla="*/ 2307273 h 2500803"/>
              <a:gd name="connsiteX25" fmla="*/ 3971955 w 4157903"/>
              <a:gd name="connsiteY25" fmla="*/ 2390574 h 2500803"/>
              <a:gd name="connsiteX26" fmla="*/ 3964907 w 4157903"/>
              <a:gd name="connsiteY26" fmla="*/ 2204875 h 2500803"/>
              <a:gd name="connsiteX27" fmla="*/ 3957849 w 4157903"/>
              <a:gd name="connsiteY27" fmla="*/ 2430328 h 2500803"/>
              <a:gd name="connsiteX28" fmla="*/ 3950775 w 4157903"/>
              <a:gd name="connsiteY28" fmla="*/ 2442161 h 2500803"/>
              <a:gd name="connsiteX29" fmla="*/ 3943693 w 4157903"/>
              <a:gd name="connsiteY29" fmla="*/ 2421280 h 2500803"/>
              <a:gd name="connsiteX30" fmla="*/ 3936595 w 4157903"/>
              <a:gd name="connsiteY30" fmla="*/ 2265609 h 2500803"/>
              <a:gd name="connsiteX31" fmla="*/ 3929480 w 4157903"/>
              <a:gd name="connsiteY31" fmla="*/ 1675505 h 2500803"/>
              <a:gd name="connsiteX32" fmla="*/ 3925852 w 4157903"/>
              <a:gd name="connsiteY32" fmla="*/ 2096407 h 2500803"/>
              <a:gd name="connsiteX33" fmla="*/ 3922366 w 4157903"/>
              <a:gd name="connsiteY33" fmla="*/ 2500804 h 2500803"/>
              <a:gd name="connsiteX34" fmla="*/ 3915226 w 4157903"/>
              <a:gd name="connsiteY34" fmla="*/ 2384703 h 2500803"/>
              <a:gd name="connsiteX35" fmla="*/ 3908088 w 4157903"/>
              <a:gd name="connsiteY35" fmla="*/ 2241196 h 2500803"/>
              <a:gd name="connsiteX36" fmla="*/ 3900924 w 4157903"/>
              <a:gd name="connsiteY36" fmla="*/ 2434082 h 2500803"/>
              <a:gd name="connsiteX37" fmla="*/ 3893751 w 4157903"/>
              <a:gd name="connsiteY37" fmla="*/ 2391293 h 2500803"/>
              <a:gd name="connsiteX38" fmla="*/ 3886572 w 4157903"/>
              <a:gd name="connsiteY38" fmla="*/ 2479310 h 2500803"/>
              <a:gd name="connsiteX39" fmla="*/ 3879375 w 4157903"/>
              <a:gd name="connsiteY39" fmla="*/ 2467029 h 2500803"/>
              <a:gd name="connsiteX40" fmla="*/ 3872170 w 4157903"/>
              <a:gd name="connsiteY40" fmla="*/ 2007919 h 2500803"/>
              <a:gd name="connsiteX41" fmla="*/ 3864949 w 4157903"/>
              <a:gd name="connsiteY41" fmla="*/ 2389466 h 2500803"/>
              <a:gd name="connsiteX42" fmla="*/ 3857711 w 4157903"/>
              <a:gd name="connsiteY42" fmla="*/ 2495320 h 2500803"/>
              <a:gd name="connsiteX43" fmla="*/ 3850602 w 4157903"/>
              <a:gd name="connsiteY43" fmla="*/ 2029610 h 2500803"/>
              <a:gd name="connsiteX44" fmla="*/ 3843203 w 4157903"/>
              <a:gd name="connsiteY44" fmla="*/ 1544891 h 2500803"/>
              <a:gd name="connsiteX45" fmla="*/ 3839568 w 4157903"/>
              <a:gd name="connsiteY45" fmla="*/ 2005481 h 2500803"/>
              <a:gd name="connsiteX46" fmla="*/ 3835932 w 4157903"/>
              <a:gd name="connsiteY46" fmla="*/ 2466070 h 2500803"/>
              <a:gd name="connsiteX47" fmla="*/ 3828645 w 4157903"/>
              <a:gd name="connsiteY47" fmla="*/ 2440797 h 2500803"/>
              <a:gd name="connsiteX48" fmla="*/ 3821342 w 4157903"/>
              <a:gd name="connsiteY48" fmla="*/ 2465574 h 2500803"/>
              <a:gd name="connsiteX49" fmla="*/ 3814039 w 4157903"/>
              <a:gd name="connsiteY49" fmla="*/ 2273092 h 2500803"/>
              <a:gd name="connsiteX50" fmla="*/ 3806712 w 4157903"/>
              <a:gd name="connsiteY50" fmla="*/ 2047474 h 2500803"/>
              <a:gd name="connsiteX51" fmla="*/ 3799376 w 4157903"/>
              <a:gd name="connsiteY51" fmla="*/ 2070042 h 2500803"/>
              <a:gd name="connsiteX52" fmla="*/ 3792024 w 4157903"/>
              <a:gd name="connsiteY52" fmla="*/ 2061889 h 2500803"/>
              <a:gd name="connsiteX53" fmla="*/ 3784655 w 4157903"/>
              <a:gd name="connsiteY53" fmla="*/ 1941820 h 2500803"/>
              <a:gd name="connsiteX54" fmla="*/ 3780893 w 4157903"/>
              <a:gd name="connsiteY54" fmla="*/ 1428986 h 2500803"/>
              <a:gd name="connsiteX55" fmla="*/ 3777278 w 4157903"/>
              <a:gd name="connsiteY55" fmla="*/ 936263 h 2500803"/>
              <a:gd name="connsiteX56" fmla="*/ 3769885 w 4157903"/>
              <a:gd name="connsiteY56" fmla="*/ 1007971 h 2500803"/>
              <a:gd name="connsiteX57" fmla="*/ 3762475 w 4157903"/>
              <a:gd name="connsiteY57" fmla="*/ 1462184 h 2500803"/>
              <a:gd name="connsiteX58" fmla="*/ 3755057 w 4157903"/>
              <a:gd name="connsiteY58" fmla="*/ 1572686 h 2500803"/>
              <a:gd name="connsiteX59" fmla="*/ 3747623 w 4157903"/>
              <a:gd name="connsiteY59" fmla="*/ 1461291 h 2500803"/>
              <a:gd name="connsiteX60" fmla="*/ 3744046 w 4157903"/>
              <a:gd name="connsiteY60" fmla="*/ 983336 h 2500803"/>
              <a:gd name="connsiteX61" fmla="*/ 3740171 w 4157903"/>
              <a:gd name="connsiteY61" fmla="*/ 465552 h 2500803"/>
              <a:gd name="connsiteX62" fmla="*/ 3732713 w 4157903"/>
              <a:gd name="connsiteY62" fmla="*/ 876191 h 2500803"/>
              <a:gd name="connsiteX63" fmla="*/ 3725238 w 4157903"/>
              <a:gd name="connsiteY63" fmla="*/ 922443 h 2500803"/>
              <a:gd name="connsiteX64" fmla="*/ 3717746 w 4157903"/>
              <a:gd name="connsiteY64" fmla="*/ 1112799 h 2500803"/>
              <a:gd name="connsiteX65" fmla="*/ 3714071 w 4157903"/>
              <a:gd name="connsiteY65" fmla="*/ 1464294 h 2500803"/>
              <a:gd name="connsiteX66" fmla="*/ 3710246 w 4157903"/>
              <a:gd name="connsiteY66" fmla="*/ 1830135 h 2500803"/>
              <a:gd name="connsiteX67" fmla="*/ 3702730 w 4157903"/>
              <a:gd name="connsiteY67" fmla="*/ 1825619 h 2500803"/>
              <a:gd name="connsiteX68" fmla="*/ 3695197 w 4157903"/>
              <a:gd name="connsiteY68" fmla="*/ 1951181 h 2500803"/>
              <a:gd name="connsiteX69" fmla="*/ 3687648 w 4157903"/>
              <a:gd name="connsiteY69" fmla="*/ 1854564 h 2500803"/>
              <a:gd name="connsiteX70" fmla="*/ 3683719 w 4157903"/>
              <a:gd name="connsiteY70" fmla="*/ 1511944 h 2500803"/>
              <a:gd name="connsiteX71" fmla="*/ 3680092 w 4157903"/>
              <a:gd name="connsiteY71" fmla="*/ 1195679 h 2500803"/>
              <a:gd name="connsiteX72" fmla="*/ 3676381 w 4157903"/>
              <a:gd name="connsiteY72" fmla="*/ 609796 h 2500803"/>
              <a:gd name="connsiteX73" fmla="*/ 3672518 w 4157903"/>
              <a:gd name="connsiteY73" fmla="*/ 0 h 2500803"/>
              <a:gd name="connsiteX74" fmla="*/ 3668950 w 4157903"/>
              <a:gd name="connsiteY74" fmla="*/ 385270 h 2500803"/>
              <a:gd name="connsiteX75" fmla="*/ 3664927 w 4157903"/>
              <a:gd name="connsiteY75" fmla="*/ 819724 h 2500803"/>
              <a:gd name="connsiteX76" fmla="*/ 3662544 w 4157903"/>
              <a:gd name="connsiteY76" fmla="*/ 1199768 h 2500803"/>
              <a:gd name="connsiteX77" fmla="*/ 3660161 w 4157903"/>
              <a:gd name="connsiteY77" fmla="*/ 1579812 h 2500803"/>
              <a:gd name="connsiteX78" fmla="*/ 3657321 w 4157903"/>
              <a:gd name="connsiteY78" fmla="*/ 2032630 h 2500803"/>
              <a:gd name="connsiteX79" fmla="*/ 3649706 w 4157903"/>
              <a:gd name="connsiteY79" fmla="*/ 2087451 h 2500803"/>
              <a:gd name="connsiteX80" fmla="*/ 3642067 w 4157903"/>
              <a:gd name="connsiteY80" fmla="*/ 2099930 h 2500803"/>
              <a:gd name="connsiteX81" fmla="*/ 3639518 w 4157903"/>
              <a:gd name="connsiteY81" fmla="*/ 1606249 h 2500803"/>
              <a:gd name="connsiteX82" fmla="*/ 3637045 w 4157903"/>
              <a:gd name="connsiteY82" fmla="*/ 1127378 h 2500803"/>
              <a:gd name="connsiteX83" fmla="*/ 3634419 w 4157903"/>
              <a:gd name="connsiteY83" fmla="*/ 618886 h 2500803"/>
              <a:gd name="connsiteX84" fmla="*/ 3630588 w 4157903"/>
              <a:gd name="connsiteY84" fmla="*/ 971192 h 2500803"/>
              <a:gd name="connsiteX85" fmla="*/ 3626756 w 4157903"/>
              <a:gd name="connsiteY85" fmla="*/ 1323498 h 2500803"/>
              <a:gd name="connsiteX86" fmla="*/ 3622839 w 4157903"/>
              <a:gd name="connsiteY86" fmla="*/ 1785054 h 2500803"/>
              <a:gd name="connsiteX87" fmla="*/ 3619076 w 4157903"/>
              <a:gd name="connsiteY87" fmla="*/ 2228510 h 2500803"/>
              <a:gd name="connsiteX88" fmla="*/ 3611387 w 4157903"/>
              <a:gd name="connsiteY88" fmla="*/ 1981200 h 2500803"/>
              <a:gd name="connsiteX89" fmla="*/ 3603674 w 4157903"/>
              <a:gd name="connsiteY89" fmla="*/ 2289277 h 2500803"/>
              <a:gd name="connsiteX90" fmla="*/ 3595952 w 4157903"/>
              <a:gd name="connsiteY90" fmla="*/ 2380965 h 2500803"/>
              <a:gd name="connsiteX91" fmla="*/ 3588207 w 4157903"/>
              <a:gd name="connsiteY91" fmla="*/ 2079545 h 2500803"/>
              <a:gd name="connsiteX92" fmla="*/ 3580453 w 4157903"/>
              <a:gd name="connsiteY92" fmla="*/ 2292643 h 2500803"/>
              <a:gd name="connsiteX93" fmla="*/ 3572683 w 4157903"/>
              <a:gd name="connsiteY93" fmla="*/ 2320951 h 2500803"/>
              <a:gd name="connsiteX94" fmla="*/ 3564904 w 4157903"/>
              <a:gd name="connsiteY94" fmla="*/ 2480682 h 2500803"/>
              <a:gd name="connsiteX95" fmla="*/ 3557101 w 4157903"/>
              <a:gd name="connsiteY95" fmla="*/ 2463151 h 2500803"/>
              <a:gd name="connsiteX96" fmla="*/ 3553035 w 4157903"/>
              <a:gd name="connsiteY96" fmla="*/ 1992261 h 2500803"/>
              <a:gd name="connsiteX97" fmla="*/ 3549281 w 4157903"/>
              <a:gd name="connsiteY97" fmla="*/ 1557594 h 2500803"/>
              <a:gd name="connsiteX98" fmla="*/ 3545442 w 4157903"/>
              <a:gd name="connsiteY98" fmla="*/ 1856915 h 2500803"/>
              <a:gd name="connsiteX99" fmla="*/ 3541446 w 4157903"/>
              <a:gd name="connsiteY99" fmla="*/ 2168454 h 2500803"/>
              <a:gd name="connsiteX100" fmla="*/ 3533601 w 4157903"/>
              <a:gd name="connsiteY100" fmla="*/ 2322885 h 2500803"/>
              <a:gd name="connsiteX101" fmla="*/ 3525733 w 4157903"/>
              <a:gd name="connsiteY101" fmla="*/ 2284348 h 2500803"/>
              <a:gd name="connsiteX102" fmla="*/ 3517856 w 4157903"/>
              <a:gd name="connsiteY102" fmla="*/ 2133903 h 2500803"/>
              <a:gd name="connsiteX103" fmla="*/ 3509955 w 4157903"/>
              <a:gd name="connsiteY103" fmla="*/ 1899412 h 2500803"/>
              <a:gd name="connsiteX104" fmla="*/ 3502045 w 4157903"/>
              <a:gd name="connsiteY104" fmla="*/ 1797221 h 2500803"/>
              <a:gd name="connsiteX105" fmla="*/ 3494110 w 4157903"/>
              <a:gd name="connsiteY105" fmla="*/ 1888198 h 2500803"/>
              <a:gd name="connsiteX106" fmla="*/ 3486168 w 4157903"/>
              <a:gd name="connsiteY106" fmla="*/ 1716259 h 2500803"/>
              <a:gd name="connsiteX107" fmla="*/ 3478200 w 4157903"/>
              <a:gd name="connsiteY107" fmla="*/ 1693723 h 2500803"/>
              <a:gd name="connsiteX108" fmla="*/ 3470225 w 4157903"/>
              <a:gd name="connsiteY108" fmla="*/ 1511704 h 2500803"/>
              <a:gd name="connsiteX109" fmla="*/ 3462225 w 4157903"/>
              <a:gd name="connsiteY109" fmla="*/ 1383165 h 2500803"/>
              <a:gd name="connsiteX110" fmla="*/ 3454209 w 4157903"/>
              <a:gd name="connsiteY110" fmla="*/ 1620469 h 2500803"/>
              <a:gd name="connsiteX111" fmla="*/ 3446185 w 4157903"/>
              <a:gd name="connsiteY111" fmla="*/ 1603003 h 2500803"/>
              <a:gd name="connsiteX112" fmla="*/ 3438136 w 4157903"/>
              <a:gd name="connsiteY112" fmla="*/ 1258043 h 2500803"/>
              <a:gd name="connsiteX113" fmla="*/ 3430070 w 4157903"/>
              <a:gd name="connsiteY113" fmla="*/ 1608419 h 2500803"/>
              <a:gd name="connsiteX114" fmla="*/ 3421989 w 4157903"/>
              <a:gd name="connsiteY114" fmla="*/ 1527210 h 2500803"/>
              <a:gd name="connsiteX115" fmla="*/ 3413891 w 4157903"/>
              <a:gd name="connsiteY115" fmla="*/ 1518783 h 2500803"/>
              <a:gd name="connsiteX116" fmla="*/ 3405775 w 4157903"/>
              <a:gd name="connsiteY116" fmla="*/ 1583626 h 2500803"/>
              <a:gd name="connsiteX117" fmla="*/ 3397636 w 4157903"/>
              <a:gd name="connsiteY117" fmla="*/ 1658096 h 2500803"/>
              <a:gd name="connsiteX118" fmla="*/ 3389489 w 4157903"/>
              <a:gd name="connsiteY118" fmla="*/ 1809948 h 2500803"/>
              <a:gd name="connsiteX119" fmla="*/ 3381317 w 4157903"/>
              <a:gd name="connsiteY119" fmla="*/ 1896575 h 2500803"/>
              <a:gd name="connsiteX120" fmla="*/ 3373129 w 4157903"/>
              <a:gd name="connsiteY120" fmla="*/ 2203857 h 2500803"/>
              <a:gd name="connsiteX121" fmla="*/ 3364924 w 4157903"/>
              <a:gd name="connsiteY121" fmla="*/ 2350152 h 2500803"/>
              <a:gd name="connsiteX122" fmla="*/ 3356703 w 4157903"/>
              <a:gd name="connsiteY122" fmla="*/ 2254089 h 2500803"/>
              <a:gd name="connsiteX123" fmla="*/ 3348465 w 4157903"/>
              <a:gd name="connsiteY123" fmla="*/ 2126311 h 2500803"/>
              <a:gd name="connsiteX124" fmla="*/ 3340203 w 4157903"/>
              <a:gd name="connsiteY124" fmla="*/ 1869631 h 2500803"/>
              <a:gd name="connsiteX125" fmla="*/ 3331925 w 4157903"/>
              <a:gd name="connsiteY125" fmla="*/ 1713481 h 2500803"/>
              <a:gd name="connsiteX126" fmla="*/ 3323630 w 4157903"/>
              <a:gd name="connsiteY126" fmla="*/ 1538316 h 2500803"/>
              <a:gd name="connsiteX127" fmla="*/ 3315310 w 4157903"/>
              <a:gd name="connsiteY127" fmla="*/ 1393552 h 2500803"/>
              <a:gd name="connsiteX128" fmla="*/ 3306982 w 4157903"/>
              <a:gd name="connsiteY128" fmla="*/ 1119216 h 2500803"/>
              <a:gd name="connsiteX129" fmla="*/ 3298630 w 4157903"/>
              <a:gd name="connsiteY129" fmla="*/ 1004762 h 2500803"/>
              <a:gd name="connsiteX130" fmla="*/ 3290253 w 4157903"/>
              <a:gd name="connsiteY130" fmla="*/ 739449 h 2500803"/>
              <a:gd name="connsiteX131" fmla="*/ 3281868 w 4157903"/>
              <a:gd name="connsiteY131" fmla="*/ 718922 h 2500803"/>
              <a:gd name="connsiteX132" fmla="*/ 3273458 w 4157903"/>
              <a:gd name="connsiteY132" fmla="*/ 628913 h 2500803"/>
              <a:gd name="connsiteX133" fmla="*/ 3256582 w 4157903"/>
              <a:gd name="connsiteY133" fmla="*/ 365531 h 2500803"/>
              <a:gd name="connsiteX134" fmla="*/ 3248106 w 4157903"/>
              <a:gd name="connsiteY134" fmla="*/ 368451 h 2500803"/>
              <a:gd name="connsiteX135" fmla="*/ 3239622 w 4157903"/>
              <a:gd name="connsiteY135" fmla="*/ 220654 h 2500803"/>
              <a:gd name="connsiteX136" fmla="*/ 3231115 w 4157903"/>
              <a:gd name="connsiteY136" fmla="*/ 313904 h 2500803"/>
              <a:gd name="connsiteX137" fmla="*/ 3222590 w 4157903"/>
              <a:gd name="connsiteY137" fmla="*/ 386433 h 2500803"/>
              <a:gd name="connsiteX138" fmla="*/ 3214041 w 4157903"/>
              <a:gd name="connsiteY138" fmla="*/ 303333 h 2500803"/>
              <a:gd name="connsiteX139" fmla="*/ 3205475 w 4157903"/>
              <a:gd name="connsiteY139" fmla="*/ 311353 h 2500803"/>
              <a:gd name="connsiteX140" fmla="*/ 3196886 w 4157903"/>
              <a:gd name="connsiteY140" fmla="*/ 276507 h 2500803"/>
              <a:gd name="connsiteX141" fmla="*/ 3188279 w 4157903"/>
              <a:gd name="connsiteY141" fmla="*/ 359198 h 2500803"/>
              <a:gd name="connsiteX142" fmla="*/ 3179649 w 4157903"/>
              <a:gd name="connsiteY142" fmla="*/ 529754 h 2500803"/>
              <a:gd name="connsiteX143" fmla="*/ 3171001 w 4157903"/>
              <a:gd name="connsiteY143" fmla="*/ 776232 h 2500803"/>
              <a:gd name="connsiteX144" fmla="*/ 3162329 w 4157903"/>
              <a:gd name="connsiteY144" fmla="*/ 1134838 h 2500803"/>
              <a:gd name="connsiteX145" fmla="*/ 3153798 w 4157903"/>
              <a:gd name="connsiteY145" fmla="*/ 1579753 h 2500803"/>
              <a:gd name="connsiteX146" fmla="*/ 3144919 w 4157903"/>
              <a:gd name="connsiteY146" fmla="*/ 2042827 h 2500803"/>
              <a:gd name="connsiteX147" fmla="*/ 3136190 w 4157903"/>
              <a:gd name="connsiteY147" fmla="*/ 2152701 h 2500803"/>
              <a:gd name="connsiteX148" fmla="*/ 3127436 w 4157903"/>
              <a:gd name="connsiteY148" fmla="*/ 2301666 h 2500803"/>
              <a:gd name="connsiteX149" fmla="*/ 3118657 w 4157903"/>
              <a:gd name="connsiteY149" fmla="*/ 2144720 h 2500803"/>
              <a:gd name="connsiteX150" fmla="*/ 3109863 w 4157903"/>
              <a:gd name="connsiteY150" fmla="*/ 2402863 h 2500803"/>
              <a:gd name="connsiteX151" fmla="*/ 3101035 w 4157903"/>
              <a:gd name="connsiteY151" fmla="*/ 2336573 h 2500803"/>
              <a:gd name="connsiteX152" fmla="*/ 3092198 w 4157903"/>
              <a:gd name="connsiteY152" fmla="*/ 2406213 h 2500803"/>
              <a:gd name="connsiteX153" fmla="*/ 3083330 w 4157903"/>
              <a:gd name="connsiteY153" fmla="*/ 2369867 h 2500803"/>
              <a:gd name="connsiteX154" fmla="*/ 3074444 w 4157903"/>
              <a:gd name="connsiteY154" fmla="*/ 2296818 h 2500803"/>
              <a:gd name="connsiteX155" fmla="*/ 3065535 w 4157903"/>
              <a:gd name="connsiteY155" fmla="*/ 2291287 h 2500803"/>
              <a:gd name="connsiteX156" fmla="*/ 3056610 w 4157903"/>
              <a:gd name="connsiteY156" fmla="*/ 2218255 h 2500803"/>
              <a:gd name="connsiteX157" fmla="*/ 3047650 w 4157903"/>
              <a:gd name="connsiteY157" fmla="*/ 2331825 h 2500803"/>
              <a:gd name="connsiteX158" fmla="*/ 3038674 w 4157903"/>
              <a:gd name="connsiteY158" fmla="*/ 2356751 h 2500803"/>
              <a:gd name="connsiteX159" fmla="*/ 3020651 w 4157903"/>
              <a:gd name="connsiteY159" fmla="*/ 2172986 h 2500803"/>
              <a:gd name="connsiteX160" fmla="*/ 3011602 w 4157903"/>
              <a:gd name="connsiteY160" fmla="*/ 2314731 h 2500803"/>
              <a:gd name="connsiteX161" fmla="*/ 3002536 w 4157903"/>
              <a:gd name="connsiteY161" fmla="*/ 2357330 h 2500803"/>
              <a:gd name="connsiteX162" fmla="*/ 2993438 w 4157903"/>
              <a:gd name="connsiteY162" fmla="*/ 2291170 h 2500803"/>
              <a:gd name="connsiteX163" fmla="*/ 2984323 w 4157903"/>
              <a:gd name="connsiteY163" fmla="*/ 2473248 h 2500803"/>
              <a:gd name="connsiteX164" fmla="*/ 2975176 w 4157903"/>
              <a:gd name="connsiteY164" fmla="*/ 2488969 h 2500803"/>
              <a:gd name="connsiteX165" fmla="*/ 2966012 w 4157903"/>
              <a:gd name="connsiteY165" fmla="*/ 2361348 h 2500803"/>
              <a:gd name="connsiteX166" fmla="*/ 2956824 w 4157903"/>
              <a:gd name="connsiteY166" fmla="*/ 2459992 h 2500803"/>
              <a:gd name="connsiteX167" fmla="*/ 2947610 w 4157903"/>
              <a:gd name="connsiteY167" fmla="*/ 2331677 h 2500803"/>
              <a:gd name="connsiteX168" fmla="*/ 2938373 w 4157903"/>
              <a:gd name="connsiteY168" fmla="*/ 2317047 h 2500803"/>
              <a:gd name="connsiteX169" fmla="*/ 2929102 w 4157903"/>
              <a:gd name="connsiteY169" fmla="*/ 2092859 h 2500803"/>
              <a:gd name="connsiteX170" fmla="*/ 2919816 w 4157903"/>
              <a:gd name="connsiteY170" fmla="*/ 2081315 h 2500803"/>
              <a:gd name="connsiteX171" fmla="*/ 2910496 w 4157903"/>
              <a:gd name="connsiteY171" fmla="*/ 2074906 h 2500803"/>
              <a:gd name="connsiteX172" fmla="*/ 2901161 w 4157903"/>
              <a:gd name="connsiteY172" fmla="*/ 2090958 h 2500803"/>
              <a:gd name="connsiteX173" fmla="*/ 2891792 w 4157903"/>
              <a:gd name="connsiteY173" fmla="*/ 2140138 h 2500803"/>
              <a:gd name="connsiteX174" fmla="*/ 2882398 w 4157903"/>
              <a:gd name="connsiteY174" fmla="*/ 2031414 h 2500803"/>
              <a:gd name="connsiteX175" fmla="*/ 2872980 w 4157903"/>
              <a:gd name="connsiteY175" fmla="*/ 2062113 h 2500803"/>
              <a:gd name="connsiteX176" fmla="*/ 2863538 w 4157903"/>
              <a:gd name="connsiteY176" fmla="*/ 2126328 h 2500803"/>
              <a:gd name="connsiteX177" fmla="*/ 2854071 w 4157903"/>
              <a:gd name="connsiteY177" fmla="*/ 2301946 h 2500803"/>
              <a:gd name="connsiteX178" fmla="*/ 2844571 w 4157903"/>
              <a:gd name="connsiteY178" fmla="*/ 2143910 h 2500803"/>
              <a:gd name="connsiteX179" fmla="*/ 2835047 w 4157903"/>
              <a:gd name="connsiteY179" fmla="*/ 2408297 h 2500803"/>
              <a:gd name="connsiteX180" fmla="*/ 2825490 w 4157903"/>
              <a:gd name="connsiteY180" fmla="*/ 2411580 h 2500803"/>
              <a:gd name="connsiteX181" fmla="*/ 2815916 w 4157903"/>
              <a:gd name="connsiteY181" fmla="*/ 2405485 h 2500803"/>
              <a:gd name="connsiteX182" fmla="*/ 2806309 w 4157903"/>
              <a:gd name="connsiteY182" fmla="*/ 2338127 h 2500803"/>
              <a:gd name="connsiteX183" fmla="*/ 2796679 w 4157903"/>
              <a:gd name="connsiteY183" fmla="*/ 2336894 h 2500803"/>
              <a:gd name="connsiteX184" fmla="*/ 2787015 w 4157903"/>
              <a:gd name="connsiteY184" fmla="*/ 2393716 h 2500803"/>
              <a:gd name="connsiteX185" fmla="*/ 2777327 w 4157903"/>
              <a:gd name="connsiteY185" fmla="*/ 2222514 h 2500803"/>
              <a:gd name="connsiteX186" fmla="*/ 2767605 w 4157903"/>
              <a:gd name="connsiteY186" fmla="*/ 2377119 h 2500803"/>
              <a:gd name="connsiteX187" fmla="*/ 2757859 w 4157903"/>
              <a:gd name="connsiteY187" fmla="*/ 2312374 h 2500803"/>
              <a:gd name="connsiteX188" fmla="*/ 2748081 w 4157903"/>
              <a:gd name="connsiteY188" fmla="*/ 2332239 h 2500803"/>
              <a:gd name="connsiteX189" fmla="*/ 2738277 w 4157903"/>
              <a:gd name="connsiteY189" fmla="*/ 2295314 h 2500803"/>
              <a:gd name="connsiteX190" fmla="*/ 2728443 w 4157903"/>
              <a:gd name="connsiteY190" fmla="*/ 2150070 h 2500803"/>
              <a:gd name="connsiteX191" fmla="*/ 2718581 w 4157903"/>
              <a:gd name="connsiteY191" fmla="*/ 2287523 h 2500803"/>
              <a:gd name="connsiteX192" fmla="*/ 2708688 w 4157903"/>
              <a:gd name="connsiteY192" fmla="*/ 2064825 h 2500803"/>
              <a:gd name="connsiteX193" fmla="*/ 2698762 w 4157903"/>
              <a:gd name="connsiteY193" fmla="*/ 2201882 h 2500803"/>
              <a:gd name="connsiteX194" fmla="*/ 2688812 w 4157903"/>
              <a:gd name="connsiteY194" fmla="*/ 2354790 h 2500803"/>
              <a:gd name="connsiteX195" fmla="*/ 2678828 w 4157903"/>
              <a:gd name="connsiteY195" fmla="*/ 2200086 h 2500803"/>
              <a:gd name="connsiteX196" fmla="*/ 2668812 w 4157903"/>
              <a:gd name="connsiteY196" fmla="*/ 2153577 h 2500803"/>
              <a:gd name="connsiteX197" fmla="*/ 2658763 w 4157903"/>
              <a:gd name="connsiteY197" fmla="*/ 2224962 h 2500803"/>
              <a:gd name="connsiteX198" fmla="*/ 2648689 w 4157903"/>
              <a:gd name="connsiteY198" fmla="*/ 1765192 h 2500803"/>
              <a:gd name="connsiteX199" fmla="*/ 2638583 w 4157903"/>
              <a:gd name="connsiteY199" fmla="*/ 1997111 h 2500803"/>
              <a:gd name="connsiteX200" fmla="*/ 2628444 w 4157903"/>
              <a:gd name="connsiteY200" fmla="*/ 2150666 h 2500803"/>
              <a:gd name="connsiteX201" fmla="*/ 2618272 w 4157903"/>
              <a:gd name="connsiteY201" fmla="*/ 1800677 h 2500803"/>
              <a:gd name="connsiteX202" fmla="*/ 2608059 w 4157903"/>
              <a:gd name="connsiteY202" fmla="*/ 1976560 h 2500803"/>
              <a:gd name="connsiteX203" fmla="*/ 2597821 w 4157903"/>
              <a:gd name="connsiteY203" fmla="*/ 1494544 h 2500803"/>
              <a:gd name="connsiteX204" fmla="*/ 2592485 w 4157903"/>
              <a:gd name="connsiteY204" fmla="*/ 1807749 h 2500803"/>
              <a:gd name="connsiteX205" fmla="*/ 2587559 w 4157903"/>
              <a:gd name="connsiteY205" fmla="*/ 2096862 h 2500803"/>
              <a:gd name="connsiteX206" fmla="*/ 2577247 w 4157903"/>
              <a:gd name="connsiteY206" fmla="*/ 2102982 h 2500803"/>
              <a:gd name="connsiteX207" fmla="*/ 2566912 w 4157903"/>
              <a:gd name="connsiteY207" fmla="*/ 1957804 h 2500803"/>
              <a:gd name="connsiteX208" fmla="*/ 2556543 w 4157903"/>
              <a:gd name="connsiteY208" fmla="*/ 2183911 h 2500803"/>
              <a:gd name="connsiteX209" fmla="*/ 2546142 w 4157903"/>
              <a:gd name="connsiteY209" fmla="*/ 2204280 h 2500803"/>
              <a:gd name="connsiteX210" fmla="*/ 2535699 w 4157903"/>
              <a:gd name="connsiteY210" fmla="*/ 2236953 h 2500803"/>
              <a:gd name="connsiteX211" fmla="*/ 2525225 w 4157903"/>
              <a:gd name="connsiteY211" fmla="*/ 1876867 h 2500803"/>
              <a:gd name="connsiteX212" fmla="*/ 2514716 w 4157903"/>
              <a:gd name="connsiteY212" fmla="*/ 2029173 h 2500803"/>
              <a:gd name="connsiteX213" fmla="*/ 2504175 w 4157903"/>
              <a:gd name="connsiteY213" fmla="*/ 2042777 h 2500803"/>
              <a:gd name="connsiteX214" fmla="*/ 2493594 w 4157903"/>
              <a:gd name="connsiteY214" fmla="*/ 2148367 h 2500803"/>
              <a:gd name="connsiteX215" fmla="*/ 2482979 w 4157903"/>
              <a:gd name="connsiteY215" fmla="*/ 2006183 h 2500803"/>
              <a:gd name="connsiteX216" fmla="*/ 2472323 w 4157903"/>
              <a:gd name="connsiteY216" fmla="*/ 2036947 h 2500803"/>
              <a:gd name="connsiteX217" fmla="*/ 2461635 w 4157903"/>
              <a:gd name="connsiteY217" fmla="*/ 1933028 h 2500803"/>
              <a:gd name="connsiteX218" fmla="*/ 2450905 w 4157903"/>
              <a:gd name="connsiteY218" fmla="*/ 1925238 h 2500803"/>
              <a:gd name="connsiteX219" fmla="*/ 2440143 w 4157903"/>
              <a:gd name="connsiteY219" fmla="*/ 1929043 h 2500803"/>
              <a:gd name="connsiteX220" fmla="*/ 2429340 w 4157903"/>
              <a:gd name="connsiteY220" fmla="*/ 1906341 h 2500803"/>
              <a:gd name="connsiteX221" fmla="*/ 2418504 w 4157903"/>
              <a:gd name="connsiteY221" fmla="*/ 1842159 h 2500803"/>
              <a:gd name="connsiteX222" fmla="*/ 2407627 w 4157903"/>
              <a:gd name="connsiteY222" fmla="*/ 1910278 h 2500803"/>
              <a:gd name="connsiteX223" fmla="*/ 2396709 w 4157903"/>
              <a:gd name="connsiteY223" fmla="*/ 1984533 h 2500803"/>
              <a:gd name="connsiteX224" fmla="*/ 2385758 w 4157903"/>
              <a:gd name="connsiteY224" fmla="*/ 1999295 h 2500803"/>
              <a:gd name="connsiteX225" fmla="*/ 2374759 w 4157903"/>
              <a:gd name="connsiteY225" fmla="*/ 1854803 h 2500803"/>
              <a:gd name="connsiteX226" fmla="*/ 2369243 w 4157903"/>
              <a:gd name="connsiteY226" fmla="*/ 1524328 h 2500803"/>
              <a:gd name="connsiteX227" fmla="*/ 2363726 w 4157903"/>
              <a:gd name="connsiteY227" fmla="*/ 1193852 h 2500803"/>
              <a:gd name="connsiteX228" fmla="*/ 2352652 w 4157903"/>
              <a:gd name="connsiteY228" fmla="*/ 1503625 h 2500803"/>
              <a:gd name="connsiteX229" fmla="*/ 2341538 w 4157903"/>
              <a:gd name="connsiteY229" fmla="*/ 1969862 h 2500803"/>
              <a:gd name="connsiteX230" fmla="*/ 2330382 w 4157903"/>
              <a:gd name="connsiteY230" fmla="*/ 1808674 h 2500803"/>
              <a:gd name="connsiteX231" fmla="*/ 2319187 w 4157903"/>
              <a:gd name="connsiteY231" fmla="*/ 1678978 h 2500803"/>
              <a:gd name="connsiteX232" fmla="*/ 2307949 w 4157903"/>
              <a:gd name="connsiteY232" fmla="*/ 1908508 h 2500803"/>
              <a:gd name="connsiteX233" fmla="*/ 2296662 w 4157903"/>
              <a:gd name="connsiteY233" fmla="*/ 1695253 h 2500803"/>
              <a:gd name="connsiteX234" fmla="*/ 2285335 w 4157903"/>
              <a:gd name="connsiteY234" fmla="*/ 1772171 h 2500803"/>
              <a:gd name="connsiteX235" fmla="*/ 2273973 w 4157903"/>
              <a:gd name="connsiteY235" fmla="*/ 1987476 h 2500803"/>
              <a:gd name="connsiteX236" fmla="*/ 2262556 w 4157903"/>
              <a:gd name="connsiteY236" fmla="*/ 2018265 h 2500803"/>
              <a:gd name="connsiteX237" fmla="*/ 2251106 w 4157903"/>
              <a:gd name="connsiteY237" fmla="*/ 1994299 h 2500803"/>
              <a:gd name="connsiteX238" fmla="*/ 2239605 w 4157903"/>
              <a:gd name="connsiteY238" fmla="*/ 2022218 h 2500803"/>
              <a:gd name="connsiteX239" fmla="*/ 2228056 w 4157903"/>
              <a:gd name="connsiteY239" fmla="*/ 2194315 h 2500803"/>
              <a:gd name="connsiteX240" fmla="*/ 2204836 w 4157903"/>
              <a:gd name="connsiteY240" fmla="*/ 2332496 h 2500803"/>
              <a:gd name="connsiteX241" fmla="*/ 2193148 w 4157903"/>
              <a:gd name="connsiteY241" fmla="*/ 2156810 h 2500803"/>
              <a:gd name="connsiteX242" fmla="*/ 2181417 w 4157903"/>
              <a:gd name="connsiteY242" fmla="*/ 2303079 h 2500803"/>
              <a:gd name="connsiteX243" fmla="*/ 2169647 w 4157903"/>
              <a:gd name="connsiteY243" fmla="*/ 2344403 h 2500803"/>
              <a:gd name="connsiteX244" fmla="*/ 2157820 w 4157903"/>
              <a:gd name="connsiteY244" fmla="*/ 2302814 h 2500803"/>
              <a:gd name="connsiteX245" fmla="*/ 2145951 w 4157903"/>
              <a:gd name="connsiteY245" fmla="*/ 2438613 h 2500803"/>
              <a:gd name="connsiteX246" fmla="*/ 2134025 w 4157903"/>
              <a:gd name="connsiteY246" fmla="*/ 2346306 h 2500803"/>
              <a:gd name="connsiteX247" fmla="*/ 2122058 w 4157903"/>
              <a:gd name="connsiteY247" fmla="*/ 2398720 h 2500803"/>
              <a:gd name="connsiteX248" fmla="*/ 2110033 w 4157903"/>
              <a:gd name="connsiteY248" fmla="*/ 2324126 h 2500803"/>
              <a:gd name="connsiteX249" fmla="*/ 2097968 w 4157903"/>
              <a:gd name="connsiteY249" fmla="*/ 2281503 h 2500803"/>
              <a:gd name="connsiteX250" fmla="*/ 2085846 w 4157903"/>
              <a:gd name="connsiteY250" fmla="*/ 2333479 h 2500803"/>
              <a:gd name="connsiteX251" fmla="*/ 2073674 w 4157903"/>
              <a:gd name="connsiteY251" fmla="*/ 2295438 h 2500803"/>
              <a:gd name="connsiteX252" fmla="*/ 2061444 w 4157903"/>
              <a:gd name="connsiteY252" fmla="*/ 2124740 h 2500803"/>
              <a:gd name="connsiteX253" fmla="*/ 2049166 w 4157903"/>
              <a:gd name="connsiteY253" fmla="*/ 2205056 h 2500803"/>
              <a:gd name="connsiteX254" fmla="*/ 2036838 w 4157903"/>
              <a:gd name="connsiteY254" fmla="*/ 2327210 h 2500803"/>
              <a:gd name="connsiteX255" fmla="*/ 2024453 w 4157903"/>
              <a:gd name="connsiteY255" fmla="*/ 2438862 h 2500803"/>
              <a:gd name="connsiteX256" fmla="*/ 2012010 w 4157903"/>
              <a:gd name="connsiteY256" fmla="*/ 2265104 h 2500803"/>
              <a:gd name="connsiteX257" fmla="*/ 1999519 w 4157903"/>
              <a:gd name="connsiteY257" fmla="*/ 2283438 h 2500803"/>
              <a:gd name="connsiteX258" fmla="*/ 1974364 w 4157903"/>
              <a:gd name="connsiteY258" fmla="*/ 1982192 h 2500803"/>
              <a:gd name="connsiteX259" fmla="*/ 1961700 w 4157903"/>
              <a:gd name="connsiteY259" fmla="*/ 2016356 h 2500803"/>
              <a:gd name="connsiteX260" fmla="*/ 1948979 w 4157903"/>
              <a:gd name="connsiteY260" fmla="*/ 1965437 h 2500803"/>
              <a:gd name="connsiteX261" fmla="*/ 1936192 w 4157903"/>
              <a:gd name="connsiteY261" fmla="*/ 2019258 h 2500803"/>
              <a:gd name="connsiteX262" fmla="*/ 1923357 w 4157903"/>
              <a:gd name="connsiteY262" fmla="*/ 1873022 h 2500803"/>
              <a:gd name="connsiteX263" fmla="*/ 1910463 w 4157903"/>
              <a:gd name="connsiteY263" fmla="*/ 1515789 h 2500803"/>
              <a:gd name="connsiteX264" fmla="*/ 1897504 w 4157903"/>
              <a:gd name="connsiteY264" fmla="*/ 1303552 h 2500803"/>
              <a:gd name="connsiteX265" fmla="*/ 1884480 w 4157903"/>
              <a:gd name="connsiteY265" fmla="*/ 1005945 h 2500803"/>
              <a:gd name="connsiteX266" fmla="*/ 1871406 w 4157903"/>
              <a:gd name="connsiteY266" fmla="*/ 1002769 h 2500803"/>
              <a:gd name="connsiteX267" fmla="*/ 1858259 w 4157903"/>
              <a:gd name="connsiteY267" fmla="*/ 1032532 h 2500803"/>
              <a:gd name="connsiteX268" fmla="*/ 1845054 w 4157903"/>
              <a:gd name="connsiteY268" fmla="*/ 1581378 h 2500803"/>
              <a:gd name="connsiteX269" fmla="*/ 1831784 w 4157903"/>
              <a:gd name="connsiteY269" fmla="*/ 1555178 h 2500803"/>
              <a:gd name="connsiteX270" fmla="*/ 1818448 w 4157903"/>
              <a:gd name="connsiteY270" fmla="*/ 1084657 h 2500803"/>
              <a:gd name="connsiteX271" fmla="*/ 1805055 w 4157903"/>
              <a:gd name="connsiteY271" fmla="*/ 922534 h 2500803"/>
              <a:gd name="connsiteX272" fmla="*/ 1791588 w 4157903"/>
              <a:gd name="connsiteY272" fmla="*/ 934344 h 2500803"/>
              <a:gd name="connsiteX273" fmla="*/ 1778056 w 4157903"/>
              <a:gd name="connsiteY273" fmla="*/ 1533346 h 2500803"/>
              <a:gd name="connsiteX274" fmla="*/ 1764457 w 4157903"/>
              <a:gd name="connsiteY274" fmla="*/ 2033350 h 2500803"/>
              <a:gd name="connsiteX275" fmla="*/ 1750785 w 4157903"/>
              <a:gd name="connsiteY275" fmla="*/ 1959906 h 2500803"/>
              <a:gd name="connsiteX276" fmla="*/ 1737047 w 4157903"/>
              <a:gd name="connsiteY276" fmla="*/ 1814265 h 2500803"/>
              <a:gd name="connsiteX277" fmla="*/ 1723236 w 4157903"/>
              <a:gd name="connsiteY277" fmla="*/ 1720865 h 2500803"/>
              <a:gd name="connsiteX278" fmla="*/ 1709359 w 4157903"/>
              <a:gd name="connsiteY278" fmla="*/ 1743673 h 2500803"/>
              <a:gd name="connsiteX279" fmla="*/ 1695409 w 4157903"/>
              <a:gd name="connsiteY279" fmla="*/ 1937667 h 2500803"/>
              <a:gd name="connsiteX280" fmla="*/ 1681384 w 4157903"/>
              <a:gd name="connsiteY280" fmla="*/ 2021780 h 2500803"/>
              <a:gd name="connsiteX281" fmla="*/ 1667295 w 4157903"/>
              <a:gd name="connsiteY281" fmla="*/ 2148003 h 2500803"/>
              <a:gd name="connsiteX282" fmla="*/ 1653123 w 4157903"/>
              <a:gd name="connsiteY282" fmla="*/ 2252104 h 2500803"/>
              <a:gd name="connsiteX283" fmla="*/ 1638878 w 4157903"/>
              <a:gd name="connsiteY283" fmla="*/ 2284695 h 2500803"/>
              <a:gd name="connsiteX284" fmla="*/ 1624557 w 4157903"/>
              <a:gd name="connsiteY284" fmla="*/ 2263343 h 2500803"/>
              <a:gd name="connsiteX285" fmla="*/ 1610157 w 4157903"/>
              <a:gd name="connsiteY285" fmla="*/ 2261142 h 2500803"/>
              <a:gd name="connsiteX286" fmla="*/ 1595681 w 4157903"/>
              <a:gd name="connsiteY286" fmla="*/ 2405584 h 2500803"/>
              <a:gd name="connsiteX287" fmla="*/ 1581132 w 4157903"/>
              <a:gd name="connsiteY287" fmla="*/ 2354385 h 2500803"/>
              <a:gd name="connsiteX288" fmla="*/ 1566493 w 4157903"/>
              <a:gd name="connsiteY288" fmla="*/ 2287416 h 2500803"/>
              <a:gd name="connsiteX289" fmla="*/ 1551780 w 4157903"/>
              <a:gd name="connsiteY289" fmla="*/ 2266031 h 2500803"/>
              <a:gd name="connsiteX290" fmla="*/ 1536994 w 4157903"/>
              <a:gd name="connsiteY290" fmla="*/ 2102147 h 2500803"/>
              <a:gd name="connsiteX291" fmla="*/ 1522117 w 4157903"/>
              <a:gd name="connsiteY291" fmla="*/ 2085789 h 2500803"/>
              <a:gd name="connsiteX292" fmla="*/ 1507158 w 4157903"/>
              <a:gd name="connsiteY292" fmla="*/ 1994638 h 2500803"/>
              <a:gd name="connsiteX293" fmla="*/ 1492109 w 4157903"/>
              <a:gd name="connsiteY293" fmla="*/ 1915132 h 2500803"/>
              <a:gd name="connsiteX294" fmla="*/ 1476986 w 4157903"/>
              <a:gd name="connsiteY294" fmla="*/ 2046804 h 2500803"/>
              <a:gd name="connsiteX295" fmla="*/ 1461773 w 4157903"/>
              <a:gd name="connsiteY295" fmla="*/ 2065354 h 2500803"/>
              <a:gd name="connsiteX296" fmla="*/ 1446478 w 4157903"/>
              <a:gd name="connsiteY296" fmla="*/ 1943192 h 2500803"/>
              <a:gd name="connsiteX297" fmla="*/ 1431093 w 4157903"/>
              <a:gd name="connsiteY297" fmla="*/ 2086773 h 2500803"/>
              <a:gd name="connsiteX298" fmla="*/ 1415619 w 4157903"/>
              <a:gd name="connsiteY298" fmla="*/ 2046738 h 2500803"/>
              <a:gd name="connsiteX299" fmla="*/ 1400061 w 4157903"/>
              <a:gd name="connsiteY299" fmla="*/ 2099682 h 2500803"/>
              <a:gd name="connsiteX300" fmla="*/ 1384406 w 4157903"/>
              <a:gd name="connsiteY300" fmla="*/ 2237169 h 2500803"/>
              <a:gd name="connsiteX301" fmla="*/ 1368669 w 4157903"/>
              <a:gd name="connsiteY301" fmla="*/ 2345313 h 2500803"/>
              <a:gd name="connsiteX302" fmla="*/ 1352840 w 4157903"/>
              <a:gd name="connsiteY302" fmla="*/ 2297258 h 2500803"/>
              <a:gd name="connsiteX303" fmla="*/ 1336922 w 4157903"/>
              <a:gd name="connsiteY303" fmla="*/ 2383652 h 2500803"/>
              <a:gd name="connsiteX304" fmla="*/ 1320907 w 4157903"/>
              <a:gd name="connsiteY304" fmla="*/ 2365889 h 2500803"/>
              <a:gd name="connsiteX305" fmla="*/ 1304800 w 4157903"/>
              <a:gd name="connsiteY305" fmla="*/ 2441872 h 2500803"/>
              <a:gd name="connsiteX306" fmla="*/ 1288604 w 4157903"/>
              <a:gd name="connsiteY306" fmla="*/ 2469468 h 2500803"/>
              <a:gd name="connsiteX307" fmla="*/ 1272317 w 4157903"/>
              <a:gd name="connsiteY307" fmla="*/ 2446148 h 2500803"/>
              <a:gd name="connsiteX308" fmla="*/ 1255932 w 4157903"/>
              <a:gd name="connsiteY308" fmla="*/ 2223771 h 2500803"/>
              <a:gd name="connsiteX309" fmla="*/ 1239457 w 4157903"/>
              <a:gd name="connsiteY309" fmla="*/ 1847320 h 2500803"/>
              <a:gd name="connsiteX310" fmla="*/ 1222891 w 4157903"/>
              <a:gd name="connsiteY310" fmla="*/ 1916605 h 2500803"/>
              <a:gd name="connsiteX311" fmla="*/ 1206229 w 4157903"/>
              <a:gd name="connsiteY311" fmla="*/ 2237904 h 2500803"/>
              <a:gd name="connsiteX312" fmla="*/ 1198187 w 4157903"/>
              <a:gd name="connsiteY312" fmla="*/ 1890372 h 2500803"/>
              <a:gd name="connsiteX313" fmla="*/ 1189475 w 4157903"/>
              <a:gd name="connsiteY313" fmla="*/ 1513878 h 2500803"/>
              <a:gd name="connsiteX314" fmla="*/ 1172622 w 4157903"/>
              <a:gd name="connsiteY314" fmla="*/ 1986063 h 2500803"/>
              <a:gd name="connsiteX315" fmla="*/ 1155680 w 4157903"/>
              <a:gd name="connsiteY315" fmla="*/ 2159663 h 2500803"/>
              <a:gd name="connsiteX316" fmla="*/ 1138647 w 4157903"/>
              <a:gd name="connsiteY316" fmla="*/ 1673156 h 2500803"/>
              <a:gd name="connsiteX317" fmla="*/ 1121525 w 4157903"/>
              <a:gd name="connsiteY317" fmla="*/ 2236474 h 2500803"/>
              <a:gd name="connsiteX318" fmla="*/ 1104304 w 4157903"/>
              <a:gd name="connsiteY318" fmla="*/ 2243628 h 2500803"/>
              <a:gd name="connsiteX319" fmla="*/ 1087000 w 4157903"/>
              <a:gd name="connsiteY319" fmla="*/ 2150848 h 2500803"/>
              <a:gd name="connsiteX320" fmla="*/ 1069607 w 4157903"/>
              <a:gd name="connsiteY320" fmla="*/ 2128652 h 2500803"/>
              <a:gd name="connsiteX321" fmla="*/ 1052123 w 4157903"/>
              <a:gd name="connsiteY321" fmla="*/ 2129429 h 2500803"/>
              <a:gd name="connsiteX322" fmla="*/ 1034567 w 4157903"/>
              <a:gd name="connsiteY322" fmla="*/ 2139278 h 2500803"/>
              <a:gd name="connsiteX323" fmla="*/ 1016912 w 4157903"/>
              <a:gd name="connsiteY323" fmla="*/ 2256296 h 2500803"/>
              <a:gd name="connsiteX324" fmla="*/ 999190 w 4157903"/>
              <a:gd name="connsiteY324" fmla="*/ 2325846 h 2500803"/>
              <a:gd name="connsiteX325" fmla="*/ 981379 w 4157903"/>
              <a:gd name="connsiteY325" fmla="*/ 2295761 h 2500803"/>
              <a:gd name="connsiteX326" fmla="*/ 963502 w 4157903"/>
              <a:gd name="connsiteY326" fmla="*/ 2359455 h 2500803"/>
              <a:gd name="connsiteX327" fmla="*/ 945552 w 4157903"/>
              <a:gd name="connsiteY327" fmla="*/ 2394146 h 2500803"/>
              <a:gd name="connsiteX328" fmla="*/ 927535 w 4157903"/>
              <a:gd name="connsiteY328" fmla="*/ 2275375 h 2500803"/>
              <a:gd name="connsiteX329" fmla="*/ 909454 w 4157903"/>
              <a:gd name="connsiteY329" fmla="*/ 2244983 h 2500803"/>
              <a:gd name="connsiteX330" fmla="*/ 891315 w 4157903"/>
              <a:gd name="connsiteY330" fmla="*/ 2378541 h 2500803"/>
              <a:gd name="connsiteX331" fmla="*/ 873127 w 4157903"/>
              <a:gd name="connsiteY331" fmla="*/ 2366136 h 2500803"/>
              <a:gd name="connsiteX332" fmla="*/ 854890 w 4157903"/>
              <a:gd name="connsiteY332" fmla="*/ 2294255 h 2500803"/>
              <a:gd name="connsiteX333" fmla="*/ 836620 w 4157903"/>
              <a:gd name="connsiteY333" fmla="*/ 2422099 h 2500803"/>
              <a:gd name="connsiteX334" fmla="*/ 818308 w 4157903"/>
              <a:gd name="connsiteY334" fmla="*/ 2216212 h 2500803"/>
              <a:gd name="connsiteX335" fmla="*/ 799972 w 4157903"/>
              <a:gd name="connsiteY335" fmla="*/ 2307719 h 2500803"/>
              <a:gd name="connsiteX336" fmla="*/ 781620 w 4157903"/>
              <a:gd name="connsiteY336" fmla="*/ 2375945 h 2500803"/>
              <a:gd name="connsiteX337" fmla="*/ 763259 w 4157903"/>
              <a:gd name="connsiteY337" fmla="*/ 2394015 h 2500803"/>
              <a:gd name="connsiteX338" fmla="*/ 744900 w 4157903"/>
              <a:gd name="connsiteY338" fmla="*/ 2456063 h 2500803"/>
              <a:gd name="connsiteX339" fmla="*/ 726547 w 4157903"/>
              <a:gd name="connsiteY339" fmla="*/ 2444295 h 2500803"/>
              <a:gd name="connsiteX340" fmla="*/ 708219 w 4157903"/>
              <a:gd name="connsiteY340" fmla="*/ 2418750 h 2500803"/>
              <a:gd name="connsiteX341" fmla="*/ 689925 w 4157903"/>
              <a:gd name="connsiteY341" fmla="*/ 2380559 h 2500803"/>
              <a:gd name="connsiteX342" fmla="*/ 671679 w 4157903"/>
              <a:gd name="connsiteY342" fmla="*/ 2055124 h 2500803"/>
              <a:gd name="connsiteX343" fmla="*/ 653483 w 4157903"/>
              <a:gd name="connsiteY343" fmla="*/ 2265807 h 2500803"/>
              <a:gd name="connsiteX344" fmla="*/ 635360 w 4157903"/>
              <a:gd name="connsiteY344" fmla="*/ 2095092 h 2500803"/>
              <a:gd name="connsiteX345" fmla="*/ 617328 w 4157903"/>
              <a:gd name="connsiteY345" fmla="*/ 2106646 h 2500803"/>
              <a:gd name="connsiteX346" fmla="*/ 599385 w 4157903"/>
              <a:gd name="connsiteY346" fmla="*/ 2081157 h 2500803"/>
              <a:gd name="connsiteX347" fmla="*/ 581557 w 4157903"/>
              <a:gd name="connsiteY347" fmla="*/ 2344428 h 2500803"/>
              <a:gd name="connsiteX348" fmla="*/ 563853 w 4157903"/>
              <a:gd name="connsiteY348" fmla="*/ 2380460 h 2500803"/>
              <a:gd name="connsiteX349" fmla="*/ 546287 w 4157903"/>
              <a:gd name="connsiteY349" fmla="*/ 2443262 h 2500803"/>
              <a:gd name="connsiteX350" fmla="*/ 528887 w 4157903"/>
              <a:gd name="connsiteY350" fmla="*/ 2445775 h 2500803"/>
              <a:gd name="connsiteX351" fmla="*/ 511648 w 4157903"/>
              <a:gd name="connsiteY351" fmla="*/ 2451127 h 2500803"/>
              <a:gd name="connsiteX352" fmla="*/ 494601 w 4157903"/>
              <a:gd name="connsiteY352" fmla="*/ 2448017 h 2500803"/>
              <a:gd name="connsiteX353" fmla="*/ 477747 w 4157903"/>
              <a:gd name="connsiteY353" fmla="*/ 2386208 h 2500803"/>
              <a:gd name="connsiteX354" fmla="*/ 461101 w 4157903"/>
              <a:gd name="connsiteY354" fmla="*/ 2350176 h 2500803"/>
              <a:gd name="connsiteX355" fmla="*/ 444682 w 4157903"/>
              <a:gd name="connsiteY355" fmla="*/ 2387068 h 2500803"/>
              <a:gd name="connsiteX356" fmla="*/ 428501 w 4157903"/>
              <a:gd name="connsiteY356" fmla="*/ 2296265 h 2500803"/>
              <a:gd name="connsiteX357" fmla="*/ 412566 w 4157903"/>
              <a:gd name="connsiteY357" fmla="*/ 2329625 h 2500803"/>
              <a:gd name="connsiteX358" fmla="*/ 396890 w 4157903"/>
              <a:gd name="connsiteY358" fmla="*/ 2316724 h 2500803"/>
              <a:gd name="connsiteX359" fmla="*/ 381486 w 4157903"/>
              <a:gd name="connsiteY359" fmla="*/ 2333380 h 2500803"/>
              <a:gd name="connsiteX360" fmla="*/ 366357 w 4157903"/>
              <a:gd name="connsiteY360" fmla="*/ 2388457 h 2500803"/>
              <a:gd name="connsiteX361" fmla="*/ 351512 w 4157903"/>
              <a:gd name="connsiteY361" fmla="*/ 2398307 h 2500803"/>
              <a:gd name="connsiteX362" fmla="*/ 336958 w 4157903"/>
              <a:gd name="connsiteY362" fmla="*/ 2394519 h 2500803"/>
              <a:gd name="connsiteX363" fmla="*/ 322698 w 4157903"/>
              <a:gd name="connsiteY363" fmla="*/ 2382594 h 2500803"/>
              <a:gd name="connsiteX364" fmla="*/ 308744 w 4157903"/>
              <a:gd name="connsiteY364" fmla="*/ 2379261 h 2500803"/>
              <a:gd name="connsiteX365" fmla="*/ 295093 w 4157903"/>
              <a:gd name="connsiteY365" fmla="*/ 2369793 h 2500803"/>
              <a:gd name="connsiteX366" fmla="*/ 255970 w 4157903"/>
              <a:gd name="connsiteY366" fmla="*/ 2348192 h 2500803"/>
              <a:gd name="connsiteX367" fmla="*/ 243538 w 4157903"/>
              <a:gd name="connsiteY367" fmla="*/ 2318296 h 2500803"/>
              <a:gd name="connsiteX368" fmla="*/ 231416 w 4157903"/>
              <a:gd name="connsiteY368" fmla="*/ 2297993 h 2500803"/>
              <a:gd name="connsiteX369" fmla="*/ 219591 w 4157903"/>
              <a:gd name="connsiteY369" fmla="*/ 2261639 h 2500803"/>
              <a:gd name="connsiteX370" fmla="*/ 208060 w 4157903"/>
              <a:gd name="connsiteY370" fmla="*/ 2286548 h 2500803"/>
              <a:gd name="connsiteX371" fmla="*/ 196832 w 4157903"/>
              <a:gd name="connsiteY371" fmla="*/ 2287474 h 2500803"/>
              <a:gd name="connsiteX372" fmla="*/ 185891 w 4157903"/>
              <a:gd name="connsiteY372" fmla="*/ 2265385 h 2500803"/>
              <a:gd name="connsiteX373" fmla="*/ 175231 w 4157903"/>
              <a:gd name="connsiteY373" fmla="*/ 2271554 h 2500803"/>
              <a:gd name="connsiteX374" fmla="*/ 164850 w 4157903"/>
              <a:gd name="connsiteY374" fmla="*/ 2281213 h 2500803"/>
              <a:gd name="connsiteX375" fmla="*/ 154742 w 4157903"/>
              <a:gd name="connsiteY375" fmla="*/ 2270355 h 2500803"/>
              <a:gd name="connsiteX376" fmla="*/ 144903 w 4157903"/>
              <a:gd name="connsiteY376" fmla="*/ 2261912 h 2500803"/>
              <a:gd name="connsiteX377" fmla="*/ 135322 w 4157903"/>
              <a:gd name="connsiteY377" fmla="*/ 2251855 h 2500803"/>
              <a:gd name="connsiteX378" fmla="*/ 125998 w 4157903"/>
              <a:gd name="connsiteY378" fmla="*/ 2240650 h 2500803"/>
              <a:gd name="connsiteX379" fmla="*/ 108077 w 4157903"/>
              <a:gd name="connsiteY379" fmla="*/ 2214683 h 2500803"/>
              <a:gd name="connsiteX380" fmla="*/ 99474 w 4157903"/>
              <a:gd name="connsiteY380" fmla="*/ 2211739 h 2500803"/>
              <a:gd name="connsiteX381" fmla="*/ 82945 w 4157903"/>
              <a:gd name="connsiteY381" fmla="*/ 2189782 h 2500803"/>
              <a:gd name="connsiteX382" fmla="*/ 75003 w 4157903"/>
              <a:gd name="connsiteY382" fmla="*/ 2181579 h 2500803"/>
              <a:gd name="connsiteX383" fmla="*/ 52402 w 4157903"/>
              <a:gd name="connsiteY383" fmla="*/ 2151096 h 2500803"/>
              <a:gd name="connsiteX384" fmla="*/ 38283 w 4157903"/>
              <a:gd name="connsiteY384" fmla="*/ 2130396 h 2500803"/>
              <a:gd name="connsiteX385" fmla="*/ 31498 w 4157903"/>
              <a:gd name="connsiteY385" fmla="*/ 2116916 h 2500803"/>
              <a:gd name="connsiteX386" fmla="*/ 24873 w 4157903"/>
              <a:gd name="connsiteY386" fmla="*/ 2097921 h 2500803"/>
              <a:gd name="connsiteX387" fmla="*/ 18421 w 4157903"/>
              <a:gd name="connsiteY387" fmla="*/ 2091040 h 2500803"/>
              <a:gd name="connsiteX388" fmla="*/ 12132 w 4157903"/>
              <a:gd name="connsiteY388" fmla="*/ 2089981 h 2500803"/>
              <a:gd name="connsiteX389" fmla="*/ 0 w 4157903"/>
              <a:gd name="connsiteY389" fmla="*/ 2069150 h 2500803"/>
              <a:gd name="connsiteX390" fmla="*/ 0 w 4157903"/>
              <a:gd name="connsiteY390" fmla="*/ 2069150 h 2500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</a:cxnLst>
            <a:rect l="l" t="t" r="r" b="b"/>
            <a:pathLst>
              <a:path w="4157903" h="2500803" extrusionOk="0">
                <a:moveTo>
                  <a:pt x="4157903" y="2307263"/>
                </a:moveTo>
                <a:cubicBezTo>
                  <a:pt x="4149843" y="2250227"/>
                  <a:pt x="4174669" y="2188310"/>
                  <a:pt x="4151165" y="2129602"/>
                </a:cubicBezTo>
                <a:cubicBezTo>
                  <a:pt x="4150129" y="2207800"/>
                  <a:pt x="4127391" y="2276949"/>
                  <a:pt x="4144411" y="2342212"/>
                </a:cubicBezTo>
                <a:cubicBezTo>
                  <a:pt x="4135928" y="2214538"/>
                  <a:pt x="4160759" y="2165252"/>
                  <a:pt x="4137641" y="2030323"/>
                </a:cubicBezTo>
                <a:cubicBezTo>
                  <a:pt x="4134732" y="2083852"/>
                  <a:pt x="4109365" y="2139646"/>
                  <a:pt x="4124084" y="2185283"/>
                </a:cubicBezTo>
                <a:cubicBezTo>
                  <a:pt x="4112675" y="2132783"/>
                  <a:pt x="4127572" y="2078586"/>
                  <a:pt x="4117289" y="2045771"/>
                </a:cubicBezTo>
                <a:cubicBezTo>
                  <a:pt x="4115665" y="2086911"/>
                  <a:pt x="4113099" y="2099979"/>
                  <a:pt x="4110478" y="2139551"/>
                </a:cubicBezTo>
                <a:cubicBezTo>
                  <a:pt x="4087221" y="2076025"/>
                  <a:pt x="4110616" y="2037235"/>
                  <a:pt x="4103659" y="1951528"/>
                </a:cubicBezTo>
                <a:cubicBezTo>
                  <a:pt x="4104424" y="1970064"/>
                  <a:pt x="4098669" y="1991974"/>
                  <a:pt x="4096831" y="2027627"/>
                </a:cubicBezTo>
                <a:cubicBezTo>
                  <a:pt x="4092046" y="2013895"/>
                  <a:pt x="4093354" y="2002265"/>
                  <a:pt x="4089986" y="1991520"/>
                </a:cubicBezTo>
                <a:cubicBezTo>
                  <a:pt x="4075748" y="1884016"/>
                  <a:pt x="4108234" y="1849614"/>
                  <a:pt x="4083135" y="1723868"/>
                </a:cubicBezTo>
                <a:cubicBezTo>
                  <a:pt x="4087267" y="1789218"/>
                  <a:pt x="4064300" y="1818061"/>
                  <a:pt x="4076273" y="1894185"/>
                </a:cubicBezTo>
                <a:cubicBezTo>
                  <a:pt x="4076054" y="1999007"/>
                  <a:pt x="4055188" y="2034603"/>
                  <a:pt x="4062512" y="2113145"/>
                </a:cubicBezTo>
                <a:cubicBezTo>
                  <a:pt x="4060617" y="2116721"/>
                  <a:pt x="4057830" y="2117818"/>
                  <a:pt x="4055618" y="2123243"/>
                </a:cubicBezTo>
                <a:cubicBezTo>
                  <a:pt x="4043176" y="2053727"/>
                  <a:pt x="4086244" y="1935185"/>
                  <a:pt x="4048708" y="1825785"/>
                </a:cubicBezTo>
                <a:cubicBezTo>
                  <a:pt x="4042428" y="1815526"/>
                  <a:pt x="4045606" y="1802199"/>
                  <a:pt x="4041791" y="1783625"/>
                </a:cubicBezTo>
                <a:cubicBezTo>
                  <a:pt x="4080385" y="1894926"/>
                  <a:pt x="4003817" y="2047570"/>
                  <a:pt x="4034856" y="2259497"/>
                </a:cubicBezTo>
                <a:cubicBezTo>
                  <a:pt x="4030289" y="2250706"/>
                  <a:pt x="4033008" y="2244793"/>
                  <a:pt x="4027914" y="2232761"/>
                </a:cubicBezTo>
                <a:cubicBezTo>
                  <a:pt x="4022373" y="2190408"/>
                  <a:pt x="4025922" y="2129042"/>
                  <a:pt x="4020963" y="2061905"/>
                </a:cubicBezTo>
                <a:cubicBezTo>
                  <a:pt x="4021736" y="2075472"/>
                  <a:pt x="4015770" y="2089797"/>
                  <a:pt x="4013995" y="2106703"/>
                </a:cubicBezTo>
                <a:cubicBezTo>
                  <a:pt x="4012088" y="2100299"/>
                  <a:pt x="4011342" y="2085068"/>
                  <a:pt x="4007020" y="2076270"/>
                </a:cubicBezTo>
                <a:cubicBezTo>
                  <a:pt x="3999704" y="2058431"/>
                  <a:pt x="4006470" y="2032851"/>
                  <a:pt x="4000029" y="2020655"/>
                </a:cubicBezTo>
                <a:cubicBezTo>
                  <a:pt x="4007013" y="2060796"/>
                  <a:pt x="3994717" y="2115078"/>
                  <a:pt x="3993029" y="2188178"/>
                </a:cubicBezTo>
                <a:cubicBezTo>
                  <a:pt x="3990603" y="2229282"/>
                  <a:pt x="3976216" y="2250006"/>
                  <a:pt x="3986013" y="2297762"/>
                </a:cubicBezTo>
                <a:cubicBezTo>
                  <a:pt x="3984025" y="2301325"/>
                  <a:pt x="3981278" y="2302111"/>
                  <a:pt x="3978988" y="2307273"/>
                </a:cubicBezTo>
                <a:cubicBezTo>
                  <a:pt x="3976953" y="2336776"/>
                  <a:pt x="3973713" y="2365666"/>
                  <a:pt x="3971955" y="2390574"/>
                </a:cubicBezTo>
                <a:cubicBezTo>
                  <a:pt x="3953277" y="2340980"/>
                  <a:pt x="3977302" y="2269041"/>
                  <a:pt x="3964907" y="2204875"/>
                </a:cubicBezTo>
                <a:cubicBezTo>
                  <a:pt x="3975210" y="2260699"/>
                  <a:pt x="3945807" y="2370844"/>
                  <a:pt x="3957849" y="2430328"/>
                </a:cubicBezTo>
                <a:cubicBezTo>
                  <a:pt x="3955329" y="2435226"/>
                  <a:pt x="3953747" y="2435978"/>
                  <a:pt x="3950775" y="2442161"/>
                </a:cubicBezTo>
                <a:cubicBezTo>
                  <a:pt x="3947233" y="2433783"/>
                  <a:pt x="3948857" y="2428776"/>
                  <a:pt x="3943693" y="2421280"/>
                </a:cubicBezTo>
                <a:cubicBezTo>
                  <a:pt x="3927672" y="2346691"/>
                  <a:pt x="3953028" y="2329826"/>
                  <a:pt x="3936595" y="2265609"/>
                </a:cubicBezTo>
                <a:cubicBezTo>
                  <a:pt x="3919773" y="2100031"/>
                  <a:pt x="3943186" y="1931486"/>
                  <a:pt x="3929480" y="1675505"/>
                </a:cubicBezTo>
                <a:cubicBezTo>
                  <a:pt x="3933078" y="1790942"/>
                  <a:pt x="3886258" y="1971376"/>
                  <a:pt x="3925852" y="2096407"/>
                </a:cubicBezTo>
                <a:cubicBezTo>
                  <a:pt x="3965446" y="2221438"/>
                  <a:pt x="3900538" y="2365509"/>
                  <a:pt x="3922366" y="2500804"/>
                </a:cubicBezTo>
                <a:cubicBezTo>
                  <a:pt x="3913232" y="2474345"/>
                  <a:pt x="3924449" y="2413904"/>
                  <a:pt x="3915226" y="2384703"/>
                </a:cubicBezTo>
                <a:cubicBezTo>
                  <a:pt x="3908893" y="2353526"/>
                  <a:pt x="3912052" y="2303066"/>
                  <a:pt x="3908088" y="2241196"/>
                </a:cubicBezTo>
                <a:cubicBezTo>
                  <a:pt x="3923555" y="2289895"/>
                  <a:pt x="3887635" y="2372465"/>
                  <a:pt x="3900924" y="2434082"/>
                </a:cubicBezTo>
                <a:cubicBezTo>
                  <a:pt x="3896575" y="2422945"/>
                  <a:pt x="3901346" y="2406646"/>
                  <a:pt x="3893751" y="2391293"/>
                </a:cubicBezTo>
                <a:cubicBezTo>
                  <a:pt x="3896146" y="2435397"/>
                  <a:pt x="3885660" y="2440579"/>
                  <a:pt x="3886572" y="2479310"/>
                </a:cubicBezTo>
                <a:cubicBezTo>
                  <a:pt x="3882688" y="2475183"/>
                  <a:pt x="3881695" y="2469759"/>
                  <a:pt x="3879375" y="2467029"/>
                </a:cubicBezTo>
                <a:cubicBezTo>
                  <a:pt x="3854190" y="2277987"/>
                  <a:pt x="3925490" y="2119096"/>
                  <a:pt x="3872170" y="2007919"/>
                </a:cubicBezTo>
                <a:cubicBezTo>
                  <a:pt x="3894100" y="2172684"/>
                  <a:pt x="3843710" y="2263510"/>
                  <a:pt x="3864949" y="2389466"/>
                </a:cubicBezTo>
                <a:cubicBezTo>
                  <a:pt x="3865649" y="2429880"/>
                  <a:pt x="3853065" y="2443377"/>
                  <a:pt x="3857711" y="2495320"/>
                </a:cubicBezTo>
                <a:cubicBezTo>
                  <a:pt x="3811614" y="2331324"/>
                  <a:pt x="3884722" y="2152148"/>
                  <a:pt x="3850602" y="2029610"/>
                </a:cubicBezTo>
                <a:cubicBezTo>
                  <a:pt x="3816482" y="1907072"/>
                  <a:pt x="3889398" y="1708226"/>
                  <a:pt x="3843203" y="1544891"/>
                </a:cubicBezTo>
                <a:cubicBezTo>
                  <a:pt x="3853040" y="1694560"/>
                  <a:pt x="3799688" y="1793946"/>
                  <a:pt x="3839568" y="2005481"/>
                </a:cubicBezTo>
                <a:cubicBezTo>
                  <a:pt x="3879448" y="2217016"/>
                  <a:pt x="3795994" y="2307941"/>
                  <a:pt x="3835932" y="2466070"/>
                </a:cubicBezTo>
                <a:cubicBezTo>
                  <a:pt x="3832071" y="2459357"/>
                  <a:pt x="3834009" y="2449544"/>
                  <a:pt x="3828645" y="2440797"/>
                </a:cubicBezTo>
                <a:cubicBezTo>
                  <a:pt x="3826912" y="2446755"/>
                  <a:pt x="3820717" y="2457140"/>
                  <a:pt x="3821342" y="2465574"/>
                </a:cubicBezTo>
                <a:cubicBezTo>
                  <a:pt x="3800199" y="2413888"/>
                  <a:pt x="3830665" y="2321230"/>
                  <a:pt x="3814039" y="2273092"/>
                </a:cubicBezTo>
                <a:cubicBezTo>
                  <a:pt x="3786504" y="2222705"/>
                  <a:pt x="3818302" y="2152418"/>
                  <a:pt x="3806712" y="2047474"/>
                </a:cubicBezTo>
                <a:cubicBezTo>
                  <a:pt x="3806192" y="2056757"/>
                  <a:pt x="3802205" y="2058674"/>
                  <a:pt x="3799376" y="2070042"/>
                </a:cubicBezTo>
                <a:cubicBezTo>
                  <a:pt x="3795250" y="2066528"/>
                  <a:pt x="3795814" y="2065838"/>
                  <a:pt x="3792024" y="2061889"/>
                </a:cubicBezTo>
                <a:cubicBezTo>
                  <a:pt x="3776608" y="2011337"/>
                  <a:pt x="3796732" y="1977204"/>
                  <a:pt x="3784655" y="1941820"/>
                </a:cubicBezTo>
                <a:cubicBezTo>
                  <a:pt x="3767210" y="1751913"/>
                  <a:pt x="3804381" y="1653782"/>
                  <a:pt x="3780893" y="1428986"/>
                </a:cubicBezTo>
                <a:cubicBezTo>
                  <a:pt x="3757405" y="1204190"/>
                  <a:pt x="3793043" y="1130549"/>
                  <a:pt x="3777278" y="936263"/>
                </a:cubicBezTo>
                <a:cubicBezTo>
                  <a:pt x="3782486" y="962156"/>
                  <a:pt x="3769660" y="992003"/>
                  <a:pt x="3769885" y="1007971"/>
                </a:cubicBezTo>
                <a:cubicBezTo>
                  <a:pt x="3779870" y="1162424"/>
                  <a:pt x="3726715" y="1357305"/>
                  <a:pt x="3762475" y="1462184"/>
                </a:cubicBezTo>
                <a:cubicBezTo>
                  <a:pt x="3762190" y="1511788"/>
                  <a:pt x="3746708" y="1524425"/>
                  <a:pt x="3755057" y="1572686"/>
                </a:cubicBezTo>
                <a:cubicBezTo>
                  <a:pt x="3748877" y="1532267"/>
                  <a:pt x="3750680" y="1503134"/>
                  <a:pt x="3747623" y="1461291"/>
                </a:cubicBezTo>
                <a:cubicBezTo>
                  <a:pt x="3712520" y="1338183"/>
                  <a:pt x="3784101" y="1101674"/>
                  <a:pt x="3744046" y="983336"/>
                </a:cubicBezTo>
                <a:cubicBezTo>
                  <a:pt x="3703991" y="864998"/>
                  <a:pt x="3749361" y="599251"/>
                  <a:pt x="3740171" y="465552"/>
                </a:cubicBezTo>
                <a:cubicBezTo>
                  <a:pt x="3768641" y="548791"/>
                  <a:pt x="3687804" y="702936"/>
                  <a:pt x="3732713" y="876191"/>
                </a:cubicBezTo>
                <a:cubicBezTo>
                  <a:pt x="3730809" y="890780"/>
                  <a:pt x="3723688" y="900285"/>
                  <a:pt x="3725238" y="922443"/>
                </a:cubicBezTo>
                <a:cubicBezTo>
                  <a:pt x="3726732" y="992296"/>
                  <a:pt x="3717045" y="1037480"/>
                  <a:pt x="3717746" y="1112799"/>
                </a:cubicBezTo>
                <a:cubicBezTo>
                  <a:pt x="3738798" y="1203511"/>
                  <a:pt x="3703499" y="1365194"/>
                  <a:pt x="3714071" y="1464294"/>
                </a:cubicBezTo>
                <a:cubicBezTo>
                  <a:pt x="3724643" y="1563394"/>
                  <a:pt x="3684500" y="1654045"/>
                  <a:pt x="3710246" y="1830135"/>
                </a:cubicBezTo>
                <a:cubicBezTo>
                  <a:pt x="3707235" y="1828397"/>
                  <a:pt x="3706417" y="1827729"/>
                  <a:pt x="3702730" y="1825619"/>
                </a:cubicBezTo>
                <a:cubicBezTo>
                  <a:pt x="3700818" y="1859075"/>
                  <a:pt x="3690815" y="1919039"/>
                  <a:pt x="3695197" y="1951181"/>
                </a:cubicBezTo>
                <a:cubicBezTo>
                  <a:pt x="3682663" y="1915833"/>
                  <a:pt x="3694140" y="1883213"/>
                  <a:pt x="3687648" y="1854564"/>
                </a:cubicBezTo>
                <a:cubicBezTo>
                  <a:pt x="3646367" y="1689203"/>
                  <a:pt x="3719441" y="1631277"/>
                  <a:pt x="3683719" y="1511944"/>
                </a:cubicBezTo>
                <a:cubicBezTo>
                  <a:pt x="3647997" y="1392611"/>
                  <a:pt x="3706367" y="1334150"/>
                  <a:pt x="3680092" y="1195679"/>
                </a:cubicBezTo>
                <a:cubicBezTo>
                  <a:pt x="3632222" y="972065"/>
                  <a:pt x="3691754" y="864500"/>
                  <a:pt x="3676381" y="609796"/>
                </a:cubicBezTo>
                <a:cubicBezTo>
                  <a:pt x="3661008" y="355092"/>
                  <a:pt x="3728869" y="192047"/>
                  <a:pt x="3672518" y="0"/>
                </a:cubicBezTo>
                <a:cubicBezTo>
                  <a:pt x="3687941" y="77375"/>
                  <a:pt x="3650421" y="247688"/>
                  <a:pt x="3668950" y="385270"/>
                </a:cubicBezTo>
                <a:cubicBezTo>
                  <a:pt x="3687479" y="522852"/>
                  <a:pt x="3657339" y="706994"/>
                  <a:pt x="3664927" y="819724"/>
                </a:cubicBezTo>
                <a:cubicBezTo>
                  <a:pt x="3691694" y="999969"/>
                  <a:pt x="3631708" y="1050398"/>
                  <a:pt x="3662544" y="1199768"/>
                </a:cubicBezTo>
                <a:cubicBezTo>
                  <a:pt x="3693380" y="1349138"/>
                  <a:pt x="3628029" y="1501296"/>
                  <a:pt x="3660161" y="1579812"/>
                </a:cubicBezTo>
                <a:cubicBezTo>
                  <a:pt x="3692293" y="1658328"/>
                  <a:pt x="3620580" y="1925410"/>
                  <a:pt x="3657321" y="2032630"/>
                </a:cubicBezTo>
                <a:cubicBezTo>
                  <a:pt x="3659215" y="2052071"/>
                  <a:pt x="3649379" y="2067067"/>
                  <a:pt x="3649706" y="2087451"/>
                </a:cubicBezTo>
                <a:cubicBezTo>
                  <a:pt x="3647426" y="2093706"/>
                  <a:pt x="3644189" y="2096399"/>
                  <a:pt x="3642067" y="2099930"/>
                </a:cubicBezTo>
                <a:cubicBezTo>
                  <a:pt x="3614794" y="1999893"/>
                  <a:pt x="3697462" y="1824884"/>
                  <a:pt x="3639518" y="1606249"/>
                </a:cubicBezTo>
                <a:cubicBezTo>
                  <a:pt x="3581574" y="1387614"/>
                  <a:pt x="3665663" y="1241371"/>
                  <a:pt x="3637045" y="1127378"/>
                </a:cubicBezTo>
                <a:cubicBezTo>
                  <a:pt x="3608427" y="1013385"/>
                  <a:pt x="3638826" y="763596"/>
                  <a:pt x="3634419" y="618886"/>
                </a:cubicBezTo>
                <a:cubicBezTo>
                  <a:pt x="3652585" y="777235"/>
                  <a:pt x="3602430" y="814917"/>
                  <a:pt x="3630588" y="971192"/>
                </a:cubicBezTo>
                <a:cubicBezTo>
                  <a:pt x="3658746" y="1127467"/>
                  <a:pt x="3627777" y="1168212"/>
                  <a:pt x="3626756" y="1323498"/>
                </a:cubicBezTo>
                <a:cubicBezTo>
                  <a:pt x="3646664" y="1510453"/>
                  <a:pt x="3585564" y="1598289"/>
                  <a:pt x="3622839" y="1785054"/>
                </a:cubicBezTo>
                <a:cubicBezTo>
                  <a:pt x="3660114" y="1971819"/>
                  <a:pt x="3575487" y="2052835"/>
                  <a:pt x="3619076" y="2228510"/>
                </a:cubicBezTo>
                <a:cubicBezTo>
                  <a:pt x="3607023" y="2158741"/>
                  <a:pt x="3640465" y="2066738"/>
                  <a:pt x="3611387" y="1981200"/>
                </a:cubicBezTo>
                <a:cubicBezTo>
                  <a:pt x="3638801" y="2110077"/>
                  <a:pt x="3589599" y="2149593"/>
                  <a:pt x="3603674" y="2289277"/>
                </a:cubicBezTo>
                <a:cubicBezTo>
                  <a:pt x="3606018" y="2309382"/>
                  <a:pt x="3596212" y="2345993"/>
                  <a:pt x="3595952" y="2380965"/>
                </a:cubicBezTo>
                <a:cubicBezTo>
                  <a:pt x="3575487" y="2252423"/>
                  <a:pt x="3615590" y="2172799"/>
                  <a:pt x="3588207" y="2079545"/>
                </a:cubicBezTo>
                <a:cubicBezTo>
                  <a:pt x="3597470" y="2133483"/>
                  <a:pt x="3583300" y="2213909"/>
                  <a:pt x="3580453" y="2292643"/>
                </a:cubicBezTo>
                <a:cubicBezTo>
                  <a:pt x="3578656" y="2306155"/>
                  <a:pt x="3573147" y="2313976"/>
                  <a:pt x="3572683" y="2320951"/>
                </a:cubicBezTo>
                <a:cubicBezTo>
                  <a:pt x="3579976" y="2372548"/>
                  <a:pt x="3554051" y="2427471"/>
                  <a:pt x="3564904" y="2480682"/>
                </a:cubicBezTo>
                <a:cubicBezTo>
                  <a:pt x="3560612" y="2474761"/>
                  <a:pt x="3561012" y="2467984"/>
                  <a:pt x="3557101" y="2463151"/>
                </a:cubicBezTo>
                <a:cubicBezTo>
                  <a:pt x="3519789" y="2366147"/>
                  <a:pt x="3608260" y="2103721"/>
                  <a:pt x="3553035" y="1992261"/>
                </a:cubicBezTo>
                <a:cubicBezTo>
                  <a:pt x="3497809" y="1880801"/>
                  <a:pt x="3563114" y="1690631"/>
                  <a:pt x="3549281" y="1557594"/>
                </a:cubicBezTo>
                <a:cubicBezTo>
                  <a:pt x="3561540" y="1692840"/>
                  <a:pt x="3516422" y="1759850"/>
                  <a:pt x="3545442" y="1856915"/>
                </a:cubicBezTo>
                <a:cubicBezTo>
                  <a:pt x="3574462" y="1953980"/>
                  <a:pt x="3524778" y="2068816"/>
                  <a:pt x="3541446" y="2168454"/>
                </a:cubicBezTo>
                <a:cubicBezTo>
                  <a:pt x="3557236" y="2210643"/>
                  <a:pt x="3527828" y="2291061"/>
                  <a:pt x="3533601" y="2322885"/>
                </a:cubicBezTo>
                <a:cubicBezTo>
                  <a:pt x="3527771" y="2315730"/>
                  <a:pt x="3530804" y="2295638"/>
                  <a:pt x="3525733" y="2284348"/>
                </a:cubicBezTo>
                <a:cubicBezTo>
                  <a:pt x="3512744" y="2253296"/>
                  <a:pt x="3521782" y="2172365"/>
                  <a:pt x="3517856" y="2133903"/>
                </a:cubicBezTo>
                <a:cubicBezTo>
                  <a:pt x="3511928" y="2024066"/>
                  <a:pt x="3533841" y="2010189"/>
                  <a:pt x="3509955" y="1899412"/>
                </a:cubicBezTo>
                <a:cubicBezTo>
                  <a:pt x="3494339" y="1849235"/>
                  <a:pt x="3517992" y="1846866"/>
                  <a:pt x="3502045" y="1797221"/>
                </a:cubicBezTo>
                <a:cubicBezTo>
                  <a:pt x="3500585" y="1815786"/>
                  <a:pt x="3495235" y="1852598"/>
                  <a:pt x="3494110" y="1888198"/>
                </a:cubicBezTo>
                <a:cubicBezTo>
                  <a:pt x="3479859" y="1813964"/>
                  <a:pt x="3498748" y="1771842"/>
                  <a:pt x="3486168" y="1716259"/>
                </a:cubicBezTo>
                <a:cubicBezTo>
                  <a:pt x="3480428" y="1706433"/>
                  <a:pt x="3482587" y="1698196"/>
                  <a:pt x="3478200" y="1693723"/>
                </a:cubicBezTo>
                <a:cubicBezTo>
                  <a:pt x="3453564" y="1627354"/>
                  <a:pt x="3481169" y="1557581"/>
                  <a:pt x="3470225" y="1511704"/>
                </a:cubicBezTo>
                <a:cubicBezTo>
                  <a:pt x="3462152" y="1474913"/>
                  <a:pt x="3467201" y="1419219"/>
                  <a:pt x="3462225" y="1383165"/>
                </a:cubicBezTo>
                <a:cubicBezTo>
                  <a:pt x="3480596" y="1440965"/>
                  <a:pt x="3445376" y="1555279"/>
                  <a:pt x="3454209" y="1620469"/>
                </a:cubicBezTo>
                <a:cubicBezTo>
                  <a:pt x="3450039" y="1614100"/>
                  <a:pt x="3449398" y="1606948"/>
                  <a:pt x="3446185" y="1603003"/>
                </a:cubicBezTo>
                <a:cubicBezTo>
                  <a:pt x="3416708" y="1529340"/>
                  <a:pt x="3440052" y="1334604"/>
                  <a:pt x="3438136" y="1258043"/>
                </a:cubicBezTo>
                <a:cubicBezTo>
                  <a:pt x="3454513" y="1352372"/>
                  <a:pt x="3395120" y="1442620"/>
                  <a:pt x="3430070" y="1608419"/>
                </a:cubicBezTo>
                <a:cubicBezTo>
                  <a:pt x="3418317" y="1576129"/>
                  <a:pt x="3426139" y="1552556"/>
                  <a:pt x="3421989" y="1527210"/>
                </a:cubicBezTo>
                <a:cubicBezTo>
                  <a:pt x="3418296" y="1524367"/>
                  <a:pt x="3417907" y="1521574"/>
                  <a:pt x="3413891" y="1518783"/>
                </a:cubicBezTo>
                <a:cubicBezTo>
                  <a:pt x="3412608" y="1536378"/>
                  <a:pt x="3406755" y="1563726"/>
                  <a:pt x="3405775" y="1583626"/>
                </a:cubicBezTo>
                <a:cubicBezTo>
                  <a:pt x="3407907" y="1601490"/>
                  <a:pt x="3392441" y="1641315"/>
                  <a:pt x="3397636" y="1658096"/>
                </a:cubicBezTo>
                <a:cubicBezTo>
                  <a:pt x="3405875" y="1695673"/>
                  <a:pt x="3380639" y="1761177"/>
                  <a:pt x="3389489" y="1809948"/>
                </a:cubicBezTo>
                <a:cubicBezTo>
                  <a:pt x="3391701" y="1832208"/>
                  <a:pt x="3382638" y="1876372"/>
                  <a:pt x="3381317" y="1896575"/>
                </a:cubicBezTo>
                <a:cubicBezTo>
                  <a:pt x="3379719" y="2033660"/>
                  <a:pt x="3374120" y="2124834"/>
                  <a:pt x="3373129" y="2203857"/>
                </a:cubicBezTo>
                <a:cubicBezTo>
                  <a:pt x="3371028" y="2263698"/>
                  <a:pt x="3362277" y="2315686"/>
                  <a:pt x="3364924" y="2350152"/>
                </a:cubicBezTo>
                <a:cubicBezTo>
                  <a:pt x="3360377" y="2326486"/>
                  <a:pt x="3358759" y="2273774"/>
                  <a:pt x="3356703" y="2254089"/>
                </a:cubicBezTo>
                <a:cubicBezTo>
                  <a:pt x="3351007" y="2194090"/>
                  <a:pt x="3364956" y="2168515"/>
                  <a:pt x="3348465" y="2126311"/>
                </a:cubicBezTo>
                <a:cubicBezTo>
                  <a:pt x="3318821" y="2007013"/>
                  <a:pt x="3344268" y="1971903"/>
                  <a:pt x="3340203" y="1869631"/>
                </a:cubicBezTo>
                <a:cubicBezTo>
                  <a:pt x="3329543" y="1809228"/>
                  <a:pt x="3338382" y="1788029"/>
                  <a:pt x="3331925" y="1713481"/>
                </a:cubicBezTo>
                <a:cubicBezTo>
                  <a:pt x="3324156" y="1650222"/>
                  <a:pt x="3331733" y="1608628"/>
                  <a:pt x="3323630" y="1538316"/>
                </a:cubicBezTo>
                <a:cubicBezTo>
                  <a:pt x="3310707" y="1507155"/>
                  <a:pt x="3321561" y="1427397"/>
                  <a:pt x="3315310" y="1393552"/>
                </a:cubicBezTo>
                <a:cubicBezTo>
                  <a:pt x="3281160" y="1304326"/>
                  <a:pt x="3320788" y="1224949"/>
                  <a:pt x="3306982" y="1119216"/>
                </a:cubicBezTo>
                <a:cubicBezTo>
                  <a:pt x="3303372" y="1087974"/>
                  <a:pt x="3304923" y="1040454"/>
                  <a:pt x="3298630" y="1004762"/>
                </a:cubicBezTo>
                <a:cubicBezTo>
                  <a:pt x="3279554" y="897259"/>
                  <a:pt x="3308692" y="799506"/>
                  <a:pt x="3290253" y="739449"/>
                </a:cubicBezTo>
                <a:cubicBezTo>
                  <a:pt x="3287010" y="734729"/>
                  <a:pt x="3285831" y="724096"/>
                  <a:pt x="3281868" y="718922"/>
                </a:cubicBezTo>
                <a:cubicBezTo>
                  <a:pt x="3278310" y="683864"/>
                  <a:pt x="3282405" y="664879"/>
                  <a:pt x="3273458" y="628913"/>
                </a:cubicBezTo>
                <a:cubicBezTo>
                  <a:pt x="3237745" y="545591"/>
                  <a:pt x="3263019" y="452912"/>
                  <a:pt x="3256582" y="365531"/>
                </a:cubicBezTo>
                <a:cubicBezTo>
                  <a:pt x="3254423" y="366630"/>
                  <a:pt x="3251020" y="366332"/>
                  <a:pt x="3248106" y="368451"/>
                </a:cubicBezTo>
                <a:cubicBezTo>
                  <a:pt x="3240664" y="327881"/>
                  <a:pt x="3243811" y="263415"/>
                  <a:pt x="3239622" y="220654"/>
                </a:cubicBezTo>
                <a:cubicBezTo>
                  <a:pt x="3243109" y="246698"/>
                  <a:pt x="3222875" y="291045"/>
                  <a:pt x="3231115" y="313904"/>
                </a:cubicBezTo>
                <a:cubicBezTo>
                  <a:pt x="3229590" y="330581"/>
                  <a:pt x="3222515" y="364274"/>
                  <a:pt x="3222590" y="386433"/>
                </a:cubicBezTo>
                <a:cubicBezTo>
                  <a:pt x="3217454" y="355552"/>
                  <a:pt x="3219981" y="343467"/>
                  <a:pt x="3214041" y="303333"/>
                </a:cubicBezTo>
                <a:cubicBezTo>
                  <a:pt x="3212147" y="306767"/>
                  <a:pt x="3208682" y="306817"/>
                  <a:pt x="3205475" y="311353"/>
                </a:cubicBezTo>
                <a:cubicBezTo>
                  <a:pt x="3200538" y="303764"/>
                  <a:pt x="3202419" y="291087"/>
                  <a:pt x="3196886" y="276507"/>
                </a:cubicBezTo>
                <a:cubicBezTo>
                  <a:pt x="3195157" y="317134"/>
                  <a:pt x="3186213" y="334244"/>
                  <a:pt x="3188279" y="359198"/>
                </a:cubicBezTo>
                <a:cubicBezTo>
                  <a:pt x="3195563" y="408484"/>
                  <a:pt x="3170942" y="449268"/>
                  <a:pt x="3179649" y="529754"/>
                </a:cubicBezTo>
                <a:cubicBezTo>
                  <a:pt x="3178961" y="624612"/>
                  <a:pt x="3150892" y="690280"/>
                  <a:pt x="3171001" y="776232"/>
                </a:cubicBezTo>
                <a:cubicBezTo>
                  <a:pt x="3185331" y="945480"/>
                  <a:pt x="3164129" y="990616"/>
                  <a:pt x="3162329" y="1134838"/>
                </a:cubicBezTo>
                <a:cubicBezTo>
                  <a:pt x="3186616" y="1296624"/>
                  <a:pt x="3111375" y="1399023"/>
                  <a:pt x="3153798" y="1579753"/>
                </a:cubicBezTo>
                <a:cubicBezTo>
                  <a:pt x="3196221" y="1760483"/>
                  <a:pt x="3095574" y="1839650"/>
                  <a:pt x="3144919" y="2042827"/>
                </a:cubicBezTo>
                <a:cubicBezTo>
                  <a:pt x="3150338" y="2089301"/>
                  <a:pt x="3130539" y="2117048"/>
                  <a:pt x="3136190" y="2152701"/>
                </a:cubicBezTo>
                <a:cubicBezTo>
                  <a:pt x="3136268" y="2184240"/>
                  <a:pt x="3115802" y="2242909"/>
                  <a:pt x="3127436" y="2301666"/>
                </a:cubicBezTo>
                <a:cubicBezTo>
                  <a:pt x="3113294" y="2270690"/>
                  <a:pt x="3139509" y="2186966"/>
                  <a:pt x="3118657" y="2144720"/>
                </a:cubicBezTo>
                <a:cubicBezTo>
                  <a:pt x="3117688" y="2256273"/>
                  <a:pt x="3100211" y="2303008"/>
                  <a:pt x="3109863" y="2402863"/>
                </a:cubicBezTo>
                <a:cubicBezTo>
                  <a:pt x="3102937" y="2373565"/>
                  <a:pt x="3103204" y="2351499"/>
                  <a:pt x="3101035" y="2336573"/>
                </a:cubicBezTo>
                <a:cubicBezTo>
                  <a:pt x="3103061" y="2363429"/>
                  <a:pt x="3092253" y="2386006"/>
                  <a:pt x="3092198" y="2406213"/>
                </a:cubicBezTo>
                <a:cubicBezTo>
                  <a:pt x="3086659" y="2392518"/>
                  <a:pt x="3089311" y="2385322"/>
                  <a:pt x="3083330" y="2369867"/>
                </a:cubicBezTo>
                <a:cubicBezTo>
                  <a:pt x="3074139" y="2336941"/>
                  <a:pt x="3085267" y="2316228"/>
                  <a:pt x="3074444" y="2296818"/>
                </a:cubicBezTo>
                <a:cubicBezTo>
                  <a:pt x="3069754" y="2295125"/>
                  <a:pt x="3067947" y="2291611"/>
                  <a:pt x="3065535" y="2291287"/>
                </a:cubicBezTo>
                <a:cubicBezTo>
                  <a:pt x="3061011" y="2271668"/>
                  <a:pt x="3065522" y="2247299"/>
                  <a:pt x="3056610" y="2218255"/>
                </a:cubicBezTo>
                <a:cubicBezTo>
                  <a:pt x="3055855" y="2248042"/>
                  <a:pt x="3047793" y="2285564"/>
                  <a:pt x="3047650" y="2331825"/>
                </a:cubicBezTo>
                <a:cubicBezTo>
                  <a:pt x="3046784" y="2341288"/>
                  <a:pt x="3040313" y="2345097"/>
                  <a:pt x="3038674" y="2356751"/>
                </a:cubicBezTo>
                <a:cubicBezTo>
                  <a:pt x="3012883" y="2314915"/>
                  <a:pt x="3028547" y="2232611"/>
                  <a:pt x="3020651" y="2172986"/>
                </a:cubicBezTo>
                <a:cubicBezTo>
                  <a:pt x="3020113" y="2225226"/>
                  <a:pt x="3002448" y="2254362"/>
                  <a:pt x="3011602" y="2314731"/>
                </a:cubicBezTo>
                <a:cubicBezTo>
                  <a:pt x="3008736" y="2332152"/>
                  <a:pt x="3005794" y="2339731"/>
                  <a:pt x="3002536" y="2357330"/>
                </a:cubicBezTo>
                <a:cubicBezTo>
                  <a:pt x="2992699" y="2327737"/>
                  <a:pt x="2997626" y="2319090"/>
                  <a:pt x="2993438" y="2291170"/>
                </a:cubicBezTo>
                <a:cubicBezTo>
                  <a:pt x="3004042" y="2362066"/>
                  <a:pt x="2969353" y="2404711"/>
                  <a:pt x="2984323" y="2473248"/>
                </a:cubicBezTo>
                <a:cubicBezTo>
                  <a:pt x="2980582" y="2480190"/>
                  <a:pt x="2976895" y="2481892"/>
                  <a:pt x="2975176" y="2488969"/>
                </a:cubicBezTo>
                <a:cubicBezTo>
                  <a:pt x="2956406" y="2434419"/>
                  <a:pt x="2970978" y="2421017"/>
                  <a:pt x="2966012" y="2361348"/>
                </a:cubicBezTo>
                <a:cubicBezTo>
                  <a:pt x="2972789" y="2408303"/>
                  <a:pt x="2959137" y="2413446"/>
                  <a:pt x="2956824" y="2459992"/>
                </a:cubicBezTo>
                <a:cubicBezTo>
                  <a:pt x="2941664" y="2423932"/>
                  <a:pt x="2950347" y="2365291"/>
                  <a:pt x="2947610" y="2331677"/>
                </a:cubicBezTo>
                <a:cubicBezTo>
                  <a:pt x="2942386" y="2324834"/>
                  <a:pt x="2942628" y="2321287"/>
                  <a:pt x="2938373" y="2317047"/>
                </a:cubicBezTo>
                <a:cubicBezTo>
                  <a:pt x="2927029" y="2253433"/>
                  <a:pt x="2952111" y="2180798"/>
                  <a:pt x="2929102" y="2092859"/>
                </a:cubicBezTo>
                <a:cubicBezTo>
                  <a:pt x="2924324" y="2088828"/>
                  <a:pt x="2922098" y="2083795"/>
                  <a:pt x="2919816" y="2081315"/>
                </a:cubicBezTo>
                <a:cubicBezTo>
                  <a:pt x="2916238" y="2079420"/>
                  <a:pt x="2913170" y="2076032"/>
                  <a:pt x="2910496" y="2074906"/>
                </a:cubicBezTo>
                <a:cubicBezTo>
                  <a:pt x="2907609" y="2080622"/>
                  <a:pt x="2904512" y="2084063"/>
                  <a:pt x="2901161" y="2090958"/>
                </a:cubicBezTo>
                <a:cubicBezTo>
                  <a:pt x="2900441" y="2109525"/>
                  <a:pt x="2890967" y="2121127"/>
                  <a:pt x="2891792" y="2140138"/>
                </a:cubicBezTo>
                <a:cubicBezTo>
                  <a:pt x="2882521" y="2112247"/>
                  <a:pt x="2886583" y="2057506"/>
                  <a:pt x="2882398" y="2031414"/>
                </a:cubicBezTo>
                <a:cubicBezTo>
                  <a:pt x="2881060" y="2042091"/>
                  <a:pt x="2876840" y="2047689"/>
                  <a:pt x="2872980" y="2062113"/>
                </a:cubicBezTo>
                <a:cubicBezTo>
                  <a:pt x="2875254" y="2094406"/>
                  <a:pt x="2863773" y="2104429"/>
                  <a:pt x="2863538" y="2126328"/>
                </a:cubicBezTo>
                <a:cubicBezTo>
                  <a:pt x="2878842" y="2211092"/>
                  <a:pt x="2844332" y="2258980"/>
                  <a:pt x="2854071" y="2301946"/>
                </a:cubicBezTo>
                <a:cubicBezTo>
                  <a:pt x="2846234" y="2265220"/>
                  <a:pt x="2863312" y="2189443"/>
                  <a:pt x="2844571" y="2143910"/>
                </a:cubicBezTo>
                <a:cubicBezTo>
                  <a:pt x="2853742" y="2257926"/>
                  <a:pt x="2806622" y="2346045"/>
                  <a:pt x="2835047" y="2408297"/>
                </a:cubicBezTo>
                <a:cubicBezTo>
                  <a:pt x="2831084" y="2410580"/>
                  <a:pt x="2829076" y="2409517"/>
                  <a:pt x="2825490" y="2411580"/>
                </a:cubicBezTo>
                <a:cubicBezTo>
                  <a:pt x="2821211" y="2409124"/>
                  <a:pt x="2818172" y="2406343"/>
                  <a:pt x="2815916" y="2405485"/>
                </a:cubicBezTo>
                <a:cubicBezTo>
                  <a:pt x="2808923" y="2382446"/>
                  <a:pt x="2812937" y="2351181"/>
                  <a:pt x="2806309" y="2338127"/>
                </a:cubicBezTo>
                <a:cubicBezTo>
                  <a:pt x="2801812" y="2338451"/>
                  <a:pt x="2800216" y="2336733"/>
                  <a:pt x="2796679" y="2336894"/>
                </a:cubicBezTo>
                <a:cubicBezTo>
                  <a:pt x="2796851" y="2354237"/>
                  <a:pt x="2785767" y="2377143"/>
                  <a:pt x="2787015" y="2393716"/>
                </a:cubicBezTo>
                <a:cubicBezTo>
                  <a:pt x="2768155" y="2339485"/>
                  <a:pt x="2781243" y="2289410"/>
                  <a:pt x="2777327" y="2222514"/>
                </a:cubicBezTo>
                <a:cubicBezTo>
                  <a:pt x="2786845" y="2297548"/>
                  <a:pt x="2757981" y="2309527"/>
                  <a:pt x="2767605" y="2377119"/>
                </a:cubicBezTo>
                <a:cubicBezTo>
                  <a:pt x="2757429" y="2358076"/>
                  <a:pt x="2763220" y="2331663"/>
                  <a:pt x="2757859" y="2312374"/>
                </a:cubicBezTo>
                <a:cubicBezTo>
                  <a:pt x="2755140" y="2322479"/>
                  <a:pt x="2750176" y="2326113"/>
                  <a:pt x="2748081" y="2332239"/>
                </a:cubicBezTo>
                <a:cubicBezTo>
                  <a:pt x="2742735" y="2316329"/>
                  <a:pt x="2745426" y="2305856"/>
                  <a:pt x="2738277" y="2295314"/>
                </a:cubicBezTo>
                <a:cubicBezTo>
                  <a:pt x="2725265" y="2262662"/>
                  <a:pt x="2734338" y="2189151"/>
                  <a:pt x="2728443" y="2150070"/>
                </a:cubicBezTo>
                <a:cubicBezTo>
                  <a:pt x="2734918" y="2207814"/>
                  <a:pt x="2710731" y="2220549"/>
                  <a:pt x="2718581" y="2287523"/>
                </a:cubicBezTo>
                <a:cubicBezTo>
                  <a:pt x="2693905" y="2179333"/>
                  <a:pt x="2734329" y="2170526"/>
                  <a:pt x="2708688" y="2064825"/>
                </a:cubicBezTo>
                <a:cubicBezTo>
                  <a:pt x="2710390" y="2118264"/>
                  <a:pt x="2693288" y="2143472"/>
                  <a:pt x="2698762" y="2201882"/>
                </a:cubicBezTo>
                <a:cubicBezTo>
                  <a:pt x="2697046" y="2243268"/>
                  <a:pt x="2687608" y="2306768"/>
                  <a:pt x="2688812" y="2354790"/>
                </a:cubicBezTo>
                <a:cubicBezTo>
                  <a:pt x="2671606" y="2306647"/>
                  <a:pt x="2698984" y="2262292"/>
                  <a:pt x="2678828" y="2200086"/>
                </a:cubicBezTo>
                <a:cubicBezTo>
                  <a:pt x="2674128" y="2188145"/>
                  <a:pt x="2672886" y="2165599"/>
                  <a:pt x="2668812" y="2153577"/>
                </a:cubicBezTo>
                <a:cubicBezTo>
                  <a:pt x="2672544" y="2183588"/>
                  <a:pt x="2660052" y="2202595"/>
                  <a:pt x="2658763" y="2224962"/>
                </a:cubicBezTo>
                <a:cubicBezTo>
                  <a:pt x="2627026" y="2040373"/>
                  <a:pt x="2702049" y="1873047"/>
                  <a:pt x="2648689" y="1765192"/>
                </a:cubicBezTo>
                <a:cubicBezTo>
                  <a:pt x="2648603" y="1827745"/>
                  <a:pt x="2629446" y="1949357"/>
                  <a:pt x="2638583" y="1997111"/>
                </a:cubicBezTo>
                <a:cubicBezTo>
                  <a:pt x="2646248" y="2031051"/>
                  <a:pt x="2629329" y="2106401"/>
                  <a:pt x="2628444" y="2150666"/>
                </a:cubicBezTo>
                <a:cubicBezTo>
                  <a:pt x="2616939" y="1988260"/>
                  <a:pt x="2632652" y="1972736"/>
                  <a:pt x="2618272" y="1800677"/>
                </a:cubicBezTo>
                <a:cubicBezTo>
                  <a:pt x="2617052" y="1883409"/>
                  <a:pt x="2601728" y="1896882"/>
                  <a:pt x="2608059" y="1976560"/>
                </a:cubicBezTo>
                <a:cubicBezTo>
                  <a:pt x="2576028" y="1825852"/>
                  <a:pt x="2621906" y="1725778"/>
                  <a:pt x="2597821" y="1494544"/>
                </a:cubicBezTo>
                <a:cubicBezTo>
                  <a:pt x="2631261" y="1566176"/>
                  <a:pt x="2581499" y="1744347"/>
                  <a:pt x="2592485" y="1807749"/>
                </a:cubicBezTo>
                <a:cubicBezTo>
                  <a:pt x="2603471" y="1871151"/>
                  <a:pt x="2570467" y="2004333"/>
                  <a:pt x="2587559" y="2096862"/>
                </a:cubicBezTo>
                <a:cubicBezTo>
                  <a:pt x="2583545" y="2100659"/>
                  <a:pt x="2581011" y="2099394"/>
                  <a:pt x="2577247" y="2102982"/>
                </a:cubicBezTo>
                <a:cubicBezTo>
                  <a:pt x="2570340" y="2073011"/>
                  <a:pt x="2577688" y="2011596"/>
                  <a:pt x="2566912" y="1957804"/>
                </a:cubicBezTo>
                <a:cubicBezTo>
                  <a:pt x="2583989" y="2047415"/>
                  <a:pt x="2533057" y="2129551"/>
                  <a:pt x="2556543" y="2183911"/>
                </a:cubicBezTo>
                <a:cubicBezTo>
                  <a:pt x="2554184" y="2193695"/>
                  <a:pt x="2548545" y="2194174"/>
                  <a:pt x="2546142" y="2204280"/>
                </a:cubicBezTo>
                <a:cubicBezTo>
                  <a:pt x="2543240" y="2216815"/>
                  <a:pt x="2537991" y="2227092"/>
                  <a:pt x="2535699" y="2236953"/>
                </a:cubicBezTo>
                <a:cubicBezTo>
                  <a:pt x="2505663" y="2058574"/>
                  <a:pt x="2529170" y="1988748"/>
                  <a:pt x="2525225" y="1876867"/>
                </a:cubicBezTo>
                <a:cubicBezTo>
                  <a:pt x="2535370" y="1936089"/>
                  <a:pt x="2509136" y="1961166"/>
                  <a:pt x="2514716" y="2029173"/>
                </a:cubicBezTo>
                <a:cubicBezTo>
                  <a:pt x="2513093" y="2033716"/>
                  <a:pt x="2507623" y="2035162"/>
                  <a:pt x="2504175" y="2042777"/>
                </a:cubicBezTo>
                <a:cubicBezTo>
                  <a:pt x="2509855" y="2085445"/>
                  <a:pt x="2491019" y="2119963"/>
                  <a:pt x="2493594" y="2148367"/>
                </a:cubicBezTo>
                <a:cubicBezTo>
                  <a:pt x="2488660" y="2114840"/>
                  <a:pt x="2498544" y="2040014"/>
                  <a:pt x="2482979" y="2006183"/>
                </a:cubicBezTo>
                <a:cubicBezTo>
                  <a:pt x="2482299" y="2015077"/>
                  <a:pt x="2472137" y="2027611"/>
                  <a:pt x="2472323" y="2036947"/>
                </a:cubicBezTo>
                <a:cubicBezTo>
                  <a:pt x="2468175" y="2006580"/>
                  <a:pt x="2466978" y="1957498"/>
                  <a:pt x="2461635" y="1933028"/>
                </a:cubicBezTo>
                <a:cubicBezTo>
                  <a:pt x="2458519" y="1931303"/>
                  <a:pt x="2456164" y="1928241"/>
                  <a:pt x="2450905" y="1925238"/>
                </a:cubicBezTo>
                <a:cubicBezTo>
                  <a:pt x="2448317" y="1926670"/>
                  <a:pt x="2441885" y="1927012"/>
                  <a:pt x="2440143" y="1929043"/>
                </a:cubicBezTo>
                <a:cubicBezTo>
                  <a:pt x="2434341" y="1922992"/>
                  <a:pt x="2436153" y="1915131"/>
                  <a:pt x="2429340" y="1906341"/>
                </a:cubicBezTo>
                <a:cubicBezTo>
                  <a:pt x="2419483" y="1894217"/>
                  <a:pt x="2425613" y="1855909"/>
                  <a:pt x="2418504" y="1842159"/>
                </a:cubicBezTo>
                <a:cubicBezTo>
                  <a:pt x="2419841" y="1860839"/>
                  <a:pt x="2406446" y="1895072"/>
                  <a:pt x="2407627" y="1910278"/>
                </a:cubicBezTo>
                <a:cubicBezTo>
                  <a:pt x="2412540" y="1936982"/>
                  <a:pt x="2390980" y="1963097"/>
                  <a:pt x="2396709" y="1984533"/>
                </a:cubicBezTo>
                <a:cubicBezTo>
                  <a:pt x="2395723" y="1989458"/>
                  <a:pt x="2388241" y="1995370"/>
                  <a:pt x="2385758" y="1999295"/>
                </a:cubicBezTo>
                <a:cubicBezTo>
                  <a:pt x="2369465" y="1966329"/>
                  <a:pt x="2384930" y="1924564"/>
                  <a:pt x="2374759" y="1854803"/>
                </a:cubicBezTo>
                <a:cubicBezTo>
                  <a:pt x="2348318" y="1757307"/>
                  <a:pt x="2381497" y="1609864"/>
                  <a:pt x="2369243" y="1524328"/>
                </a:cubicBezTo>
                <a:cubicBezTo>
                  <a:pt x="2356989" y="1438792"/>
                  <a:pt x="2400663" y="1293337"/>
                  <a:pt x="2363726" y="1193852"/>
                </a:cubicBezTo>
                <a:cubicBezTo>
                  <a:pt x="2397259" y="1261627"/>
                  <a:pt x="2327215" y="1374232"/>
                  <a:pt x="2352652" y="1503625"/>
                </a:cubicBezTo>
                <a:cubicBezTo>
                  <a:pt x="2366280" y="1712306"/>
                  <a:pt x="2311207" y="1736666"/>
                  <a:pt x="2341538" y="1969862"/>
                </a:cubicBezTo>
                <a:cubicBezTo>
                  <a:pt x="2334212" y="1908156"/>
                  <a:pt x="2344994" y="1873586"/>
                  <a:pt x="2330382" y="1808674"/>
                </a:cubicBezTo>
                <a:cubicBezTo>
                  <a:pt x="2317992" y="1748436"/>
                  <a:pt x="2335327" y="1720561"/>
                  <a:pt x="2319187" y="1678978"/>
                </a:cubicBezTo>
                <a:cubicBezTo>
                  <a:pt x="2318682" y="1745490"/>
                  <a:pt x="2308036" y="1794863"/>
                  <a:pt x="2307949" y="1908508"/>
                </a:cubicBezTo>
                <a:cubicBezTo>
                  <a:pt x="2279376" y="1828367"/>
                  <a:pt x="2323055" y="1800228"/>
                  <a:pt x="2296662" y="1695253"/>
                </a:cubicBezTo>
                <a:cubicBezTo>
                  <a:pt x="2299675" y="1725358"/>
                  <a:pt x="2279775" y="1748952"/>
                  <a:pt x="2285335" y="1772171"/>
                </a:cubicBezTo>
                <a:cubicBezTo>
                  <a:pt x="2292862" y="1863477"/>
                  <a:pt x="2266045" y="1897351"/>
                  <a:pt x="2273973" y="1987476"/>
                </a:cubicBezTo>
                <a:cubicBezTo>
                  <a:pt x="2270287" y="2000455"/>
                  <a:pt x="2264825" y="2006025"/>
                  <a:pt x="2262556" y="2018265"/>
                </a:cubicBezTo>
                <a:cubicBezTo>
                  <a:pt x="2258268" y="2013626"/>
                  <a:pt x="2255347" y="1999753"/>
                  <a:pt x="2251106" y="1994299"/>
                </a:cubicBezTo>
                <a:cubicBezTo>
                  <a:pt x="2251352" y="2002717"/>
                  <a:pt x="2243551" y="2008122"/>
                  <a:pt x="2239605" y="2022218"/>
                </a:cubicBezTo>
                <a:cubicBezTo>
                  <a:pt x="2240453" y="2084715"/>
                  <a:pt x="2216503" y="2134420"/>
                  <a:pt x="2228056" y="2194315"/>
                </a:cubicBezTo>
                <a:cubicBezTo>
                  <a:pt x="2223909" y="2229632"/>
                  <a:pt x="2195980" y="2286309"/>
                  <a:pt x="2204836" y="2332496"/>
                </a:cubicBezTo>
                <a:cubicBezTo>
                  <a:pt x="2197139" y="2255282"/>
                  <a:pt x="2204894" y="2209675"/>
                  <a:pt x="2193148" y="2156810"/>
                </a:cubicBezTo>
                <a:cubicBezTo>
                  <a:pt x="2205882" y="2188142"/>
                  <a:pt x="2171050" y="2250029"/>
                  <a:pt x="2181417" y="2303079"/>
                </a:cubicBezTo>
                <a:cubicBezTo>
                  <a:pt x="2179218" y="2314714"/>
                  <a:pt x="2173052" y="2324274"/>
                  <a:pt x="2169647" y="2344403"/>
                </a:cubicBezTo>
                <a:cubicBezTo>
                  <a:pt x="2165087" y="2329605"/>
                  <a:pt x="2166312" y="2314653"/>
                  <a:pt x="2157820" y="2302814"/>
                </a:cubicBezTo>
                <a:cubicBezTo>
                  <a:pt x="2161639" y="2354185"/>
                  <a:pt x="2147341" y="2380630"/>
                  <a:pt x="2145951" y="2438613"/>
                </a:cubicBezTo>
                <a:cubicBezTo>
                  <a:pt x="2134114" y="2420067"/>
                  <a:pt x="2147011" y="2365477"/>
                  <a:pt x="2134025" y="2346306"/>
                </a:cubicBezTo>
                <a:cubicBezTo>
                  <a:pt x="2133911" y="2358861"/>
                  <a:pt x="2122329" y="2386384"/>
                  <a:pt x="2122058" y="2398720"/>
                </a:cubicBezTo>
                <a:cubicBezTo>
                  <a:pt x="2116502" y="2373745"/>
                  <a:pt x="2117262" y="2355171"/>
                  <a:pt x="2110033" y="2324126"/>
                </a:cubicBezTo>
                <a:cubicBezTo>
                  <a:pt x="2105374" y="2308545"/>
                  <a:pt x="2107739" y="2298939"/>
                  <a:pt x="2097968" y="2281503"/>
                </a:cubicBezTo>
                <a:cubicBezTo>
                  <a:pt x="2092818" y="2304649"/>
                  <a:pt x="2087806" y="2320947"/>
                  <a:pt x="2085846" y="2333479"/>
                </a:cubicBezTo>
                <a:cubicBezTo>
                  <a:pt x="2077905" y="2321260"/>
                  <a:pt x="2077372" y="2306954"/>
                  <a:pt x="2073674" y="2295438"/>
                </a:cubicBezTo>
                <a:cubicBezTo>
                  <a:pt x="2056984" y="2213414"/>
                  <a:pt x="2068271" y="2163165"/>
                  <a:pt x="2061444" y="2124740"/>
                </a:cubicBezTo>
                <a:cubicBezTo>
                  <a:pt x="2065008" y="2147457"/>
                  <a:pt x="2048845" y="2171080"/>
                  <a:pt x="2049166" y="2205056"/>
                </a:cubicBezTo>
                <a:cubicBezTo>
                  <a:pt x="2054818" y="2243412"/>
                  <a:pt x="2035392" y="2294545"/>
                  <a:pt x="2036838" y="2327210"/>
                </a:cubicBezTo>
                <a:cubicBezTo>
                  <a:pt x="2035815" y="2355408"/>
                  <a:pt x="2021799" y="2407333"/>
                  <a:pt x="2024453" y="2438862"/>
                </a:cubicBezTo>
                <a:cubicBezTo>
                  <a:pt x="2018071" y="2366103"/>
                  <a:pt x="2016974" y="2311893"/>
                  <a:pt x="2012010" y="2265104"/>
                </a:cubicBezTo>
                <a:cubicBezTo>
                  <a:pt x="2009658" y="2273152"/>
                  <a:pt x="2001189" y="2276541"/>
                  <a:pt x="1999519" y="2283438"/>
                </a:cubicBezTo>
                <a:cubicBezTo>
                  <a:pt x="1979426" y="2194035"/>
                  <a:pt x="1985897" y="2045583"/>
                  <a:pt x="1974364" y="1982192"/>
                </a:cubicBezTo>
                <a:cubicBezTo>
                  <a:pt x="1972012" y="1995365"/>
                  <a:pt x="1966407" y="2001471"/>
                  <a:pt x="1961700" y="2016356"/>
                </a:cubicBezTo>
                <a:cubicBezTo>
                  <a:pt x="1956807" y="2004383"/>
                  <a:pt x="1958244" y="1985717"/>
                  <a:pt x="1948979" y="1965437"/>
                </a:cubicBezTo>
                <a:cubicBezTo>
                  <a:pt x="1950714" y="1979272"/>
                  <a:pt x="1941786" y="1993538"/>
                  <a:pt x="1936192" y="2019258"/>
                </a:cubicBezTo>
                <a:cubicBezTo>
                  <a:pt x="1928124" y="1956568"/>
                  <a:pt x="1941525" y="1905338"/>
                  <a:pt x="1923357" y="1873022"/>
                </a:cubicBezTo>
                <a:cubicBezTo>
                  <a:pt x="1894644" y="1769238"/>
                  <a:pt x="1939239" y="1634429"/>
                  <a:pt x="1910463" y="1515789"/>
                </a:cubicBezTo>
                <a:cubicBezTo>
                  <a:pt x="1883670" y="1436158"/>
                  <a:pt x="1923024" y="1392873"/>
                  <a:pt x="1897504" y="1303552"/>
                </a:cubicBezTo>
                <a:cubicBezTo>
                  <a:pt x="1874748" y="1177279"/>
                  <a:pt x="1923460" y="1102566"/>
                  <a:pt x="1884480" y="1005945"/>
                </a:cubicBezTo>
                <a:cubicBezTo>
                  <a:pt x="1878134" y="1004838"/>
                  <a:pt x="1877141" y="1003734"/>
                  <a:pt x="1871406" y="1002769"/>
                </a:cubicBezTo>
                <a:cubicBezTo>
                  <a:pt x="1871821" y="1010072"/>
                  <a:pt x="1863657" y="1019026"/>
                  <a:pt x="1858259" y="1032532"/>
                </a:cubicBezTo>
                <a:cubicBezTo>
                  <a:pt x="1896845" y="1145394"/>
                  <a:pt x="1784430" y="1424633"/>
                  <a:pt x="1845054" y="1581378"/>
                </a:cubicBezTo>
                <a:cubicBezTo>
                  <a:pt x="1840743" y="1575858"/>
                  <a:pt x="1838704" y="1565424"/>
                  <a:pt x="1831784" y="1555178"/>
                </a:cubicBezTo>
                <a:cubicBezTo>
                  <a:pt x="1816448" y="1434204"/>
                  <a:pt x="1862437" y="1180190"/>
                  <a:pt x="1818448" y="1084657"/>
                </a:cubicBezTo>
                <a:cubicBezTo>
                  <a:pt x="1804479" y="1022875"/>
                  <a:pt x="1825406" y="979269"/>
                  <a:pt x="1805055" y="922534"/>
                </a:cubicBezTo>
                <a:cubicBezTo>
                  <a:pt x="1802909" y="926632"/>
                  <a:pt x="1794608" y="930087"/>
                  <a:pt x="1791588" y="934344"/>
                </a:cubicBezTo>
                <a:cubicBezTo>
                  <a:pt x="1792356" y="1093025"/>
                  <a:pt x="1760071" y="1369401"/>
                  <a:pt x="1778056" y="1533346"/>
                </a:cubicBezTo>
                <a:cubicBezTo>
                  <a:pt x="1829445" y="1765347"/>
                  <a:pt x="1739805" y="1826474"/>
                  <a:pt x="1764457" y="2033350"/>
                </a:cubicBezTo>
                <a:cubicBezTo>
                  <a:pt x="1751135" y="2005149"/>
                  <a:pt x="1760351" y="1983878"/>
                  <a:pt x="1750785" y="1959906"/>
                </a:cubicBezTo>
                <a:cubicBezTo>
                  <a:pt x="1736961" y="1905037"/>
                  <a:pt x="1744251" y="1871417"/>
                  <a:pt x="1737047" y="1814265"/>
                </a:cubicBezTo>
                <a:cubicBezTo>
                  <a:pt x="1729529" y="1792838"/>
                  <a:pt x="1737887" y="1748727"/>
                  <a:pt x="1723236" y="1720865"/>
                </a:cubicBezTo>
                <a:cubicBezTo>
                  <a:pt x="1722188" y="1727814"/>
                  <a:pt x="1713822" y="1735165"/>
                  <a:pt x="1709359" y="1743673"/>
                </a:cubicBezTo>
                <a:cubicBezTo>
                  <a:pt x="1726029" y="1796482"/>
                  <a:pt x="1678907" y="1870315"/>
                  <a:pt x="1695409" y="1937667"/>
                </a:cubicBezTo>
                <a:cubicBezTo>
                  <a:pt x="1694665" y="1964126"/>
                  <a:pt x="1684556" y="1981251"/>
                  <a:pt x="1681384" y="2021780"/>
                </a:cubicBezTo>
                <a:cubicBezTo>
                  <a:pt x="1676092" y="2079278"/>
                  <a:pt x="1666010" y="2088444"/>
                  <a:pt x="1667295" y="2148003"/>
                </a:cubicBezTo>
                <a:cubicBezTo>
                  <a:pt x="1667616" y="2183140"/>
                  <a:pt x="1647213" y="2212014"/>
                  <a:pt x="1653123" y="2252104"/>
                </a:cubicBezTo>
                <a:cubicBezTo>
                  <a:pt x="1648976" y="2267764"/>
                  <a:pt x="1641829" y="2277279"/>
                  <a:pt x="1638878" y="2284695"/>
                </a:cubicBezTo>
                <a:cubicBezTo>
                  <a:pt x="1633616" y="2281902"/>
                  <a:pt x="1629045" y="2269267"/>
                  <a:pt x="1624557" y="2263343"/>
                </a:cubicBezTo>
                <a:cubicBezTo>
                  <a:pt x="1619719" y="2263704"/>
                  <a:pt x="1616806" y="2260769"/>
                  <a:pt x="1610157" y="2261142"/>
                </a:cubicBezTo>
                <a:cubicBezTo>
                  <a:pt x="1615402" y="2329314"/>
                  <a:pt x="1590294" y="2369038"/>
                  <a:pt x="1595681" y="2405584"/>
                </a:cubicBezTo>
                <a:cubicBezTo>
                  <a:pt x="1586648" y="2382382"/>
                  <a:pt x="1588143" y="2378797"/>
                  <a:pt x="1581132" y="2354385"/>
                </a:cubicBezTo>
                <a:cubicBezTo>
                  <a:pt x="1571820" y="2341296"/>
                  <a:pt x="1576920" y="2300114"/>
                  <a:pt x="1566493" y="2287416"/>
                </a:cubicBezTo>
                <a:cubicBezTo>
                  <a:pt x="1559931" y="2278326"/>
                  <a:pt x="1555444" y="2270396"/>
                  <a:pt x="1551780" y="2266031"/>
                </a:cubicBezTo>
                <a:cubicBezTo>
                  <a:pt x="1540247" y="2205030"/>
                  <a:pt x="1555034" y="2149058"/>
                  <a:pt x="1536994" y="2102147"/>
                </a:cubicBezTo>
                <a:cubicBezTo>
                  <a:pt x="1531761" y="2099886"/>
                  <a:pt x="1526066" y="2088328"/>
                  <a:pt x="1522117" y="2085789"/>
                </a:cubicBezTo>
                <a:cubicBezTo>
                  <a:pt x="1512564" y="2048849"/>
                  <a:pt x="1521924" y="2026730"/>
                  <a:pt x="1507158" y="1994638"/>
                </a:cubicBezTo>
                <a:cubicBezTo>
                  <a:pt x="1494035" y="1961097"/>
                  <a:pt x="1505189" y="1942959"/>
                  <a:pt x="1492109" y="1915132"/>
                </a:cubicBezTo>
                <a:cubicBezTo>
                  <a:pt x="1495052" y="1979517"/>
                  <a:pt x="1471585" y="2005105"/>
                  <a:pt x="1476986" y="2046804"/>
                </a:cubicBezTo>
                <a:cubicBezTo>
                  <a:pt x="1474311" y="2051999"/>
                  <a:pt x="1465775" y="2058807"/>
                  <a:pt x="1461773" y="2065354"/>
                </a:cubicBezTo>
                <a:cubicBezTo>
                  <a:pt x="1455510" y="2024263"/>
                  <a:pt x="1453803" y="1989525"/>
                  <a:pt x="1446478" y="1943192"/>
                </a:cubicBezTo>
                <a:cubicBezTo>
                  <a:pt x="1457599" y="1985667"/>
                  <a:pt x="1422077" y="2034742"/>
                  <a:pt x="1431093" y="2086773"/>
                </a:cubicBezTo>
                <a:cubicBezTo>
                  <a:pt x="1420503" y="2068185"/>
                  <a:pt x="1424717" y="2065820"/>
                  <a:pt x="1415619" y="2046738"/>
                </a:cubicBezTo>
                <a:cubicBezTo>
                  <a:pt x="1413895" y="2072373"/>
                  <a:pt x="1398176" y="2083836"/>
                  <a:pt x="1400061" y="2099682"/>
                </a:cubicBezTo>
                <a:cubicBezTo>
                  <a:pt x="1400553" y="2135903"/>
                  <a:pt x="1382860" y="2194510"/>
                  <a:pt x="1384406" y="2237169"/>
                </a:cubicBezTo>
                <a:cubicBezTo>
                  <a:pt x="1385305" y="2290882"/>
                  <a:pt x="1361943" y="2314839"/>
                  <a:pt x="1368669" y="2345313"/>
                </a:cubicBezTo>
                <a:cubicBezTo>
                  <a:pt x="1363984" y="2335836"/>
                  <a:pt x="1356584" y="2307968"/>
                  <a:pt x="1352840" y="2297258"/>
                </a:cubicBezTo>
                <a:cubicBezTo>
                  <a:pt x="1354133" y="2315949"/>
                  <a:pt x="1335408" y="2345310"/>
                  <a:pt x="1336922" y="2383652"/>
                </a:cubicBezTo>
                <a:cubicBezTo>
                  <a:pt x="1330391" y="2379354"/>
                  <a:pt x="1326407" y="2369343"/>
                  <a:pt x="1320907" y="2365889"/>
                </a:cubicBezTo>
                <a:cubicBezTo>
                  <a:pt x="1317706" y="2389811"/>
                  <a:pt x="1307726" y="2411103"/>
                  <a:pt x="1304800" y="2441872"/>
                </a:cubicBezTo>
                <a:cubicBezTo>
                  <a:pt x="1298894" y="2454706"/>
                  <a:pt x="1290421" y="2461488"/>
                  <a:pt x="1288604" y="2469468"/>
                </a:cubicBezTo>
                <a:cubicBezTo>
                  <a:pt x="1282608" y="2465179"/>
                  <a:pt x="1278765" y="2449479"/>
                  <a:pt x="1272317" y="2446148"/>
                </a:cubicBezTo>
                <a:cubicBezTo>
                  <a:pt x="1263666" y="2341862"/>
                  <a:pt x="1279017" y="2302103"/>
                  <a:pt x="1255932" y="2223771"/>
                </a:cubicBezTo>
                <a:cubicBezTo>
                  <a:pt x="1209592" y="2120609"/>
                  <a:pt x="1281147" y="2012317"/>
                  <a:pt x="1239457" y="1847320"/>
                </a:cubicBezTo>
                <a:cubicBezTo>
                  <a:pt x="1233886" y="1871966"/>
                  <a:pt x="1224144" y="1885770"/>
                  <a:pt x="1222891" y="1916605"/>
                </a:cubicBezTo>
                <a:cubicBezTo>
                  <a:pt x="1241902" y="2045607"/>
                  <a:pt x="1211346" y="2099852"/>
                  <a:pt x="1206229" y="2237904"/>
                </a:cubicBezTo>
                <a:cubicBezTo>
                  <a:pt x="1196266" y="2120169"/>
                  <a:pt x="1213691" y="1979329"/>
                  <a:pt x="1198187" y="1890372"/>
                </a:cubicBezTo>
                <a:cubicBezTo>
                  <a:pt x="1182683" y="1801415"/>
                  <a:pt x="1220554" y="1604133"/>
                  <a:pt x="1189475" y="1513878"/>
                </a:cubicBezTo>
                <a:cubicBezTo>
                  <a:pt x="1194663" y="1683314"/>
                  <a:pt x="1143531" y="1776959"/>
                  <a:pt x="1172622" y="1986063"/>
                </a:cubicBezTo>
                <a:cubicBezTo>
                  <a:pt x="1178080" y="2053095"/>
                  <a:pt x="1143583" y="2084546"/>
                  <a:pt x="1155680" y="2159663"/>
                </a:cubicBezTo>
                <a:cubicBezTo>
                  <a:pt x="1103485" y="1943747"/>
                  <a:pt x="1158692" y="1772341"/>
                  <a:pt x="1138647" y="1673156"/>
                </a:cubicBezTo>
                <a:cubicBezTo>
                  <a:pt x="1137391" y="1879885"/>
                  <a:pt x="1063988" y="1971648"/>
                  <a:pt x="1121525" y="2236474"/>
                </a:cubicBezTo>
                <a:cubicBezTo>
                  <a:pt x="1114363" y="2239929"/>
                  <a:pt x="1110986" y="2239342"/>
                  <a:pt x="1104304" y="2243628"/>
                </a:cubicBezTo>
                <a:cubicBezTo>
                  <a:pt x="1095657" y="2210658"/>
                  <a:pt x="1091417" y="2173712"/>
                  <a:pt x="1087000" y="2150848"/>
                </a:cubicBezTo>
                <a:cubicBezTo>
                  <a:pt x="1079540" y="2143700"/>
                  <a:pt x="1076047" y="2134827"/>
                  <a:pt x="1069607" y="2128652"/>
                </a:cubicBezTo>
                <a:cubicBezTo>
                  <a:pt x="1064092" y="2130105"/>
                  <a:pt x="1060054" y="2129007"/>
                  <a:pt x="1052123" y="2129429"/>
                </a:cubicBezTo>
                <a:cubicBezTo>
                  <a:pt x="1045136" y="2134019"/>
                  <a:pt x="1039780" y="2133781"/>
                  <a:pt x="1034567" y="2139278"/>
                </a:cubicBezTo>
                <a:cubicBezTo>
                  <a:pt x="1030359" y="2188496"/>
                  <a:pt x="1021939" y="2211736"/>
                  <a:pt x="1016912" y="2256296"/>
                </a:cubicBezTo>
                <a:cubicBezTo>
                  <a:pt x="1012166" y="2279893"/>
                  <a:pt x="999320" y="2309190"/>
                  <a:pt x="999190" y="2325846"/>
                </a:cubicBezTo>
                <a:cubicBezTo>
                  <a:pt x="987963" y="2314845"/>
                  <a:pt x="987705" y="2302211"/>
                  <a:pt x="981379" y="2295761"/>
                </a:cubicBezTo>
                <a:cubicBezTo>
                  <a:pt x="976332" y="2326403"/>
                  <a:pt x="969769" y="2332223"/>
                  <a:pt x="963502" y="2359455"/>
                </a:cubicBezTo>
                <a:cubicBezTo>
                  <a:pt x="961580" y="2368239"/>
                  <a:pt x="950624" y="2384078"/>
                  <a:pt x="945552" y="2394146"/>
                </a:cubicBezTo>
                <a:cubicBezTo>
                  <a:pt x="932811" y="2361641"/>
                  <a:pt x="946388" y="2312405"/>
                  <a:pt x="927535" y="2275375"/>
                </a:cubicBezTo>
                <a:cubicBezTo>
                  <a:pt x="920337" y="2266067"/>
                  <a:pt x="916474" y="2252654"/>
                  <a:pt x="909454" y="2244983"/>
                </a:cubicBezTo>
                <a:cubicBezTo>
                  <a:pt x="912004" y="2290226"/>
                  <a:pt x="885898" y="2331576"/>
                  <a:pt x="891315" y="2378541"/>
                </a:cubicBezTo>
                <a:cubicBezTo>
                  <a:pt x="886448" y="2375741"/>
                  <a:pt x="880611" y="2369104"/>
                  <a:pt x="873127" y="2366136"/>
                </a:cubicBezTo>
                <a:cubicBezTo>
                  <a:pt x="862526" y="2347630"/>
                  <a:pt x="869707" y="2319882"/>
                  <a:pt x="854890" y="2294255"/>
                </a:cubicBezTo>
                <a:cubicBezTo>
                  <a:pt x="854930" y="2332001"/>
                  <a:pt x="837547" y="2366253"/>
                  <a:pt x="836620" y="2422099"/>
                </a:cubicBezTo>
                <a:cubicBezTo>
                  <a:pt x="808553" y="2357546"/>
                  <a:pt x="838905" y="2258734"/>
                  <a:pt x="818308" y="2216212"/>
                </a:cubicBezTo>
                <a:cubicBezTo>
                  <a:pt x="823477" y="2236807"/>
                  <a:pt x="797817" y="2261782"/>
                  <a:pt x="799972" y="2307719"/>
                </a:cubicBezTo>
                <a:cubicBezTo>
                  <a:pt x="795614" y="2327399"/>
                  <a:pt x="779525" y="2360745"/>
                  <a:pt x="781620" y="2375945"/>
                </a:cubicBezTo>
                <a:cubicBezTo>
                  <a:pt x="775248" y="2385775"/>
                  <a:pt x="767332" y="2386446"/>
                  <a:pt x="763259" y="2394015"/>
                </a:cubicBezTo>
                <a:cubicBezTo>
                  <a:pt x="760633" y="2426945"/>
                  <a:pt x="743576" y="2434250"/>
                  <a:pt x="744900" y="2456063"/>
                </a:cubicBezTo>
                <a:cubicBezTo>
                  <a:pt x="740343" y="2454035"/>
                  <a:pt x="732640" y="2448097"/>
                  <a:pt x="726547" y="2444295"/>
                </a:cubicBezTo>
                <a:cubicBezTo>
                  <a:pt x="715662" y="2433076"/>
                  <a:pt x="717734" y="2426924"/>
                  <a:pt x="708219" y="2418750"/>
                </a:cubicBezTo>
                <a:cubicBezTo>
                  <a:pt x="701852" y="2406093"/>
                  <a:pt x="698160" y="2386828"/>
                  <a:pt x="689925" y="2380559"/>
                </a:cubicBezTo>
                <a:cubicBezTo>
                  <a:pt x="646227" y="2242199"/>
                  <a:pt x="703012" y="2159050"/>
                  <a:pt x="671679" y="2055124"/>
                </a:cubicBezTo>
                <a:cubicBezTo>
                  <a:pt x="680669" y="2152182"/>
                  <a:pt x="653374" y="2216624"/>
                  <a:pt x="653483" y="2265807"/>
                </a:cubicBezTo>
                <a:cubicBezTo>
                  <a:pt x="638481" y="2212896"/>
                  <a:pt x="655616" y="2138415"/>
                  <a:pt x="635360" y="2095092"/>
                </a:cubicBezTo>
                <a:cubicBezTo>
                  <a:pt x="632433" y="2099380"/>
                  <a:pt x="620920" y="2102167"/>
                  <a:pt x="617328" y="2106646"/>
                </a:cubicBezTo>
                <a:cubicBezTo>
                  <a:pt x="609349" y="2098433"/>
                  <a:pt x="606543" y="2089584"/>
                  <a:pt x="599385" y="2081157"/>
                </a:cubicBezTo>
                <a:cubicBezTo>
                  <a:pt x="606942" y="2178523"/>
                  <a:pt x="566056" y="2260781"/>
                  <a:pt x="581557" y="2344428"/>
                </a:cubicBezTo>
                <a:cubicBezTo>
                  <a:pt x="577757" y="2362694"/>
                  <a:pt x="568678" y="2369444"/>
                  <a:pt x="563853" y="2380460"/>
                </a:cubicBezTo>
                <a:cubicBezTo>
                  <a:pt x="561388" y="2399046"/>
                  <a:pt x="545994" y="2423721"/>
                  <a:pt x="546287" y="2443262"/>
                </a:cubicBezTo>
                <a:cubicBezTo>
                  <a:pt x="540465" y="2445943"/>
                  <a:pt x="535070" y="2443510"/>
                  <a:pt x="528887" y="2445775"/>
                </a:cubicBezTo>
                <a:cubicBezTo>
                  <a:pt x="521833" y="2448377"/>
                  <a:pt x="515418" y="2449413"/>
                  <a:pt x="511648" y="2451127"/>
                </a:cubicBezTo>
                <a:cubicBezTo>
                  <a:pt x="506453" y="2451760"/>
                  <a:pt x="502548" y="2449237"/>
                  <a:pt x="494601" y="2448017"/>
                </a:cubicBezTo>
                <a:cubicBezTo>
                  <a:pt x="486808" y="2436767"/>
                  <a:pt x="484481" y="2406458"/>
                  <a:pt x="477747" y="2386208"/>
                </a:cubicBezTo>
                <a:cubicBezTo>
                  <a:pt x="470814" y="2376217"/>
                  <a:pt x="470636" y="2367127"/>
                  <a:pt x="461101" y="2350176"/>
                </a:cubicBezTo>
                <a:cubicBezTo>
                  <a:pt x="459387" y="2365586"/>
                  <a:pt x="450241" y="2371946"/>
                  <a:pt x="444682" y="2387068"/>
                </a:cubicBezTo>
                <a:cubicBezTo>
                  <a:pt x="426787" y="2348167"/>
                  <a:pt x="435171" y="2331441"/>
                  <a:pt x="428501" y="2296265"/>
                </a:cubicBezTo>
                <a:cubicBezTo>
                  <a:pt x="428077" y="2306018"/>
                  <a:pt x="415760" y="2312680"/>
                  <a:pt x="412566" y="2329625"/>
                </a:cubicBezTo>
                <a:cubicBezTo>
                  <a:pt x="404769" y="2324168"/>
                  <a:pt x="404260" y="2320465"/>
                  <a:pt x="396890" y="2316724"/>
                </a:cubicBezTo>
                <a:cubicBezTo>
                  <a:pt x="395374" y="2321663"/>
                  <a:pt x="387344" y="2325868"/>
                  <a:pt x="381486" y="2333380"/>
                </a:cubicBezTo>
                <a:cubicBezTo>
                  <a:pt x="376703" y="2359690"/>
                  <a:pt x="372306" y="2366591"/>
                  <a:pt x="366357" y="2388457"/>
                </a:cubicBezTo>
                <a:cubicBezTo>
                  <a:pt x="362336" y="2392947"/>
                  <a:pt x="357188" y="2393034"/>
                  <a:pt x="351512" y="2398307"/>
                </a:cubicBezTo>
                <a:cubicBezTo>
                  <a:pt x="346914" y="2397847"/>
                  <a:pt x="344529" y="2394719"/>
                  <a:pt x="336958" y="2394519"/>
                </a:cubicBezTo>
                <a:cubicBezTo>
                  <a:pt x="333478" y="2391739"/>
                  <a:pt x="326184" y="2384326"/>
                  <a:pt x="322698" y="2382594"/>
                </a:cubicBezTo>
                <a:cubicBezTo>
                  <a:pt x="317912" y="2383129"/>
                  <a:pt x="315003" y="2379321"/>
                  <a:pt x="308744" y="2379261"/>
                </a:cubicBezTo>
                <a:cubicBezTo>
                  <a:pt x="302744" y="2376067"/>
                  <a:pt x="301484" y="2372583"/>
                  <a:pt x="295093" y="2369793"/>
                </a:cubicBezTo>
                <a:cubicBezTo>
                  <a:pt x="284219" y="2363846"/>
                  <a:pt x="271135" y="2352511"/>
                  <a:pt x="255970" y="2348192"/>
                </a:cubicBezTo>
                <a:cubicBezTo>
                  <a:pt x="249706" y="2337637"/>
                  <a:pt x="250855" y="2327960"/>
                  <a:pt x="243538" y="2318296"/>
                </a:cubicBezTo>
                <a:cubicBezTo>
                  <a:pt x="237831" y="2313685"/>
                  <a:pt x="238775" y="2305379"/>
                  <a:pt x="231416" y="2297993"/>
                </a:cubicBezTo>
                <a:cubicBezTo>
                  <a:pt x="225669" y="2288141"/>
                  <a:pt x="225852" y="2269209"/>
                  <a:pt x="219591" y="2261639"/>
                </a:cubicBezTo>
                <a:cubicBezTo>
                  <a:pt x="217215" y="2273532"/>
                  <a:pt x="210982" y="2279831"/>
                  <a:pt x="208060" y="2286548"/>
                </a:cubicBezTo>
                <a:cubicBezTo>
                  <a:pt x="203082" y="2287582"/>
                  <a:pt x="201676" y="2286327"/>
                  <a:pt x="196832" y="2287474"/>
                </a:cubicBezTo>
                <a:cubicBezTo>
                  <a:pt x="192460" y="2280348"/>
                  <a:pt x="190827" y="2273626"/>
                  <a:pt x="185891" y="2265385"/>
                </a:cubicBezTo>
                <a:cubicBezTo>
                  <a:pt x="181795" y="2268035"/>
                  <a:pt x="177844" y="2268917"/>
                  <a:pt x="175231" y="2271554"/>
                </a:cubicBezTo>
                <a:cubicBezTo>
                  <a:pt x="172399" y="2275799"/>
                  <a:pt x="169257" y="2276617"/>
                  <a:pt x="164850" y="2281213"/>
                </a:cubicBezTo>
                <a:cubicBezTo>
                  <a:pt x="161643" y="2279538"/>
                  <a:pt x="158025" y="2271837"/>
                  <a:pt x="154742" y="2270355"/>
                </a:cubicBezTo>
                <a:cubicBezTo>
                  <a:pt x="150598" y="2268652"/>
                  <a:pt x="147080" y="2263707"/>
                  <a:pt x="144903" y="2261912"/>
                </a:cubicBezTo>
                <a:cubicBezTo>
                  <a:pt x="142032" y="2260375"/>
                  <a:pt x="137502" y="2253956"/>
                  <a:pt x="135322" y="2251855"/>
                </a:cubicBezTo>
                <a:cubicBezTo>
                  <a:pt x="131563" y="2250001"/>
                  <a:pt x="128849" y="2243890"/>
                  <a:pt x="125998" y="2240650"/>
                </a:cubicBezTo>
                <a:cubicBezTo>
                  <a:pt x="119977" y="2234547"/>
                  <a:pt x="112473" y="2220100"/>
                  <a:pt x="108077" y="2214683"/>
                </a:cubicBezTo>
                <a:cubicBezTo>
                  <a:pt x="104986" y="2214144"/>
                  <a:pt x="103534" y="2212119"/>
                  <a:pt x="99474" y="2211739"/>
                </a:cubicBezTo>
                <a:cubicBezTo>
                  <a:pt x="95968" y="2207084"/>
                  <a:pt x="91451" y="2196985"/>
                  <a:pt x="82945" y="2189782"/>
                </a:cubicBezTo>
                <a:cubicBezTo>
                  <a:pt x="80038" y="2188331"/>
                  <a:pt x="78068" y="2184394"/>
                  <a:pt x="75003" y="2181579"/>
                </a:cubicBezTo>
                <a:cubicBezTo>
                  <a:pt x="64386" y="2173335"/>
                  <a:pt x="58235" y="2156393"/>
                  <a:pt x="52402" y="2151096"/>
                </a:cubicBezTo>
                <a:cubicBezTo>
                  <a:pt x="43931" y="2142329"/>
                  <a:pt x="43611" y="2133997"/>
                  <a:pt x="38283" y="2130396"/>
                </a:cubicBezTo>
                <a:cubicBezTo>
                  <a:pt x="35285" y="2124933"/>
                  <a:pt x="34099" y="2121390"/>
                  <a:pt x="31498" y="2116916"/>
                </a:cubicBezTo>
                <a:cubicBezTo>
                  <a:pt x="28671" y="2113330"/>
                  <a:pt x="28452" y="2107144"/>
                  <a:pt x="24873" y="2097921"/>
                </a:cubicBezTo>
                <a:cubicBezTo>
                  <a:pt x="22836" y="2095749"/>
                  <a:pt x="21017" y="2092957"/>
                  <a:pt x="18421" y="2091040"/>
                </a:cubicBezTo>
                <a:cubicBezTo>
                  <a:pt x="16005" y="2090859"/>
                  <a:pt x="14349" y="2089914"/>
                  <a:pt x="12132" y="2089981"/>
                </a:cubicBezTo>
                <a:cubicBezTo>
                  <a:pt x="6652" y="2084713"/>
                  <a:pt x="6966" y="2078327"/>
                  <a:pt x="0" y="2069150"/>
                </a:cubicBezTo>
                <a:lnTo>
                  <a:pt x="0" y="2069150"/>
                </a:lnTo>
              </a:path>
            </a:pathLst>
          </a:custGeom>
          <a:noFill/>
          <a:ln w="38100" cap="sq">
            <a:solidFill>
              <a:srgbClr val="8AB17D"/>
            </a:solidFill>
            <a:prstDash val="solid"/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3562322 w 3562322"/>
                      <a:gd name="connsiteY0" fmla="*/ 1958737 h 2123041"/>
                      <a:gd name="connsiteX1" fmla="*/ 3556550 w 3562322"/>
                      <a:gd name="connsiteY1" fmla="*/ 1807913 h 2123041"/>
                      <a:gd name="connsiteX2" fmla="*/ 3550763 w 3562322"/>
                      <a:gd name="connsiteY2" fmla="*/ 1988407 h 2123041"/>
                      <a:gd name="connsiteX3" fmla="*/ 3544963 w 3562322"/>
                      <a:gd name="connsiteY3" fmla="*/ 1723630 h 2123041"/>
                      <a:gd name="connsiteX4" fmla="*/ 3533348 w 3562322"/>
                      <a:gd name="connsiteY4" fmla="*/ 1855183 h 2123041"/>
                      <a:gd name="connsiteX5" fmla="*/ 3527526 w 3562322"/>
                      <a:gd name="connsiteY5" fmla="*/ 1736745 h 2123041"/>
                      <a:gd name="connsiteX6" fmla="*/ 3521691 w 3562322"/>
                      <a:gd name="connsiteY6" fmla="*/ 1816359 h 2123041"/>
                      <a:gd name="connsiteX7" fmla="*/ 3515848 w 3562322"/>
                      <a:gd name="connsiteY7" fmla="*/ 1656738 h 2123041"/>
                      <a:gd name="connsiteX8" fmla="*/ 3509998 w 3562322"/>
                      <a:gd name="connsiteY8" fmla="*/ 1721342 h 2123041"/>
                      <a:gd name="connsiteX9" fmla="*/ 3504134 w 3562322"/>
                      <a:gd name="connsiteY9" fmla="*/ 1690689 h 2123041"/>
                      <a:gd name="connsiteX10" fmla="*/ 3498264 w 3562322"/>
                      <a:gd name="connsiteY10" fmla="*/ 1463467 h 2123041"/>
                      <a:gd name="connsiteX11" fmla="*/ 3492385 w 3562322"/>
                      <a:gd name="connsiteY11" fmla="*/ 1608057 h 2123041"/>
                      <a:gd name="connsiteX12" fmla="*/ 3480595 w 3562322"/>
                      <a:gd name="connsiteY12" fmla="*/ 1793942 h 2123041"/>
                      <a:gd name="connsiteX13" fmla="*/ 3474689 w 3562322"/>
                      <a:gd name="connsiteY13" fmla="*/ 1802514 h 2123041"/>
                      <a:gd name="connsiteX14" fmla="*/ 3468769 w 3562322"/>
                      <a:gd name="connsiteY14" fmla="*/ 1549989 h 2123041"/>
                      <a:gd name="connsiteX15" fmla="*/ 3462842 w 3562322"/>
                      <a:gd name="connsiteY15" fmla="*/ 1514198 h 2123041"/>
                      <a:gd name="connsiteX16" fmla="*/ 3456901 w 3562322"/>
                      <a:gd name="connsiteY16" fmla="*/ 1918186 h 2123041"/>
                      <a:gd name="connsiteX17" fmla="*/ 3450953 w 3562322"/>
                      <a:gd name="connsiteY17" fmla="*/ 1895489 h 2123041"/>
                      <a:gd name="connsiteX18" fmla="*/ 3444998 w 3562322"/>
                      <a:gd name="connsiteY18" fmla="*/ 1750442 h 2123041"/>
                      <a:gd name="connsiteX19" fmla="*/ 3439028 w 3562322"/>
                      <a:gd name="connsiteY19" fmla="*/ 1788473 h 2123041"/>
                      <a:gd name="connsiteX20" fmla="*/ 3433052 w 3562322"/>
                      <a:gd name="connsiteY20" fmla="*/ 1762637 h 2123041"/>
                      <a:gd name="connsiteX21" fmla="*/ 3427062 w 3562322"/>
                      <a:gd name="connsiteY21" fmla="*/ 1715423 h 2123041"/>
                      <a:gd name="connsiteX22" fmla="*/ 3421065 w 3562322"/>
                      <a:gd name="connsiteY22" fmla="*/ 1857640 h 2123041"/>
                      <a:gd name="connsiteX23" fmla="*/ 3415054 w 3562322"/>
                      <a:gd name="connsiteY23" fmla="*/ 1950671 h 2123041"/>
                      <a:gd name="connsiteX24" fmla="*/ 3409035 w 3562322"/>
                      <a:gd name="connsiteY24" fmla="*/ 1958745 h 2123041"/>
                      <a:gd name="connsiteX25" fmla="*/ 3403010 w 3562322"/>
                      <a:gd name="connsiteY25" fmla="*/ 2029463 h 2123041"/>
                      <a:gd name="connsiteX26" fmla="*/ 3396971 w 3562322"/>
                      <a:gd name="connsiteY26" fmla="*/ 1871815 h 2123041"/>
                      <a:gd name="connsiteX27" fmla="*/ 3390924 w 3562322"/>
                      <a:gd name="connsiteY27" fmla="*/ 2063212 h 2123041"/>
                      <a:gd name="connsiteX28" fmla="*/ 3384864 w 3562322"/>
                      <a:gd name="connsiteY28" fmla="*/ 2073258 h 2123041"/>
                      <a:gd name="connsiteX29" fmla="*/ 3378796 w 3562322"/>
                      <a:gd name="connsiteY29" fmla="*/ 2055531 h 2123041"/>
                      <a:gd name="connsiteX30" fmla="*/ 3372715 w 3562322"/>
                      <a:gd name="connsiteY30" fmla="*/ 1923375 h 2123041"/>
                      <a:gd name="connsiteX31" fmla="*/ 3366619 w 3562322"/>
                      <a:gd name="connsiteY31" fmla="*/ 1422410 h 2123041"/>
                      <a:gd name="connsiteX32" fmla="*/ 3360524 w 3562322"/>
                      <a:gd name="connsiteY32" fmla="*/ 2123042 h 2123041"/>
                      <a:gd name="connsiteX33" fmla="*/ 3354407 w 3562322"/>
                      <a:gd name="connsiteY33" fmla="*/ 2024479 h 2123041"/>
                      <a:gd name="connsiteX34" fmla="*/ 3348291 w 3562322"/>
                      <a:gd name="connsiteY34" fmla="*/ 1902650 h 2123041"/>
                      <a:gd name="connsiteX35" fmla="*/ 3342153 w 3562322"/>
                      <a:gd name="connsiteY35" fmla="*/ 2066399 h 2123041"/>
                      <a:gd name="connsiteX36" fmla="*/ 3336008 w 3562322"/>
                      <a:gd name="connsiteY36" fmla="*/ 2030074 h 2123041"/>
                      <a:gd name="connsiteX37" fmla="*/ 3329857 w 3562322"/>
                      <a:gd name="connsiteY37" fmla="*/ 2104795 h 2123041"/>
                      <a:gd name="connsiteX38" fmla="*/ 3323691 w 3562322"/>
                      <a:gd name="connsiteY38" fmla="*/ 2094369 h 2123041"/>
                      <a:gd name="connsiteX39" fmla="*/ 3317518 w 3562322"/>
                      <a:gd name="connsiteY39" fmla="*/ 1704611 h 2123041"/>
                      <a:gd name="connsiteX40" fmla="*/ 3311331 w 3562322"/>
                      <a:gd name="connsiteY40" fmla="*/ 2028523 h 2123041"/>
                      <a:gd name="connsiteX41" fmla="*/ 3305130 w 3562322"/>
                      <a:gd name="connsiteY41" fmla="*/ 2118387 h 2123041"/>
                      <a:gd name="connsiteX42" fmla="*/ 3292700 w 3562322"/>
                      <a:gd name="connsiteY42" fmla="*/ 1311526 h 2123041"/>
                      <a:gd name="connsiteX43" fmla="*/ 3286471 w 3562322"/>
                      <a:gd name="connsiteY43" fmla="*/ 2093555 h 2123041"/>
                      <a:gd name="connsiteX44" fmla="*/ 3280228 w 3562322"/>
                      <a:gd name="connsiteY44" fmla="*/ 2072100 h 2123041"/>
                      <a:gd name="connsiteX45" fmla="*/ 3273971 w 3562322"/>
                      <a:gd name="connsiteY45" fmla="*/ 2093134 h 2123041"/>
                      <a:gd name="connsiteX46" fmla="*/ 3267714 w 3562322"/>
                      <a:gd name="connsiteY46" fmla="*/ 1929728 h 2123041"/>
                      <a:gd name="connsiteX47" fmla="*/ 3261436 w 3562322"/>
                      <a:gd name="connsiteY47" fmla="*/ 1738191 h 2123041"/>
                      <a:gd name="connsiteX48" fmla="*/ 3255151 w 3562322"/>
                      <a:gd name="connsiteY48" fmla="*/ 1757350 h 2123041"/>
                      <a:gd name="connsiteX49" fmla="*/ 3248852 w 3562322"/>
                      <a:gd name="connsiteY49" fmla="*/ 1750428 h 2123041"/>
                      <a:gd name="connsiteX50" fmla="*/ 3242539 w 3562322"/>
                      <a:gd name="connsiteY50" fmla="*/ 1648496 h 2123041"/>
                      <a:gd name="connsiteX51" fmla="*/ 3236218 w 3562322"/>
                      <a:gd name="connsiteY51" fmla="*/ 794835 h 2123041"/>
                      <a:gd name="connsiteX52" fmla="*/ 3229884 w 3562322"/>
                      <a:gd name="connsiteY52" fmla="*/ 855711 h 2123041"/>
                      <a:gd name="connsiteX53" fmla="*/ 3223536 w 3562322"/>
                      <a:gd name="connsiteY53" fmla="*/ 1241312 h 2123041"/>
                      <a:gd name="connsiteX54" fmla="*/ 3217180 w 3562322"/>
                      <a:gd name="connsiteY54" fmla="*/ 1335122 h 2123041"/>
                      <a:gd name="connsiteX55" fmla="*/ 3210811 w 3562322"/>
                      <a:gd name="connsiteY55" fmla="*/ 1240554 h 2123041"/>
                      <a:gd name="connsiteX56" fmla="*/ 3204427 w 3562322"/>
                      <a:gd name="connsiteY56" fmla="*/ 395228 h 2123041"/>
                      <a:gd name="connsiteX57" fmla="*/ 3198037 w 3562322"/>
                      <a:gd name="connsiteY57" fmla="*/ 743837 h 2123041"/>
                      <a:gd name="connsiteX58" fmla="*/ 3191633 w 3562322"/>
                      <a:gd name="connsiteY58" fmla="*/ 783103 h 2123041"/>
                      <a:gd name="connsiteX59" fmla="*/ 3185214 w 3562322"/>
                      <a:gd name="connsiteY59" fmla="*/ 944704 h 2123041"/>
                      <a:gd name="connsiteX60" fmla="*/ 3178788 w 3562322"/>
                      <a:gd name="connsiteY60" fmla="*/ 1553682 h 2123041"/>
                      <a:gd name="connsiteX61" fmla="*/ 3172349 w 3562322"/>
                      <a:gd name="connsiteY61" fmla="*/ 1549848 h 2123041"/>
                      <a:gd name="connsiteX62" fmla="*/ 3165895 w 3562322"/>
                      <a:gd name="connsiteY62" fmla="*/ 1656443 h 2123041"/>
                      <a:gd name="connsiteX63" fmla="*/ 3159427 w 3562322"/>
                      <a:gd name="connsiteY63" fmla="*/ 1574421 h 2123041"/>
                      <a:gd name="connsiteX64" fmla="*/ 3152953 w 3562322"/>
                      <a:gd name="connsiteY64" fmla="*/ 1015065 h 2123041"/>
                      <a:gd name="connsiteX65" fmla="*/ 3146464 w 3562322"/>
                      <a:gd name="connsiteY65" fmla="*/ 0 h 2123041"/>
                      <a:gd name="connsiteX66" fmla="*/ 3139961 w 3562322"/>
                      <a:gd name="connsiteY66" fmla="*/ 695900 h 2123041"/>
                      <a:gd name="connsiteX67" fmla="*/ 3133444 w 3562322"/>
                      <a:gd name="connsiteY67" fmla="*/ 1725589 h 2123041"/>
                      <a:gd name="connsiteX68" fmla="*/ 3126920 w 3562322"/>
                      <a:gd name="connsiteY68" fmla="*/ 1772129 h 2123041"/>
                      <a:gd name="connsiteX69" fmla="*/ 3120375 w 3562322"/>
                      <a:gd name="connsiteY69" fmla="*/ 1782723 h 2123041"/>
                      <a:gd name="connsiteX70" fmla="*/ 3113823 w 3562322"/>
                      <a:gd name="connsiteY70" fmla="*/ 525400 h 2123041"/>
                      <a:gd name="connsiteX71" fmla="*/ 3107257 w 3562322"/>
                      <a:gd name="connsiteY71" fmla="*/ 1123576 h 2123041"/>
                      <a:gd name="connsiteX72" fmla="*/ 3100677 w 3562322"/>
                      <a:gd name="connsiteY72" fmla="*/ 1891880 h 2123041"/>
                      <a:gd name="connsiteX73" fmla="*/ 3094090 w 3562322"/>
                      <a:gd name="connsiteY73" fmla="*/ 1681928 h 2123041"/>
                      <a:gd name="connsiteX74" fmla="*/ 3087482 w 3562322"/>
                      <a:gd name="connsiteY74" fmla="*/ 1943468 h 2123041"/>
                      <a:gd name="connsiteX75" fmla="*/ 3080866 w 3562322"/>
                      <a:gd name="connsiteY75" fmla="*/ 2021306 h 2123041"/>
                      <a:gd name="connsiteX76" fmla="*/ 3074230 w 3562322"/>
                      <a:gd name="connsiteY76" fmla="*/ 1765417 h 2123041"/>
                      <a:gd name="connsiteX77" fmla="*/ 3067587 w 3562322"/>
                      <a:gd name="connsiteY77" fmla="*/ 1946325 h 2123041"/>
                      <a:gd name="connsiteX78" fmla="*/ 3060930 w 3562322"/>
                      <a:gd name="connsiteY78" fmla="*/ 1970357 h 2123041"/>
                      <a:gd name="connsiteX79" fmla="*/ 3054265 w 3562322"/>
                      <a:gd name="connsiteY79" fmla="*/ 2105960 h 2123041"/>
                      <a:gd name="connsiteX80" fmla="*/ 3047580 w 3562322"/>
                      <a:gd name="connsiteY80" fmla="*/ 2091077 h 2123041"/>
                      <a:gd name="connsiteX81" fmla="*/ 3040880 w 3562322"/>
                      <a:gd name="connsiteY81" fmla="*/ 1322310 h 2123041"/>
                      <a:gd name="connsiteX82" fmla="*/ 3034167 w 3562322"/>
                      <a:gd name="connsiteY82" fmla="*/ 1840896 h 2123041"/>
                      <a:gd name="connsiteX83" fmla="*/ 3027446 w 3562322"/>
                      <a:gd name="connsiteY83" fmla="*/ 1971999 h 2123041"/>
                      <a:gd name="connsiteX84" fmla="*/ 3020705 w 3562322"/>
                      <a:gd name="connsiteY84" fmla="*/ 1939283 h 2123041"/>
                      <a:gd name="connsiteX85" fmla="*/ 3013956 w 3562322"/>
                      <a:gd name="connsiteY85" fmla="*/ 1811564 h 2123041"/>
                      <a:gd name="connsiteX86" fmla="*/ 3007187 w 3562322"/>
                      <a:gd name="connsiteY86" fmla="*/ 1612494 h 2123041"/>
                      <a:gd name="connsiteX87" fmla="*/ 3000410 w 3562322"/>
                      <a:gd name="connsiteY87" fmla="*/ 1525740 h 2123041"/>
                      <a:gd name="connsiteX88" fmla="*/ 2993612 w 3562322"/>
                      <a:gd name="connsiteY88" fmla="*/ 1602974 h 2123041"/>
                      <a:gd name="connsiteX89" fmla="*/ 2986807 w 3562322"/>
                      <a:gd name="connsiteY89" fmla="*/ 1457008 h 2123041"/>
                      <a:gd name="connsiteX90" fmla="*/ 2979981 w 3562322"/>
                      <a:gd name="connsiteY90" fmla="*/ 1437876 h 2123041"/>
                      <a:gd name="connsiteX91" fmla="*/ 2973148 w 3562322"/>
                      <a:gd name="connsiteY91" fmla="*/ 1283352 h 2123041"/>
                      <a:gd name="connsiteX92" fmla="*/ 2966294 w 3562322"/>
                      <a:gd name="connsiteY92" fmla="*/ 1174230 h 2123041"/>
                      <a:gd name="connsiteX93" fmla="*/ 2959426 w 3562322"/>
                      <a:gd name="connsiteY93" fmla="*/ 1375687 h 2123041"/>
                      <a:gd name="connsiteX94" fmla="*/ 2952551 w 3562322"/>
                      <a:gd name="connsiteY94" fmla="*/ 1360860 h 2123041"/>
                      <a:gd name="connsiteX95" fmla="*/ 2945655 w 3562322"/>
                      <a:gd name="connsiteY95" fmla="*/ 1068008 h 2123041"/>
                      <a:gd name="connsiteX96" fmla="*/ 2938745 w 3562322"/>
                      <a:gd name="connsiteY96" fmla="*/ 1365458 h 2123041"/>
                      <a:gd name="connsiteX97" fmla="*/ 2931821 w 3562322"/>
                      <a:gd name="connsiteY97" fmla="*/ 1296516 h 2123041"/>
                      <a:gd name="connsiteX98" fmla="*/ 2924883 w 3562322"/>
                      <a:gd name="connsiteY98" fmla="*/ 1289362 h 2123041"/>
                      <a:gd name="connsiteX99" fmla="*/ 2917930 w 3562322"/>
                      <a:gd name="connsiteY99" fmla="*/ 1344410 h 2123041"/>
                      <a:gd name="connsiteX100" fmla="*/ 2910957 w 3562322"/>
                      <a:gd name="connsiteY100" fmla="*/ 1407631 h 2123041"/>
                      <a:gd name="connsiteX101" fmla="*/ 2903977 w 3562322"/>
                      <a:gd name="connsiteY101" fmla="*/ 1536544 h 2123041"/>
                      <a:gd name="connsiteX102" fmla="*/ 2896975 w 3562322"/>
                      <a:gd name="connsiteY102" fmla="*/ 1610086 h 2123041"/>
                      <a:gd name="connsiteX103" fmla="*/ 2889960 w 3562322"/>
                      <a:gd name="connsiteY103" fmla="*/ 1870951 h 2123041"/>
                      <a:gd name="connsiteX104" fmla="*/ 2882930 w 3562322"/>
                      <a:gd name="connsiteY104" fmla="*/ 1995147 h 2123041"/>
                      <a:gd name="connsiteX105" fmla="*/ 2875887 w 3562322"/>
                      <a:gd name="connsiteY105" fmla="*/ 1913595 h 2123041"/>
                      <a:gd name="connsiteX106" fmla="*/ 2868829 w 3562322"/>
                      <a:gd name="connsiteY106" fmla="*/ 1805119 h 2123041"/>
                      <a:gd name="connsiteX107" fmla="*/ 2861750 w 3562322"/>
                      <a:gd name="connsiteY107" fmla="*/ 1587212 h 2123041"/>
                      <a:gd name="connsiteX108" fmla="*/ 2854658 w 3562322"/>
                      <a:gd name="connsiteY108" fmla="*/ 1454649 h 2123041"/>
                      <a:gd name="connsiteX109" fmla="*/ 2847551 w 3562322"/>
                      <a:gd name="connsiteY109" fmla="*/ 1305944 h 2123041"/>
                      <a:gd name="connsiteX110" fmla="*/ 2840423 w 3562322"/>
                      <a:gd name="connsiteY110" fmla="*/ 1183048 h 2123041"/>
                      <a:gd name="connsiteX111" fmla="*/ 2833288 w 3562322"/>
                      <a:gd name="connsiteY111" fmla="*/ 950152 h 2123041"/>
                      <a:gd name="connsiteX112" fmla="*/ 2826132 w 3562322"/>
                      <a:gd name="connsiteY112" fmla="*/ 852987 h 2123041"/>
                      <a:gd name="connsiteX113" fmla="*/ 2818955 w 3562322"/>
                      <a:gd name="connsiteY113" fmla="*/ 627751 h 2123041"/>
                      <a:gd name="connsiteX114" fmla="*/ 2811771 w 3562322"/>
                      <a:gd name="connsiteY114" fmla="*/ 610325 h 2123041"/>
                      <a:gd name="connsiteX115" fmla="*/ 2804566 w 3562322"/>
                      <a:gd name="connsiteY115" fmla="*/ 533912 h 2123041"/>
                      <a:gd name="connsiteX116" fmla="*/ 2790107 w 3562322"/>
                      <a:gd name="connsiteY116" fmla="*/ 310316 h 2123041"/>
                      <a:gd name="connsiteX117" fmla="*/ 2782845 w 3562322"/>
                      <a:gd name="connsiteY117" fmla="*/ 312795 h 2123041"/>
                      <a:gd name="connsiteX118" fmla="*/ 2775577 w 3562322"/>
                      <a:gd name="connsiteY118" fmla="*/ 187323 h 2123041"/>
                      <a:gd name="connsiteX119" fmla="*/ 2768288 w 3562322"/>
                      <a:gd name="connsiteY119" fmla="*/ 266487 h 2123041"/>
                      <a:gd name="connsiteX120" fmla="*/ 2760984 w 3562322"/>
                      <a:gd name="connsiteY120" fmla="*/ 328060 h 2123041"/>
                      <a:gd name="connsiteX121" fmla="*/ 2753660 w 3562322"/>
                      <a:gd name="connsiteY121" fmla="*/ 257513 h 2123041"/>
                      <a:gd name="connsiteX122" fmla="*/ 2746321 w 3562322"/>
                      <a:gd name="connsiteY122" fmla="*/ 264322 h 2123041"/>
                      <a:gd name="connsiteX123" fmla="*/ 2738962 w 3562322"/>
                      <a:gd name="connsiteY123" fmla="*/ 234739 h 2123041"/>
                      <a:gd name="connsiteX124" fmla="*/ 2731588 w 3562322"/>
                      <a:gd name="connsiteY124" fmla="*/ 304939 h 2123041"/>
                      <a:gd name="connsiteX125" fmla="*/ 2724194 w 3562322"/>
                      <a:gd name="connsiteY125" fmla="*/ 449732 h 2123041"/>
                      <a:gd name="connsiteX126" fmla="*/ 2716785 w 3562322"/>
                      <a:gd name="connsiteY126" fmla="*/ 658978 h 2123041"/>
                      <a:gd name="connsiteX127" fmla="*/ 2709355 w 3562322"/>
                      <a:gd name="connsiteY127" fmla="*/ 963414 h 2123041"/>
                      <a:gd name="connsiteX128" fmla="*/ 2694439 w 3562322"/>
                      <a:gd name="connsiteY128" fmla="*/ 1734246 h 2123041"/>
                      <a:gd name="connsiteX129" fmla="*/ 2686960 w 3562322"/>
                      <a:gd name="connsiteY129" fmla="*/ 1827522 h 2123041"/>
                      <a:gd name="connsiteX130" fmla="*/ 2679460 w 3562322"/>
                      <a:gd name="connsiteY130" fmla="*/ 1953985 h 2123041"/>
                      <a:gd name="connsiteX131" fmla="*/ 2671939 w 3562322"/>
                      <a:gd name="connsiteY131" fmla="*/ 1820747 h 2123041"/>
                      <a:gd name="connsiteX132" fmla="*/ 2664404 w 3562322"/>
                      <a:gd name="connsiteY132" fmla="*/ 2039896 h 2123041"/>
                      <a:gd name="connsiteX133" fmla="*/ 2656841 w 3562322"/>
                      <a:gd name="connsiteY133" fmla="*/ 1983619 h 2123041"/>
                      <a:gd name="connsiteX134" fmla="*/ 2649270 w 3562322"/>
                      <a:gd name="connsiteY134" fmla="*/ 2042740 h 2123041"/>
                      <a:gd name="connsiteX135" fmla="*/ 2641672 w 3562322"/>
                      <a:gd name="connsiteY135" fmla="*/ 2011884 h 2123041"/>
                      <a:gd name="connsiteX136" fmla="*/ 2634059 w 3562322"/>
                      <a:gd name="connsiteY136" fmla="*/ 1949870 h 2123041"/>
                      <a:gd name="connsiteX137" fmla="*/ 2626426 w 3562322"/>
                      <a:gd name="connsiteY137" fmla="*/ 1945174 h 2123041"/>
                      <a:gd name="connsiteX138" fmla="*/ 2618779 w 3562322"/>
                      <a:gd name="connsiteY138" fmla="*/ 1883174 h 2123041"/>
                      <a:gd name="connsiteX139" fmla="*/ 2611103 w 3562322"/>
                      <a:gd name="connsiteY139" fmla="*/ 1979589 h 2123041"/>
                      <a:gd name="connsiteX140" fmla="*/ 2603413 w 3562322"/>
                      <a:gd name="connsiteY140" fmla="*/ 2000749 h 2123041"/>
                      <a:gd name="connsiteX141" fmla="*/ 2587971 w 3562322"/>
                      <a:gd name="connsiteY141" fmla="*/ 1844743 h 2123041"/>
                      <a:gd name="connsiteX142" fmla="*/ 2580218 w 3562322"/>
                      <a:gd name="connsiteY142" fmla="*/ 1965077 h 2123041"/>
                      <a:gd name="connsiteX143" fmla="*/ 2572451 w 3562322"/>
                      <a:gd name="connsiteY143" fmla="*/ 2001241 h 2123041"/>
                      <a:gd name="connsiteX144" fmla="*/ 2564656 w 3562322"/>
                      <a:gd name="connsiteY144" fmla="*/ 1945075 h 2123041"/>
                      <a:gd name="connsiteX145" fmla="*/ 2556847 w 3562322"/>
                      <a:gd name="connsiteY145" fmla="*/ 2099649 h 2123041"/>
                      <a:gd name="connsiteX146" fmla="*/ 2549010 w 3562322"/>
                      <a:gd name="connsiteY146" fmla="*/ 2112995 h 2123041"/>
                      <a:gd name="connsiteX147" fmla="*/ 2541159 w 3562322"/>
                      <a:gd name="connsiteY147" fmla="*/ 2004652 h 2123041"/>
                      <a:gd name="connsiteX148" fmla="*/ 2533287 w 3562322"/>
                      <a:gd name="connsiteY148" fmla="*/ 2088395 h 2123041"/>
                      <a:gd name="connsiteX149" fmla="*/ 2525393 w 3562322"/>
                      <a:gd name="connsiteY149" fmla="*/ 1979463 h 2123041"/>
                      <a:gd name="connsiteX150" fmla="*/ 2517479 w 3562322"/>
                      <a:gd name="connsiteY150" fmla="*/ 1967043 h 2123041"/>
                      <a:gd name="connsiteX151" fmla="*/ 2509536 w 3562322"/>
                      <a:gd name="connsiteY151" fmla="*/ 1776720 h 2123041"/>
                      <a:gd name="connsiteX152" fmla="*/ 2501580 w 3562322"/>
                      <a:gd name="connsiteY152" fmla="*/ 1766920 h 2123041"/>
                      <a:gd name="connsiteX153" fmla="*/ 2493595 w 3562322"/>
                      <a:gd name="connsiteY153" fmla="*/ 1761479 h 2123041"/>
                      <a:gd name="connsiteX154" fmla="*/ 2485597 w 3562322"/>
                      <a:gd name="connsiteY154" fmla="*/ 1775106 h 2123041"/>
                      <a:gd name="connsiteX155" fmla="*/ 2477570 w 3562322"/>
                      <a:gd name="connsiteY155" fmla="*/ 1816857 h 2123041"/>
                      <a:gd name="connsiteX156" fmla="*/ 2469522 w 3562322"/>
                      <a:gd name="connsiteY156" fmla="*/ 1724557 h 2123041"/>
                      <a:gd name="connsiteX157" fmla="*/ 2461453 w 3562322"/>
                      <a:gd name="connsiteY157" fmla="*/ 1750618 h 2123041"/>
                      <a:gd name="connsiteX158" fmla="*/ 2453363 w 3562322"/>
                      <a:gd name="connsiteY158" fmla="*/ 1805133 h 2123041"/>
                      <a:gd name="connsiteX159" fmla="*/ 2445252 w 3562322"/>
                      <a:gd name="connsiteY159" fmla="*/ 1954223 h 2123041"/>
                      <a:gd name="connsiteX160" fmla="*/ 2437113 w 3562322"/>
                      <a:gd name="connsiteY160" fmla="*/ 1820059 h 2123041"/>
                      <a:gd name="connsiteX161" fmla="*/ 2428953 w 3562322"/>
                      <a:gd name="connsiteY161" fmla="*/ 2044509 h 2123041"/>
                      <a:gd name="connsiteX162" fmla="*/ 2420765 w 3562322"/>
                      <a:gd name="connsiteY162" fmla="*/ 2047296 h 2123041"/>
                      <a:gd name="connsiteX163" fmla="*/ 2412563 w 3562322"/>
                      <a:gd name="connsiteY163" fmla="*/ 2042122 h 2123041"/>
                      <a:gd name="connsiteX164" fmla="*/ 2404332 w 3562322"/>
                      <a:gd name="connsiteY164" fmla="*/ 1984939 h 2123041"/>
                      <a:gd name="connsiteX165" fmla="*/ 2396081 w 3562322"/>
                      <a:gd name="connsiteY165" fmla="*/ 1983892 h 2123041"/>
                      <a:gd name="connsiteX166" fmla="*/ 2387801 w 3562322"/>
                      <a:gd name="connsiteY166" fmla="*/ 2032131 h 2123041"/>
                      <a:gd name="connsiteX167" fmla="*/ 2379501 w 3562322"/>
                      <a:gd name="connsiteY167" fmla="*/ 1886790 h 2123041"/>
                      <a:gd name="connsiteX168" fmla="*/ 2371172 w 3562322"/>
                      <a:gd name="connsiteY168" fmla="*/ 2018041 h 2123041"/>
                      <a:gd name="connsiteX169" fmla="*/ 2362822 w 3562322"/>
                      <a:gd name="connsiteY169" fmla="*/ 1963076 h 2123041"/>
                      <a:gd name="connsiteX170" fmla="*/ 2354444 w 3562322"/>
                      <a:gd name="connsiteY170" fmla="*/ 1979940 h 2123041"/>
                      <a:gd name="connsiteX171" fmla="*/ 2346045 w 3562322"/>
                      <a:gd name="connsiteY171" fmla="*/ 1948593 h 2123041"/>
                      <a:gd name="connsiteX172" fmla="*/ 2337619 w 3562322"/>
                      <a:gd name="connsiteY172" fmla="*/ 1825289 h 2123041"/>
                      <a:gd name="connsiteX173" fmla="*/ 2329170 w 3562322"/>
                      <a:gd name="connsiteY173" fmla="*/ 1941979 h 2123041"/>
                      <a:gd name="connsiteX174" fmla="*/ 2320694 w 3562322"/>
                      <a:gd name="connsiteY174" fmla="*/ 1752921 h 2123041"/>
                      <a:gd name="connsiteX175" fmla="*/ 2312190 w 3562322"/>
                      <a:gd name="connsiteY175" fmla="*/ 1869274 h 2123041"/>
                      <a:gd name="connsiteX176" fmla="*/ 2303665 w 3562322"/>
                      <a:gd name="connsiteY176" fmla="*/ 1999085 h 2123041"/>
                      <a:gd name="connsiteX177" fmla="*/ 2295111 w 3562322"/>
                      <a:gd name="connsiteY177" fmla="*/ 1867750 h 2123041"/>
                      <a:gd name="connsiteX178" fmla="*/ 2286530 w 3562322"/>
                      <a:gd name="connsiteY178" fmla="*/ 1828266 h 2123041"/>
                      <a:gd name="connsiteX179" fmla="*/ 2277920 w 3562322"/>
                      <a:gd name="connsiteY179" fmla="*/ 1888868 h 2123041"/>
                      <a:gd name="connsiteX180" fmla="*/ 2269289 w 3562322"/>
                      <a:gd name="connsiteY180" fmla="*/ 1498549 h 2123041"/>
                      <a:gd name="connsiteX181" fmla="*/ 2260631 w 3562322"/>
                      <a:gd name="connsiteY181" fmla="*/ 1695435 h 2123041"/>
                      <a:gd name="connsiteX182" fmla="*/ 2251944 w 3562322"/>
                      <a:gd name="connsiteY182" fmla="*/ 1825795 h 2123041"/>
                      <a:gd name="connsiteX183" fmla="*/ 2243229 w 3562322"/>
                      <a:gd name="connsiteY183" fmla="*/ 1528674 h 2123041"/>
                      <a:gd name="connsiteX184" fmla="*/ 2234479 w 3562322"/>
                      <a:gd name="connsiteY184" fmla="*/ 1677989 h 2123041"/>
                      <a:gd name="connsiteX185" fmla="*/ 2225708 w 3562322"/>
                      <a:gd name="connsiteY185" fmla="*/ 1268784 h 2123041"/>
                      <a:gd name="connsiteX186" fmla="*/ 2216916 w 3562322"/>
                      <a:gd name="connsiteY186" fmla="*/ 1780118 h 2123041"/>
                      <a:gd name="connsiteX187" fmla="*/ 2208081 w 3562322"/>
                      <a:gd name="connsiteY187" fmla="*/ 1785314 h 2123041"/>
                      <a:gd name="connsiteX188" fmla="*/ 2199226 w 3562322"/>
                      <a:gd name="connsiteY188" fmla="*/ 1662066 h 2123041"/>
                      <a:gd name="connsiteX189" fmla="*/ 2190342 w 3562322"/>
                      <a:gd name="connsiteY189" fmla="*/ 1854018 h 2123041"/>
                      <a:gd name="connsiteX190" fmla="*/ 2181431 w 3562322"/>
                      <a:gd name="connsiteY190" fmla="*/ 1871310 h 2123041"/>
                      <a:gd name="connsiteX191" fmla="*/ 2172484 w 3562322"/>
                      <a:gd name="connsiteY191" fmla="*/ 1899048 h 2123041"/>
                      <a:gd name="connsiteX192" fmla="*/ 2163510 w 3562322"/>
                      <a:gd name="connsiteY192" fmla="*/ 1593355 h 2123041"/>
                      <a:gd name="connsiteX193" fmla="*/ 2154507 w 3562322"/>
                      <a:gd name="connsiteY193" fmla="*/ 1722654 h 2123041"/>
                      <a:gd name="connsiteX194" fmla="*/ 2145476 w 3562322"/>
                      <a:gd name="connsiteY194" fmla="*/ 1734203 h 2123041"/>
                      <a:gd name="connsiteX195" fmla="*/ 2136410 w 3562322"/>
                      <a:gd name="connsiteY195" fmla="*/ 1823843 h 2123041"/>
                      <a:gd name="connsiteX196" fmla="*/ 2127316 w 3562322"/>
                      <a:gd name="connsiteY196" fmla="*/ 1703137 h 2123041"/>
                      <a:gd name="connsiteX197" fmla="*/ 2118186 w 3562322"/>
                      <a:gd name="connsiteY197" fmla="*/ 1729254 h 2123041"/>
                      <a:gd name="connsiteX198" fmla="*/ 2109029 w 3562322"/>
                      <a:gd name="connsiteY198" fmla="*/ 1641032 h 2123041"/>
                      <a:gd name="connsiteX199" fmla="*/ 2099836 w 3562322"/>
                      <a:gd name="connsiteY199" fmla="*/ 1634419 h 2123041"/>
                      <a:gd name="connsiteX200" fmla="*/ 2090616 w 3562322"/>
                      <a:gd name="connsiteY200" fmla="*/ 1637649 h 2123041"/>
                      <a:gd name="connsiteX201" fmla="*/ 2081360 w 3562322"/>
                      <a:gd name="connsiteY201" fmla="*/ 1618377 h 2123041"/>
                      <a:gd name="connsiteX202" fmla="*/ 2072076 w 3562322"/>
                      <a:gd name="connsiteY202" fmla="*/ 1563890 h 2123041"/>
                      <a:gd name="connsiteX203" fmla="*/ 2062757 w 3562322"/>
                      <a:gd name="connsiteY203" fmla="*/ 1621719 h 2123041"/>
                      <a:gd name="connsiteX204" fmla="*/ 2053403 w 3562322"/>
                      <a:gd name="connsiteY204" fmla="*/ 1684757 h 2123041"/>
                      <a:gd name="connsiteX205" fmla="*/ 2044021 w 3562322"/>
                      <a:gd name="connsiteY205" fmla="*/ 1697289 h 2123041"/>
                      <a:gd name="connsiteX206" fmla="*/ 2034597 w 3562322"/>
                      <a:gd name="connsiteY206" fmla="*/ 1574624 h 2123041"/>
                      <a:gd name="connsiteX207" fmla="*/ 2025145 w 3562322"/>
                      <a:gd name="connsiteY207" fmla="*/ 1013514 h 2123041"/>
                      <a:gd name="connsiteX208" fmla="*/ 2015657 w 3562322"/>
                      <a:gd name="connsiteY208" fmla="*/ 1276493 h 2123041"/>
                      <a:gd name="connsiteX209" fmla="*/ 2006135 w 3562322"/>
                      <a:gd name="connsiteY209" fmla="*/ 1672302 h 2123041"/>
                      <a:gd name="connsiteX210" fmla="*/ 1996577 w 3562322"/>
                      <a:gd name="connsiteY210" fmla="*/ 1535463 h 2123041"/>
                      <a:gd name="connsiteX211" fmla="*/ 1986985 w 3562322"/>
                      <a:gd name="connsiteY211" fmla="*/ 1425358 h 2123041"/>
                      <a:gd name="connsiteX212" fmla="*/ 1977357 w 3562322"/>
                      <a:gd name="connsiteY212" fmla="*/ 1620216 h 2123041"/>
                      <a:gd name="connsiteX213" fmla="*/ 1967687 w 3562322"/>
                      <a:gd name="connsiteY213" fmla="*/ 1439175 h 2123041"/>
                      <a:gd name="connsiteX214" fmla="*/ 1957982 w 3562322"/>
                      <a:gd name="connsiteY214" fmla="*/ 1504474 h 2123041"/>
                      <a:gd name="connsiteX215" fmla="*/ 1948248 w 3562322"/>
                      <a:gd name="connsiteY215" fmla="*/ 1687256 h 2123041"/>
                      <a:gd name="connsiteX216" fmla="*/ 1938466 w 3562322"/>
                      <a:gd name="connsiteY216" fmla="*/ 1713394 h 2123041"/>
                      <a:gd name="connsiteX217" fmla="*/ 1928656 w 3562322"/>
                      <a:gd name="connsiteY217" fmla="*/ 1693048 h 2123041"/>
                      <a:gd name="connsiteX218" fmla="*/ 1918803 w 3562322"/>
                      <a:gd name="connsiteY218" fmla="*/ 1716750 h 2123041"/>
                      <a:gd name="connsiteX219" fmla="*/ 1908908 w 3562322"/>
                      <a:gd name="connsiteY219" fmla="*/ 1862850 h 2123041"/>
                      <a:gd name="connsiteX220" fmla="*/ 1889014 w 3562322"/>
                      <a:gd name="connsiteY220" fmla="*/ 1980158 h 2123041"/>
                      <a:gd name="connsiteX221" fmla="*/ 1879000 w 3562322"/>
                      <a:gd name="connsiteY221" fmla="*/ 1831011 h 2123041"/>
                      <a:gd name="connsiteX222" fmla="*/ 1868950 w 3562322"/>
                      <a:gd name="connsiteY222" fmla="*/ 1955185 h 2123041"/>
                      <a:gd name="connsiteX223" fmla="*/ 1858866 w 3562322"/>
                      <a:gd name="connsiteY223" fmla="*/ 1990267 h 2123041"/>
                      <a:gd name="connsiteX224" fmla="*/ 1848733 w 3562322"/>
                      <a:gd name="connsiteY224" fmla="*/ 1954960 h 2123041"/>
                      <a:gd name="connsiteX225" fmla="*/ 1838564 w 3562322"/>
                      <a:gd name="connsiteY225" fmla="*/ 2070246 h 2123041"/>
                      <a:gd name="connsiteX226" fmla="*/ 1828346 w 3562322"/>
                      <a:gd name="connsiteY226" fmla="*/ 1991882 h 2123041"/>
                      <a:gd name="connsiteX227" fmla="*/ 1818093 w 3562322"/>
                      <a:gd name="connsiteY227" fmla="*/ 2036379 h 2123041"/>
                      <a:gd name="connsiteX228" fmla="*/ 1807791 w 3562322"/>
                      <a:gd name="connsiteY228" fmla="*/ 1973053 h 2123041"/>
                      <a:gd name="connsiteX229" fmla="*/ 1797454 w 3562322"/>
                      <a:gd name="connsiteY229" fmla="*/ 1936868 h 2123041"/>
                      <a:gd name="connsiteX230" fmla="*/ 1787068 w 3562322"/>
                      <a:gd name="connsiteY230" fmla="*/ 1980993 h 2123041"/>
                      <a:gd name="connsiteX231" fmla="*/ 1776640 w 3562322"/>
                      <a:gd name="connsiteY231" fmla="*/ 1948698 h 2123041"/>
                      <a:gd name="connsiteX232" fmla="*/ 1766162 w 3562322"/>
                      <a:gd name="connsiteY232" fmla="*/ 1803785 h 2123041"/>
                      <a:gd name="connsiteX233" fmla="*/ 1755642 w 3562322"/>
                      <a:gd name="connsiteY233" fmla="*/ 1871969 h 2123041"/>
                      <a:gd name="connsiteX234" fmla="*/ 1745080 w 3562322"/>
                      <a:gd name="connsiteY234" fmla="*/ 1975671 h 2123041"/>
                      <a:gd name="connsiteX235" fmla="*/ 1734469 w 3562322"/>
                      <a:gd name="connsiteY235" fmla="*/ 2070457 h 2123041"/>
                      <a:gd name="connsiteX236" fmla="*/ 1723809 w 3562322"/>
                      <a:gd name="connsiteY236" fmla="*/ 1922946 h 2123041"/>
                      <a:gd name="connsiteX237" fmla="*/ 1713107 w 3562322"/>
                      <a:gd name="connsiteY237" fmla="*/ 1938511 h 2123041"/>
                      <a:gd name="connsiteX238" fmla="*/ 1691555 w 3562322"/>
                      <a:gd name="connsiteY238" fmla="*/ 1682770 h 2123041"/>
                      <a:gd name="connsiteX239" fmla="*/ 1680705 w 3562322"/>
                      <a:gd name="connsiteY239" fmla="*/ 1711773 h 2123041"/>
                      <a:gd name="connsiteX240" fmla="*/ 1669806 w 3562322"/>
                      <a:gd name="connsiteY240" fmla="*/ 1668546 h 2123041"/>
                      <a:gd name="connsiteX241" fmla="*/ 1658851 w 3562322"/>
                      <a:gd name="connsiteY241" fmla="*/ 1714237 h 2123041"/>
                      <a:gd name="connsiteX242" fmla="*/ 1647854 w 3562322"/>
                      <a:gd name="connsiteY242" fmla="*/ 1590091 h 2123041"/>
                      <a:gd name="connsiteX243" fmla="*/ 1636807 w 3562322"/>
                      <a:gd name="connsiteY243" fmla="*/ 1286820 h 2123041"/>
                      <a:gd name="connsiteX244" fmla="*/ 1625705 w 3562322"/>
                      <a:gd name="connsiteY244" fmla="*/ 1106643 h 2123041"/>
                      <a:gd name="connsiteX245" fmla="*/ 1614546 w 3562322"/>
                      <a:gd name="connsiteY245" fmla="*/ 853991 h 2123041"/>
                      <a:gd name="connsiteX246" fmla="*/ 1603345 w 3562322"/>
                      <a:gd name="connsiteY246" fmla="*/ 851295 h 2123041"/>
                      <a:gd name="connsiteX247" fmla="*/ 1592081 w 3562322"/>
                      <a:gd name="connsiteY247" fmla="*/ 876562 h 2123041"/>
                      <a:gd name="connsiteX248" fmla="*/ 1580768 w 3562322"/>
                      <a:gd name="connsiteY248" fmla="*/ 1342501 h 2123041"/>
                      <a:gd name="connsiteX249" fmla="*/ 1569398 w 3562322"/>
                      <a:gd name="connsiteY249" fmla="*/ 1320259 h 2123041"/>
                      <a:gd name="connsiteX250" fmla="*/ 1557973 w 3562322"/>
                      <a:gd name="connsiteY250" fmla="*/ 920813 h 2123041"/>
                      <a:gd name="connsiteX251" fmla="*/ 1546498 w 3562322"/>
                      <a:gd name="connsiteY251" fmla="*/ 783180 h 2123041"/>
                      <a:gd name="connsiteX252" fmla="*/ 1534960 w 3562322"/>
                      <a:gd name="connsiteY252" fmla="*/ 793206 h 2123041"/>
                      <a:gd name="connsiteX253" fmla="*/ 1523366 w 3562322"/>
                      <a:gd name="connsiteY253" fmla="*/ 1301725 h 2123041"/>
                      <a:gd name="connsiteX254" fmla="*/ 1511715 w 3562322"/>
                      <a:gd name="connsiteY254" fmla="*/ 1726200 h 2123041"/>
                      <a:gd name="connsiteX255" fmla="*/ 1500002 w 3562322"/>
                      <a:gd name="connsiteY255" fmla="*/ 1663850 h 2123041"/>
                      <a:gd name="connsiteX256" fmla="*/ 1488232 w 3562322"/>
                      <a:gd name="connsiteY256" fmla="*/ 1540209 h 2123041"/>
                      <a:gd name="connsiteX257" fmla="*/ 1476399 w 3562322"/>
                      <a:gd name="connsiteY257" fmla="*/ 1460918 h 2123041"/>
                      <a:gd name="connsiteX258" fmla="*/ 1464510 w 3562322"/>
                      <a:gd name="connsiteY258" fmla="*/ 1480281 h 2123041"/>
                      <a:gd name="connsiteX259" fmla="*/ 1452558 w 3562322"/>
                      <a:gd name="connsiteY259" fmla="*/ 1644971 h 2123041"/>
                      <a:gd name="connsiteX260" fmla="*/ 1440542 w 3562322"/>
                      <a:gd name="connsiteY260" fmla="*/ 1716378 h 2123041"/>
                      <a:gd name="connsiteX261" fmla="*/ 1428471 w 3562322"/>
                      <a:gd name="connsiteY261" fmla="*/ 1823534 h 2123041"/>
                      <a:gd name="connsiteX262" fmla="*/ 1416329 w 3562322"/>
                      <a:gd name="connsiteY262" fmla="*/ 1911910 h 2123041"/>
                      <a:gd name="connsiteX263" fmla="*/ 1404124 w 3562322"/>
                      <a:gd name="connsiteY263" fmla="*/ 1939578 h 2123041"/>
                      <a:gd name="connsiteX264" fmla="*/ 1391855 w 3562322"/>
                      <a:gd name="connsiteY264" fmla="*/ 1921451 h 2123041"/>
                      <a:gd name="connsiteX265" fmla="*/ 1379517 w 3562322"/>
                      <a:gd name="connsiteY265" fmla="*/ 1919583 h 2123041"/>
                      <a:gd name="connsiteX266" fmla="*/ 1367115 w 3562322"/>
                      <a:gd name="connsiteY266" fmla="*/ 2042206 h 2123041"/>
                      <a:gd name="connsiteX267" fmla="*/ 1354650 w 3562322"/>
                      <a:gd name="connsiteY267" fmla="*/ 1998741 h 2123041"/>
                      <a:gd name="connsiteX268" fmla="*/ 1342108 w 3562322"/>
                      <a:gd name="connsiteY268" fmla="*/ 1941888 h 2123041"/>
                      <a:gd name="connsiteX269" fmla="*/ 1329502 w 3562322"/>
                      <a:gd name="connsiteY269" fmla="*/ 1923733 h 2123041"/>
                      <a:gd name="connsiteX270" fmla="*/ 1316834 w 3562322"/>
                      <a:gd name="connsiteY270" fmla="*/ 1784605 h 2123041"/>
                      <a:gd name="connsiteX271" fmla="*/ 1304088 w 3562322"/>
                      <a:gd name="connsiteY271" fmla="*/ 1770718 h 2123041"/>
                      <a:gd name="connsiteX272" fmla="*/ 1291272 w 3562322"/>
                      <a:gd name="connsiteY272" fmla="*/ 1693336 h 2123041"/>
                      <a:gd name="connsiteX273" fmla="*/ 1278379 w 3562322"/>
                      <a:gd name="connsiteY273" fmla="*/ 1625840 h 2123041"/>
                      <a:gd name="connsiteX274" fmla="*/ 1265422 w 3562322"/>
                      <a:gd name="connsiteY274" fmla="*/ 1737622 h 2123041"/>
                      <a:gd name="connsiteX275" fmla="*/ 1252388 w 3562322"/>
                      <a:gd name="connsiteY275" fmla="*/ 1753370 h 2123041"/>
                      <a:gd name="connsiteX276" fmla="*/ 1239284 w 3562322"/>
                      <a:gd name="connsiteY276" fmla="*/ 1649661 h 2123041"/>
                      <a:gd name="connsiteX277" fmla="*/ 1226103 w 3562322"/>
                      <a:gd name="connsiteY277" fmla="*/ 1771553 h 2123041"/>
                      <a:gd name="connsiteX278" fmla="*/ 1212845 w 3562322"/>
                      <a:gd name="connsiteY278" fmla="*/ 1737566 h 2123041"/>
                      <a:gd name="connsiteX279" fmla="*/ 1199516 w 3562322"/>
                      <a:gd name="connsiteY279" fmla="*/ 1782512 h 2123041"/>
                      <a:gd name="connsiteX280" fmla="*/ 1186103 w 3562322"/>
                      <a:gd name="connsiteY280" fmla="*/ 1899231 h 2123041"/>
                      <a:gd name="connsiteX281" fmla="*/ 1172620 w 3562322"/>
                      <a:gd name="connsiteY281" fmla="*/ 1991039 h 2123041"/>
                      <a:gd name="connsiteX282" fmla="*/ 1159059 w 3562322"/>
                      <a:gd name="connsiteY282" fmla="*/ 1950243 h 2123041"/>
                      <a:gd name="connsiteX283" fmla="*/ 1145421 w 3562322"/>
                      <a:gd name="connsiteY283" fmla="*/ 2023587 h 2123041"/>
                      <a:gd name="connsiteX284" fmla="*/ 1131700 w 3562322"/>
                      <a:gd name="connsiteY284" fmla="*/ 2008507 h 2123041"/>
                      <a:gd name="connsiteX285" fmla="*/ 1117900 w 3562322"/>
                      <a:gd name="connsiteY285" fmla="*/ 2073012 h 2123041"/>
                      <a:gd name="connsiteX286" fmla="*/ 1104024 w 3562322"/>
                      <a:gd name="connsiteY286" fmla="*/ 2096440 h 2123041"/>
                      <a:gd name="connsiteX287" fmla="*/ 1090070 w 3562322"/>
                      <a:gd name="connsiteY287" fmla="*/ 2076642 h 2123041"/>
                      <a:gd name="connsiteX288" fmla="*/ 1076032 w 3562322"/>
                      <a:gd name="connsiteY288" fmla="*/ 1887857 h 2123041"/>
                      <a:gd name="connsiteX289" fmla="*/ 1061917 w 3562322"/>
                      <a:gd name="connsiteY289" fmla="*/ 1568271 h 2123041"/>
                      <a:gd name="connsiteX290" fmla="*/ 1047724 w 3562322"/>
                      <a:gd name="connsiteY290" fmla="*/ 1627090 h 2123041"/>
                      <a:gd name="connsiteX291" fmla="*/ 1033448 w 3562322"/>
                      <a:gd name="connsiteY291" fmla="*/ 1899855 h 2123041"/>
                      <a:gd name="connsiteX292" fmla="*/ 1019094 w 3562322"/>
                      <a:gd name="connsiteY292" fmla="*/ 1285198 h 2123041"/>
                      <a:gd name="connsiteX293" fmla="*/ 1004655 w 3562322"/>
                      <a:gd name="connsiteY293" fmla="*/ 1686056 h 2123041"/>
                      <a:gd name="connsiteX294" fmla="*/ 990140 w 3562322"/>
                      <a:gd name="connsiteY294" fmla="*/ 1833433 h 2123041"/>
                      <a:gd name="connsiteX295" fmla="*/ 975547 w 3562322"/>
                      <a:gd name="connsiteY295" fmla="*/ 1420416 h 2123041"/>
                      <a:gd name="connsiteX296" fmla="*/ 960877 w 3562322"/>
                      <a:gd name="connsiteY296" fmla="*/ 1898641 h 2123041"/>
                      <a:gd name="connsiteX297" fmla="*/ 946123 w 3562322"/>
                      <a:gd name="connsiteY297" fmla="*/ 1904714 h 2123041"/>
                      <a:gd name="connsiteX298" fmla="*/ 931298 w 3562322"/>
                      <a:gd name="connsiteY298" fmla="*/ 1825949 h 2123041"/>
                      <a:gd name="connsiteX299" fmla="*/ 916396 w 3562322"/>
                      <a:gd name="connsiteY299" fmla="*/ 1807106 h 2123041"/>
                      <a:gd name="connsiteX300" fmla="*/ 901417 w 3562322"/>
                      <a:gd name="connsiteY300" fmla="*/ 1807766 h 2123041"/>
                      <a:gd name="connsiteX301" fmla="*/ 886375 w 3562322"/>
                      <a:gd name="connsiteY301" fmla="*/ 1816127 h 2123041"/>
                      <a:gd name="connsiteX302" fmla="*/ 871249 w 3562322"/>
                      <a:gd name="connsiteY302" fmla="*/ 1915469 h 2123041"/>
                      <a:gd name="connsiteX303" fmla="*/ 856066 w 3562322"/>
                      <a:gd name="connsiteY303" fmla="*/ 1974513 h 2123041"/>
                      <a:gd name="connsiteX304" fmla="*/ 840806 w 3562322"/>
                      <a:gd name="connsiteY304" fmla="*/ 1948972 h 2123041"/>
                      <a:gd name="connsiteX305" fmla="*/ 825490 w 3562322"/>
                      <a:gd name="connsiteY305" fmla="*/ 2003045 h 2123041"/>
                      <a:gd name="connsiteX306" fmla="*/ 810111 w 3562322"/>
                      <a:gd name="connsiteY306" fmla="*/ 2032496 h 2123041"/>
                      <a:gd name="connsiteX307" fmla="*/ 794675 w 3562322"/>
                      <a:gd name="connsiteY307" fmla="*/ 1931666 h 2123041"/>
                      <a:gd name="connsiteX308" fmla="*/ 779184 w 3562322"/>
                      <a:gd name="connsiteY308" fmla="*/ 1905865 h 2123041"/>
                      <a:gd name="connsiteX309" fmla="*/ 763643 w 3562322"/>
                      <a:gd name="connsiteY309" fmla="*/ 2019248 h 2123041"/>
                      <a:gd name="connsiteX310" fmla="*/ 748060 w 3562322"/>
                      <a:gd name="connsiteY310" fmla="*/ 2008717 h 2123041"/>
                      <a:gd name="connsiteX311" fmla="*/ 732435 w 3562322"/>
                      <a:gd name="connsiteY311" fmla="*/ 1947694 h 2123041"/>
                      <a:gd name="connsiteX312" fmla="*/ 716782 w 3562322"/>
                      <a:gd name="connsiteY312" fmla="*/ 2056226 h 2123041"/>
                      <a:gd name="connsiteX313" fmla="*/ 701093 w 3562322"/>
                      <a:gd name="connsiteY313" fmla="*/ 1881440 h 2123041"/>
                      <a:gd name="connsiteX314" fmla="*/ 685384 w 3562322"/>
                      <a:gd name="connsiteY314" fmla="*/ 1959124 h 2123041"/>
                      <a:gd name="connsiteX315" fmla="*/ 669661 w 3562322"/>
                      <a:gd name="connsiteY315" fmla="*/ 2017044 h 2123041"/>
                      <a:gd name="connsiteX316" fmla="*/ 653930 w 3562322"/>
                      <a:gd name="connsiteY316" fmla="*/ 2032384 h 2123041"/>
                      <a:gd name="connsiteX317" fmla="*/ 638200 w 3562322"/>
                      <a:gd name="connsiteY317" fmla="*/ 2085060 h 2123041"/>
                      <a:gd name="connsiteX318" fmla="*/ 622476 w 3562322"/>
                      <a:gd name="connsiteY318" fmla="*/ 2075069 h 2123041"/>
                      <a:gd name="connsiteX319" fmla="*/ 606774 w 3562322"/>
                      <a:gd name="connsiteY319" fmla="*/ 2053383 h 2123041"/>
                      <a:gd name="connsiteX320" fmla="*/ 591100 w 3562322"/>
                      <a:gd name="connsiteY320" fmla="*/ 2020961 h 2123041"/>
                      <a:gd name="connsiteX321" fmla="*/ 575468 w 3562322"/>
                      <a:gd name="connsiteY321" fmla="*/ 1744685 h 2123041"/>
                      <a:gd name="connsiteX322" fmla="*/ 559878 w 3562322"/>
                      <a:gd name="connsiteY322" fmla="*/ 1923543 h 2123041"/>
                      <a:gd name="connsiteX323" fmla="*/ 544351 w 3562322"/>
                      <a:gd name="connsiteY323" fmla="*/ 1778616 h 2123041"/>
                      <a:gd name="connsiteX324" fmla="*/ 528902 w 3562322"/>
                      <a:gd name="connsiteY324" fmla="*/ 1788424 h 2123041"/>
                      <a:gd name="connsiteX325" fmla="*/ 513529 w 3562322"/>
                      <a:gd name="connsiteY325" fmla="*/ 1766786 h 2123041"/>
                      <a:gd name="connsiteX326" fmla="*/ 498255 w 3562322"/>
                      <a:gd name="connsiteY326" fmla="*/ 1990288 h 2123041"/>
                      <a:gd name="connsiteX327" fmla="*/ 483087 w 3562322"/>
                      <a:gd name="connsiteY327" fmla="*/ 2020877 h 2123041"/>
                      <a:gd name="connsiteX328" fmla="*/ 468037 w 3562322"/>
                      <a:gd name="connsiteY328" fmla="*/ 2074192 h 2123041"/>
                      <a:gd name="connsiteX329" fmla="*/ 453129 w 3562322"/>
                      <a:gd name="connsiteY329" fmla="*/ 2076326 h 2123041"/>
                      <a:gd name="connsiteX330" fmla="*/ 438360 w 3562322"/>
                      <a:gd name="connsiteY330" fmla="*/ 2080869 h 2123041"/>
                      <a:gd name="connsiteX331" fmla="*/ 423754 w 3562322"/>
                      <a:gd name="connsiteY331" fmla="*/ 2078229 h 2123041"/>
                      <a:gd name="connsiteX332" fmla="*/ 409315 w 3562322"/>
                      <a:gd name="connsiteY332" fmla="*/ 2025757 h 2123041"/>
                      <a:gd name="connsiteX333" fmla="*/ 395053 w 3562322"/>
                      <a:gd name="connsiteY333" fmla="*/ 1995168 h 2123041"/>
                      <a:gd name="connsiteX334" fmla="*/ 380986 w 3562322"/>
                      <a:gd name="connsiteY334" fmla="*/ 2026487 h 2123041"/>
                      <a:gd name="connsiteX335" fmla="*/ 367123 w 3562322"/>
                      <a:gd name="connsiteY335" fmla="*/ 1949400 h 2123041"/>
                      <a:gd name="connsiteX336" fmla="*/ 353470 w 3562322"/>
                      <a:gd name="connsiteY336" fmla="*/ 1977721 h 2123041"/>
                      <a:gd name="connsiteX337" fmla="*/ 340040 w 3562322"/>
                      <a:gd name="connsiteY337" fmla="*/ 1966769 h 2123041"/>
                      <a:gd name="connsiteX338" fmla="*/ 326842 w 3562322"/>
                      <a:gd name="connsiteY338" fmla="*/ 1980909 h 2123041"/>
                      <a:gd name="connsiteX339" fmla="*/ 313880 w 3562322"/>
                      <a:gd name="connsiteY339" fmla="*/ 2027666 h 2123041"/>
                      <a:gd name="connsiteX340" fmla="*/ 301162 w 3562322"/>
                      <a:gd name="connsiteY340" fmla="*/ 2036028 h 2123041"/>
                      <a:gd name="connsiteX341" fmla="*/ 288692 w 3562322"/>
                      <a:gd name="connsiteY341" fmla="*/ 2032812 h 2123041"/>
                      <a:gd name="connsiteX342" fmla="*/ 276475 w 3562322"/>
                      <a:gd name="connsiteY342" fmla="*/ 2022689 h 2123041"/>
                      <a:gd name="connsiteX343" fmla="*/ 264520 w 3562322"/>
                      <a:gd name="connsiteY343" fmla="*/ 2019859 h 2123041"/>
                      <a:gd name="connsiteX344" fmla="*/ 252824 w 3562322"/>
                      <a:gd name="connsiteY344" fmla="*/ 2011821 h 2123041"/>
                      <a:gd name="connsiteX345" fmla="*/ 219305 w 3562322"/>
                      <a:gd name="connsiteY345" fmla="*/ 1993483 h 2123041"/>
                      <a:gd name="connsiteX346" fmla="*/ 208654 w 3562322"/>
                      <a:gd name="connsiteY346" fmla="*/ 1968103 h 2123041"/>
                      <a:gd name="connsiteX347" fmla="*/ 198268 w 3562322"/>
                      <a:gd name="connsiteY347" fmla="*/ 1950867 h 2123041"/>
                      <a:gd name="connsiteX348" fmla="*/ 188137 w 3562322"/>
                      <a:gd name="connsiteY348" fmla="*/ 1920005 h 2123041"/>
                      <a:gd name="connsiteX349" fmla="*/ 178258 w 3562322"/>
                      <a:gd name="connsiteY349" fmla="*/ 1941151 h 2123041"/>
                      <a:gd name="connsiteX350" fmla="*/ 168638 w 3562322"/>
                      <a:gd name="connsiteY350" fmla="*/ 1941937 h 2123041"/>
                      <a:gd name="connsiteX351" fmla="*/ 159264 w 3562322"/>
                      <a:gd name="connsiteY351" fmla="*/ 1923185 h 2123041"/>
                      <a:gd name="connsiteX352" fmla="*/ 150131 w 3562322"/>
                      <a:gd name="connsiteY352" fmla="*/ 1928422 h 2123041"/>
                      <a:gd name="connsiteX353" fmla="*/ 141237 w 3562322"/>
                      <a:gd name="connsiteY353" fmla="*/ 1936622 h 2123041"/>
                      <a:gd name="connsiteX354" fmla="*/ 132577 w 3562322"/>
                      <a:gd name="connsiteY354" fmla="*/ 1927404 h 2123041"/>
                      <a:gd name="connsiteX355" fmla="*/ 124147 w 3562322"/>
                      <a:gd name="connsiteY355" fmla="*/ 1920236 h 2123041"/>
                      <a:gd name="connsiteX356" fmla="*/ 115939 w 3562322"/>
                      <a:gd name="connsiteY356" fmla="*/ 1911699 h 2123041"/>
                      <a:gd name="connsiteX357" fmla="*/ 107950 w 3562322"/>
                      <a:gd name="connsiteY357" fmla="*/ 1902186 h 2123041"/>
                      <a:gd name="connsiteX358" fmla="*/ 92596 w 3562322"/>
                      <a:gd name="connsiteY358" fmla="*/ 1880142 h 2123041"/>
                      <a:gd name="connsiteX359" fmla="*/ 85226 w 3562322"/>
                      <a:gd name="connsiteY359" fmla="*/ 1877642 h 2123041"/>
                      <a:gd name="connsiteX360" fmla="*/ 71064 w 3562322"/>
                      <a:gd name="connsiteY360" fmla="*/ 1859002 h 2123041"/>
                      <a:gd name="connsiteX361" fmla="*/ 64260 w 3562322"/>
                      <a:gd name="connsiteY361" fmla="*/ 1852038 h 2123041"/>
                      <a:gd name="connsiteX362" fmla="*/ 44896 w 3562322"/>
                      <a:gd name="connsiteY362" fmla="*/ 1826160 h 2123041"/>
                      <a:gd name="connsiteX363" fmla="*/ 32800 w 3562322"/>
                      <a:gd name="connsiteY363" fmla="*/ 1808587 h 2123041"/>
                      <a:gd name="connsiteX364" fmla="*/ 26987 w 3562322"/>
                      <a:gd name="connsiteY364" fmla="*/ 1797143 h 2123041"/>
                      <a:gd name="connsiteX365" fmla="*/ 21311 w 3562322"/>
                      <a:gd name="connsiteY365" fmla="*/ 1781017 h 2123041"/>
                      <a:gd name="connsiteX366" fmla="*/ 15783 w 3562322"/>
                      <a:gd name="connsiteY366" fmla="*/ 1775176 h 2123041"/>
                      <a:gd name="connsiteX367" fmla="*/ 10395 w 3562322"/>
                      <a:gd name="connsiteY367" fmla="*/ 1774277 h 2123041"/>
                      <a:gd name="connsiteX368" fmla="*/ 0 w 3562322"/>
                      <a:gd name="connsiteY368" fmla="*/ 1756592 h 2123041"/>
                      <a:gd name="connsiteX369" fmla="*/ 0 w 3562322"/>
                      <a:gd name="connsiteY369" fmla="*/ 1756592 h 21230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  <a:cxn ang="0">
                        <a:pos x="connsiteX154" y="connsiteY154"/>
                      </a:cxn>
                      <a:cxn ang="0">
                        <a:pos x="connsiteX155" y="connsiteY155"/>
                      </a:cxn>
                      <a:cxn ang="0">
                        <a:pos x="connsiteX156" y="connsiteY156"/>
                      </a:cxn>
                      <a:cxn ang="0">
                        <a:pos x="connsiteX157" y="connsiteY157"/>
                      </a:cxn>
                      <a:cxn ang="0">
                        <a:pos x="connsiteX158" y="connsiteY158"/>
                      </a:cxn>
                      <a:cxn ang="0">
                        <a:pos x="connsiteX159" y="connsiteY159"/>
                      </a:cxn>
                      <a:cxn ang="0">
                        <a:pos x="connsiteX160" y="connsiteY160"/>
                      </a:cxn>
                      <a:cxn ang="0">
                        <a:pos x="connsiteX161" y="connsiteY161"/>
                      </a:cxn>
                      <a:cxn ang="0">
                        <a:pos x="connsiteX162" y="connsiteY162"/>
                      </a:cxn>
                      <a:cxn ang="0">
                        <a:pos x="connsiteX163" y="connsiteY163"/>
                      </a:cxn>
                      <a:cxn ang="0">
                        <a:pos x="connsiteX164" y="connsiteY164"/>
                      </a:cxn>
                      <a:cxn ang="0">
                        <a:pos x="connsiteX165" y="connsiteY165"/>
                      </a:cxn>
                      <a:cxn ang="0">
                        <a:pos x="connsiteX166" y="connsiteY166"/>
                      </a:cxn>
                      <a:cxn ang="0">
                        <a:pos x="connsiteX167" y="connsiteY167"/>
                      </a:cxn>
                      <a:cxn ang="0">
                        <a:pos x="connsiteX168" y="connsiteY168"/>
                      </a:cxn>
                      <a:cxn ang="0">
                        <a:pos x="connsiteX169" y="connsiteY169"/>
                      </a:cxn>
                      <a:cxn ang="0">
                        <a:pos x="connsiteX170" y="connsiteY170"/>
                      </a:cxn>
                      <a:cxn ang="0">
                        <a:pos x="connsiteX171" y="connsiteY171"/>
                      </a:cxn>
                      <a:cxn ang="0">
                        <a:pos x="connsiteX172" y="connsiteY172"/>
                      </a:cxn>
                      <a:cxn ang="0">
                        <a:pos x="connsiteX173" y="connsiteY173"/>
                      </a:cxn>
                      <a:cxn ang="0">
                        <a:pos x="connsiteX174" y="connsiteY174"/>
                      </a:cxn>
                      <a:cxn ang="0">
                        <a:pos x="connsiteX175" y="connsiteY175"/>
                      </a:cxn>
                      <a:cxn ang="0">
                        <a:pos x="connsiteX176" y="connsiteY176"/>
                      </a:cxn>
                      <a:cxn ang="0">
                        <a:pos x="connsiteX177" y="connsiteY177"/>
                      </a:cxn>
                      <a:cxn ang="0">
                        <a:pos x="connsiteX178" y="connsiteY178"/>
                      </a:cxn>
                      <a:cxn ang="0">
                        <a:pos x="connsiteX179" y="connsiteY179"/>
                      </a:cxn>
                      <a:cxn ang="0">
                        <a:pos x="connsiteX180" y="connsiteY180"/>
                      </a:cxn>
                      <a:cxn ang="0">
                        <a:pos x="connsiteX181" y="connsiteY181"/>
                      </a:cxn>
                      <a:cxn ang="0">
                        <a:pos x="connsiteX182" y="connsiteY182"/>
                      </a:cxn>
                      <a:cxn ang="0">
                        <a:pos x="connsiteX183" y="connsiteY183"/>
                      </a:cxn>
                      <a:cxn ang="0">
                        <a:pos x="connsiteX184" y="connsiteY184"/>
                      </a:cxn>
                      <a:cxn ang="0">
                        <a:pos x="connsiteX185" y="connsiteY185"/>
                      </a:cxn>
                      <a:cxn ang="0">
                        <a:pos x="connsiteX186" y="connsiteY186"/>
                      </a:cxn>
                      <a:cxn ang="0">
                        <a:pos x="connsiteX187" y="connsiteY187"/>
                      </a:cxn>
                      <a:cxn ang="0">
                        <a:pos x="connsiteX188" y="connsiteY188"/>
                      </a:cxn>
                      <a:cxn ang="0">
                        <a:pos x="connsiteX189" y="connsiteY189"/>
                      </a:cxn>
                      <a:cxn ang="0">
                        <a:pos x="connsiteX190" y="connsiteY190"/>
                      </a:cxn>
                      <a:cxn ang="0">
                        <a:pos x="connsiteX191" y="connsiteY191"/>
                      </a:cxn>
                      <a:cxn ang="0">
                        <a:pos x="connsiteX192" y="connsiteY192"/>
                      </a:cxn>
                      <a:cxn ang="0">
                        <a:pos x="connsiteX193" y="connsiteY193"/>
                      </a:cxn>
                      <a:cxn ang="0">
                        <a:pos x="connsiteX194" y="connsiteY194"/>
                      </a:cxn>
                      <a:cxn ang="0">
                        <a:pos x="connsiteX195" y="connsiteY195"/>
                      </a:cxn>
                      <a:cxn ang="0">
                        <a:pos x="connsiteX196" y="connsiteY196"/>
                      </a:cxn>
                      <a:cxn ang="0">
                        <a:pos x="connsiteX197" y="connsiteY197"/>
                      </a:cxn>
                      <a:cxn ang="0">
                        <a:pos x="connsiteX198" y="connsiteY198"/>
                      </a:cxn>
                      <a:cxn ang="0">
                        <a:pos x="connsiteX199" y="connsiteY199"/>
                      </a:cxn>
                      <a:cxn ang="0">
                        <a:pos x="connsiteX200" y="connsiteY200"/>
                      </a:cxn>
                      <a:cxn ang="0">
                        <a:pos x="connsiteX201" y="connsiteY201"/>
                      </a:cxn>
                      <a:cxn ang="0">
                        <a:pos x="connsiteX202" y="connsiteY202"/>
                      </a:cxn>
                      <a:cxn ang="0">
                        <a:pos x="connsiteX203" y="connsiteY203"/>
                      </a:cxn>
                      <a:cxn ang="0">
                        <a:pos x="connsiteX204" y="connsiteY204"/>
                      </a:cxn>
                      <a:cxn ang="0">
                        <a:pos x="connsiteX205" y="connsiteY205"/>
                      </a:cxn>
                      <a:cxn ang="0">
                        <a:pos x="connsiteX206" y="connsiteY206"/>
                      </a:cxn>
                      <a:cxn ang="0">
                        <a:pos x="connsiteX207" y="connsiteY207"/>
                      </a:cxn>
                      <a:cxn ang="0">
                        <a:pos x="connsiteX208" y="connsiteY208"/>
                      </a:cxn>
                      <a:cxn ang="0">
                        <a:pos x="connsiteX209" y="connsiteY209"/>
                      </a:cxn>
                      <a:cxn ang="0">
                        <a:pos x="connsiteX210" y="connsiteY210"/>
                      </a:cxn>
                      <a:cxn ang="0">
                        <a:pos x="connsiteX211" y="connsiteY211"/>
                      </a:cxn>
                      <a:cxn ang="0">
                        <a:pos x="connsiteX212" y="connsiteY212"/>
                      </a:cxn>
                      <a:cxn ang="0">
                        <a:pos x="connsiteX213" y="connsiteY213"/>
                      </a:cxn>
                      <a:cxn ang="0">
                        <a:pos x="connsiteX214" y="connsiteY214"/>
                      </a:cxn>
                      <a:cxn ang="0">
                        <a:pos x="connsiteX215" y="connsiteY215"/>
                      </a:cxn>
                      <a:cxn ang="0">
                        <a:pos x="connsiteX216" y="connsiteY216"/>
                      </a:cxn>
                      <a:cxn ang="0">
                        <a:pos x="connsiteX217" y="connsiteY217"/>
                      </a:cxn>
                      <a:cxn ang="0">
                        <a:pos x="connsiteX218" y="connsiteY218"/>
                      </a:cxn>
                      <a:cxn ang="0">
                        <a:pos x="connsiteX219" y="connsiteY219"/>
                      </a:cxn>
                      <a:cxn ang="0">
                        <a:pos x="connsiteX220" y="connsiteY220"/>
                      </a:cxn>
                      <a:cxn ang="0">
                        <a:pos x="connsiteX221" y="connsiteY221"/>
                      </a:cxn>
                      <a:cxn ang="0">
                        <a:pos x="connsiteX222" y="connsiteY222"/>
                      </a:cxn>
                      <a:cxn ang="0">
                        <a:pos x="connsiteX223" y="connsiteY223"/>
                      </a:cxn>
                      <a:cxn ang="0">
                        <a:pos x="connsiteX224" y="connsiteY224"/>
                      </a:cxn>
                      <a:cxn ang="0">
                        <a:pos x="connsiteX225" y="connsiteY225"/>
                      </a:cxn>
                      <a:cxn ang="0">
                        <a:pos x="connsiteX226" y="connsiteY226"/>
                      </a:cxn>
                      <a:cxn ang="0">
                        <a:pos x="connsiteX227" y="connsiteY227"/>
                      </a:cxn>
                      <a:cxn ang="0">
                        <a:pos x="connsiteX228" y="connsiteY228"/>
                      </a:cxn>
                      <a:cxn ang="0">
                        <a:pos x="connsiteX229" y="connsiteY229"/>
                      </a:cxn>
                      <a:cxn ang="0">
                        <a:pos x="connsiteX230" y="connsiteY230"/>
                      </a:cxn>
                      <a:cxn ang="0">
                        <a:pos x="connsiteX231" y="connsiteY231"/>
                      </a:cxn>
                      <a:cxn ang="0">
                        <a:pos x="connsiteX232" y="connsiteY232"/>
                      </a:cxn>
                      <a:cxn ang="0">
                        <a:pos x="connsiteX233" y="connsiteY233"/>
                      </a:cxn>
                      <a:cxn ang="0">
                        <a:pos x="connsiteX234" y="connsiteY234"/>
                      </a:cxn>
                      <a:cxn ang="0">
                        <a:pos x="connsiteX235" y="connsiteY235"/>
                      </a:cxn>
                      <a:cxn ang="0">
                        <a:pos x="connsiteX236" y="connsiteY236"/>
                      </a:cxn>
                      <a:cxn ang="0">
                        <a:pos x="connsiteX237" y="connsiteY237"/>
                      </a:cxn>
                      <a:cxn ang="0">
                        <a:pos x="connsiteX238" y="connsiteY238"/>
                      </a:cxn>
                      <a:cxn ang="0">
                        <a:pos x="connsiteX239" y="connsiteY239"/>
                      </a:cxn>
                      <a:cxn ang="0">
                        <a:pos x="connsiteX240" y="connsiteY240"/>
                      </a:cxn>
                      <a:cxn ang="0">
                        <a:pos x="connsiteX241" y="connsiteY241"/>
                      </a:cxn>
                      <a:cxn ang="0">
                        <a:pos x="connsiteX242" y="connsiteY242"/>
                      </a:cxn>
                      <a:cxn ang="0">
                        <a:pos x="connsiteX243" y="connsiteY243"/>
                      </a:cxn>
                      <a:cxn ang="0">
                        <a:pos x="connsiteX244" y="connsiteY244"/>
                      </a:cxn>
                      <a:cxn ang="0">
                        <a:pos x="connsiteX245" y="connsiteY245"/>
                      </a:cxn>
                      <a:cxn ang="0">
                        <a:pos x="connsiteX246" y="connsiteY246"/>
                      </a:cxn>
                      <a:cxn ang="0">
                        <a:pos x="connsiteX247" y="connsiteY247"/>
                      </a:cxn>
                      <a:cxn ang="0">
                        <a:pos x="connsiteX248" y="connsiteY248"/>
                      </a:cxn>
                      <a:cxn ang="0">
                        <a:pos x="connsiteX249" y="connsiteY249"/>
                      </a:cxn>
                      <a:cxn ang="0">
                        <a:pos x="connsiteX250" y="connsiteY250"/>
                      </a:cxn>
                      <a:cxn ang="0">
                        <a:pos x="connsiteX251" y="connsiteY251"/>
                      </a:cxn>
                      <a:cxn ang="0">
                        <a:pos x="connsiteX252" y="connsiteY252"/>
                      </a:cxn>
                      <a:cxn ang="0">
                        <a:pos x="connsiteX253" y="connsiteY253"/>
                      </a:cxn>
                      <a:cxn ang="0">
                        <a:pos x="connsiteX254" y="connsiteY254"/>
                      </a:cxn>
                      <a:cxn ang="0">
                        <a:pos x="connsiteX255" y="connsiteY255"/>
                      </a:cxn>
                      <a:cxn ang="0">
                        <a:pos x="connsiteX256" y="connsiteY256"/>
                      </a:cxn>
                      <a:cxn ang="0">
                        <a:pos x="connsiteX257" y="connsiteY257"/>
                      </a:cxn>
                      <a:cxn ang="0">
                        <a:pos x="connsiteX258" y="connsiteY258"/>
                      </a:cxn>
                      <a:cxn ang="0">
                        <a:pos x="connsiteX259" y="connsiteY259"/>
                      </a:cxn>
                      <a:cxn ang="0">
                        <a:pos x="connsiteX260" y="connsiteY260"/>
                      </a:cxn>
                      <a:cxn ang="0">
                        <a:pos x="connsiteX261" y="connsiteY261"/>
                      </a:cxn>
                      <a:cxn ang="0">
                        <a:pos x="connsiteX262" y="connsiteY262"/>
                      </a:cxn>
                      <a:cxn ang="0">
                        <a:pos x="connsiteX263" y="connsiteY263"/>
                      </a:cxn>
                      <a:cxn ang="0">
                        <a:pos x="connsiteX264" y="connsiteY264"/>
                      </a:cxn>
                      <a:cxn ang="0">
                        <a:pos x="connsiteX265" y="connsiteY265"/>
                      </a:cxn>
                      <a:cxn ang="0">
                        <a:pos x="connsiteX266" y="connsiteY266"/>
                      </a:cxn>
                      <a:cxn ang="0">
                        <a:pos x="connsiteX267" y="connsiteY267"/>
                      </a:cxn>
                      <a:cxn ang="0">
                        <a:pos x="connsiteX268" y="connsiteY268"/>
                      </a:cxn>
                      <a:cxn ang="0">
                        <a:pos x="connsiteX269" y="connsiteY269"/>
                      </a:cxn>
                      <a:cxn ang="0">
                        <a:pos x="connsiteX270" y="connsiteY270"/>
                      </a:cxn>
                      <a:cxn ang="0">
                        <a:pos x="connsiteX271" y="connsiteY271"/>
                      </a:cxn>
                      <a:cxn ang="0">
                        <a:pos x="connsiteX272" y="connsiteY272"/>
                      </a:cxn>
                      <a:cxn ang="0">
                        <a:pos x="connsiteX273" y="connsiteY273"/>
                      </a:cxn>
                      <a:cxn ang="0">
                        <a:pos x="connsiteX274" y="connsiteY274"/>
                      </a:cxn>
                      <a:cxn ang="0">
                        <a:pos x="connsiteX275" y="connsiteY275"/>
                      </a:cxn>
                      <a:cxn ang="0">
                        <a:pos x="connsiteX276" y="connsiteY276"/>
                      </a:cxn>
                      <a:cxn ang="0">
                        <a:pos x="connsiteX277" y="connsiteY277"/>
                      </a:cxn>
                      <a:cxn ang="0">
                        <a:pos x="connsiteX278" y="connsiteY278"/>
                      </a:cxn>
                      <a:cxn ang="0">
                        <a:pos x="connsiteX279" y="connsiteY279"/>
                      </a:cxn>
                      <a:cxn ang="0">
                        <a:pos x="connsiteX280" y="connsiteY280"/>
                      </a:cxn>
                      <a:cxn ang="0">
                        <a:pos x="connsiteX281" y="connsiteY281"/>
                      </a:cxn>
                      <a:cxn ang="0">
                        <a:pos x="connsiteX282" y="connsiteY282"/>
                      </a:cxn>
                      <a:cxn ang="0">
                        <a:pos x="connsiteX283" y="connsiteY283"/>
                      </a:cxn>
                      <a:cxn ang="0">
                        <a:pos x="connsiteX284" y="connsiteY284"/>
                      </a:cxn>
                      <a:cxn ang="0">
                        <a:pos x="connsiteX285" y="connsiteY285"/>
                      </a:cxn>
                      <a:cxn ang="0">
                        <a:pos x="connsiteX286" y="connsiteY286"/>
                      </a:cxn>
                      <a:cxn ang="0">
                        <a:pos x="connsiteX287" y="connsiteY287"/>
                      </a:cxn>
                      <a:cxn ang="0">
                        <a:pos x="connsiteX288" y="connsiteY288"/>
                      </a:cxn>
                      <a:cxn ang="0">
                        <a:pos x="connsiteX289" y="connsiteY289"/>
                      </a:cxn>
                      <a:cxn ang="0">
                        <a:pos x="connsiteX290" y="connsiteY290"/>
                      </a:cxn>
                      <a:cxn ang="0">
                        <a:pos x="connsiteX291" y="connsiteY291"/>
                      </a:cxn>
                      <a:cxn ang="0">
                        <a:pos x="connsiteX292" y="connsiteY292"/>
                      </a:cxn>
                      <a:cxn ang="0">
                        <a:pos x="connsiteX293" y="connsiteY293"/>
                      </a:cxn>
                      <a:cxn ang="0">
                        <a:pos x="connsiteX294" y="connsiteY294"/>
                      </a:cxn>
                      <a:cxn ang="0">
                        <a:pos x="connsiteX295" y="connsiteY295"/>
                      </a:cxn>
                      <a:cxn ang="0">
                        <a:pos x="connsiteX296" y="connsiteY296"/>
                      </a:cxn>
                      <a:cxn ang="0">
                        <a:pos x="connsiteX297" y="connsiteY297"/>
                      </a:cxn>
                      <a:cxn ang="0">
                        <a:pos x="connsiteX298" y="connsiteY298"/>
                      </a:cxn>
                      <a:cxn ang="0">
                        <a:pos x="connsiteX299" y="connsiteY299"/>
                      </a:cxn>
                      <a:cxn ang="0">
                        <a:pos x="connsiteX300" y="connsiteY300"/>
                      </a:cxn>
                      <a:cxn ang="0">
                        <a:pos x="connsiteX301" y="connsiteY301"/>
                      </a:cxn>
                      <a:cxn ang="0">
                        <a:pos x="connsiteX302" y="connsiteY302"/>
                      </a:cxn>
                      <a:cxn ang="0">
                        <a:pos x="connsiteX303" y="connsiteY303"/>
                      </a:cxn>
                      <a:cxn ang="0">
                        <a:pos x="connsiteX304" y="connsiteY304"/>
                      </a:cxn>
                      <a:cxn ang="0">
                        <a:pos x="connsiteX305" y="connsiteY305"/>
                      </a:cxn>
                      <a:cxn ang="0">
                        <a:pos x="connsiteX306" y="connsiteY306"/>
                      </a:cxn>
                      <a:cxn ang="0">
                        <a:pos x="connsiteX307" y="connsiteY307"/>
                      </a:cxn>
                      <a:cxn ang="0">
                        <a:pos x="connsiteX308" y="connsiteY308"/>
                      </a:cxn>
                      <a:cxn ang="0">
                        <a:pos x="connsiteX309" y="connsiteY309"/>
                      </a:cxn>
                      <a:cxn ang="0">
                        <a:pos x="connsiteX310" y="connsiteY310"/>
                      </a:cxn>
                      <a:cxn ang="0">
                        <a:pos x="connsiteX311" y="connsiteY311"/>
                      </a:cxn>
                      <a:cxn ang="0">
                        <a:pos x="connsiteX312" y="connsiteY312"/>
                      </a:cxn>
                      <a:cxn ang="0">
                        <a:pos x="connsiteX313" y="connsiteY313"/>
                      </a:cxn>
                      <a:cxn ang="0">
                        <a:pos x="connsiteX314" y="connsiteY314"/>
                      </a:cxn>
                      <a:cxn ang="0">
                        <a:pos x="connsiteX315" y="connsiteY315"/>
                      </a:cxn>
                      <a:cxn ang="0">
                        <a:pos x="connsiteX316" y="connsiteY316"/>
                      </a:cxn>
                      <a:cxn ang="0">
                        <a:pos x="connsiteX317" y="connsiteY317"/>
                      </a:cxn>
                      <a:cxn ang="0">
                        <a:pos x="connsiteX318" y="connsiteY318"/>
                      </a:cxn>
                      <a:cxn ang="0">
                        <a:pos x="connsiteX319" y="connsiteY319"/>
                      </a:cxn>
                      <a:cxn ang="0">
                        <a:pos x="connsiteX320" y="connsiteY320"/>
                      </a:cxn>
                      <a:cxn ang="0">
                        <a:pos x="connsiteX321" y="connsiteY321"/>
                      </a:cxn>
                      <a:cxn ang="0">
                        <a:pos x="connsiteX322" y="connsiteY322"/>
                      </a:cxn>
                      <a:cxn ang="0">
                        <a:pos x="connsiteX323" y="connsiteY323"/>
                      </a:cxn>
                      <a:cxn ang="0">
                        <a:pos x="connsiteX324" y="connsiteY324"/>
                      </a:cxn>
                      <a:cxn ang="0">
                        <a:pos x="connsiteX325" y="connsiteY325"/>
                      </a:cxn>
                      <a:cxn ang="0">
                        <a:pos x="connsiteX326" y="connsiteY326"/>
                      </a:cxn>
                      <a:cxn ang="0">
                        <a:pos x="connsiteX327" y="connsiteY327"/>
                      </a:cxn>
                      <a:cxn ang="0">
                        <a:pos x="connsiteX328" y="connsiteY328"/>
                      </a:cxn>
                      <a:cxn ang="0">
                        <a:pos x="connsiteX329" y="connsiteY329"/>
                      </a:cxn>
                      <a:cxn ang="0">
                        <a:pos x="connsiteX330" y="connsiteY330"/>
                      </a:cxn>
                      <a:cxn ang="0">
                        <a:pos x="connsiteX331" y="connsiteY331"/>
                      </a:cxn>
                      <a:cxn ang="0">
                        <a:pos x="connsiteX332" y="connsiteY332"/>
                      </a:cxn>
                      <a:cxn ang="0">
                        <a:pos x="connsiteX333" y="connsiteY333"/>
                      </a:cxn>
                      <a:cxn ang="0">
                        <a:pos x="connsiteX334" y="connsiteY334"/>
                      </a:cxn>
                      <a:cxn ang="0">
                        <a:pos x="connsiteX335" y="connsiteY335"/>
                      </a:cxn>
                      <a:cxn ang="0">
                        <a:pos x="connsiteX336" y="connsiteY336"/>
                      </a:cxn>
                      <a:cxn ang="0">
                        <a:pos x="connsiteX337" y="connsiteY337"/>
                      </a:cxn>
                      <a:cxn ang="0">
                        <a:pos x="connsiteX338" y="connsiteY338"/>
                      </a:cxn>
                      <a:cxn ang="0">
                        <a:pos x="connsiteX339" y="connsiteY339"/>
                      </a:cxn>
                      <a:cxn ang="0">
                        <a:pos x="connsiteX340" y="connsiteY340"/>
                      </a:cxn>
                      <a:cxn ang="0">
                        <a:pos x="connsiteX341" y="connsiteY341"/>
                      </a:cxn>
                      <a:cxn ang="0">
                        <a:pos x="connsiteX342" y="connsiteY342"/>
                      </a:cxn>
                      <a:cxn ang="0">
                        <a:pos x="connsiteX343" y="connsiteY343"/>
                      </a:cxn>
                      <a:cxn ang="0">
                        <a:pos x="connsiteX344" y="connsiteY344"/>
                      </a:cxn>
                      <a:cxn ang="0">
                        <a:pos x="connsiteX345" y="connsiteY345"/>
                      </a:cxn>
                      <a:cxn ang="0">
                        <a:pos x="connsiteX346" y="connsiteY346"/>
                      </a:cxn>
                      <a:cxn ang="0">
                        <a:pos x="connsiteX347" y="connsiteY347"/>
                      </a:cxn>
                      <a:cxn ang="0">
                        <a:pos x="connsiteX348" y="connsiteY348"/>
                      </a:cxn>
                      <a:cxn ang="0">
                        <a:pos x="connsiteX349" y="connsiteY349"/>
                      </a:cxn>
                      <a:cxn ang="0">
                        <a:pos x="connsiteX350" y="connsiteY350"/>
                      </a:cxn>
                      <a:cxn ang="0">
                        <a:pos x="connsiteX351" y="connsiteY351"/>
                      </a:cxn>
                      <a:cxn ang="0">
                        <a:pos x="connsiteX352" y="connsiteY352"/>
                      </a:cxn>
                      <a:cxn ang="0">
                        <a:pos x="connsiteX353" y="connsiteY353"/>
                      </a:cxn>
                      <a:cxn ang="0">
                        <a:pos x="connsiteX354" y="connsiteY354"/>
                      </a:cxn>
                      <a:cxn ang="0">
                        <a:pos x="connsiteX355" y="connsiteY355"/>
                      </a:cxn>
                      <a:cxn ang="0">
                        <a:pos x="connsiteX356" y="connsiteY356"/>
                      </a:cxn>
                      <a:cxn ang="0">
                        <a:pos x="connsiteX357" y="connsiteY357"/>
                      </a:cxn>
                      <a:cxn ang="0">
                        <a:pos x="connsiteX358" y="connsiteY358"/>
                      </a:cxn>
                      <a:cxn ang="0">
                        <a:pos x="connsiteX359" y="connsiteY359"/>
                      </a:cxn>
                      <a:cxn ang="0">
                        <a:pos x="connsiteX360" y="connsiteY360"/>
                      </a:cxn>
                      <a:cxn ang="0">
                        <a:pos x="connsiteX361" y="connsiteY361"/>
                      </a:cxn>
                      <a:cxn ang="0">
                        <a:pos x="connsiteX362" y="connsiteY362"/>
                      </a:cxn>
                      <a:cxn ang="0">
                        <a:pos x="connsiteX363" y="connsiteY363"/>
                      </a:cxn>
                      <a:cxn ang="0">
                        <a:pos x="connsiteX364" y="connsiteY364"/>
                      </a:cxn>
                      <a:cxn ang="0">
                        <a:pos x="connsiteX365" y="connsiteY365"/>
                      </a:cxn>
                      <a:cxn ang="0">
                        <a:pos x="connsiteX366" y="connsiteY366"/>
                      </a:cxn>
                      <a:cxn ang="0">
                        <a:pos x="connsiteX367" y="connsiteY367"/>
                      </a:cxn>
                      <a:cxn ang="0">
                        <a:pos x="connsiteX368" y="connsiteY368"/>
                      </a:cxn>
                      <a:cxn ang="0">
                        <a:pos x="connsiteX369" y="connsiteY369"/>
                      </a:cxn>
                    </a:cxnLst>
                    <a:rect l="l" t="t" r="r" b="b"/>
                    <a:pathLst>
                      <a:path w="3562322" h="2123041">
                        <a:moveTo>
                          <a:pt x="3562322" y="1958737"/>
                        </a:moveTo>
                        <a:lnTo>
                          <a:pt x="3556550" y="1807913"/>
                        </a:lnTo>
                        <a:lnTo>
                          <a:pt x="3550763" y="1988407"/>
                        </a:lnTo>
                        <a:lnTo>
                          <a:pt x="3544963" y="1723630"/>
                        </a:lnTo>
                        <a:lnTo>
                          <a:pt x="3533348" y="1855183"/>
                        </a:lnTo>
                        <a:lnTo>
                          <a:pt x="3527526" y="1736745"/>
                        </a:lnTo>
                        <a:lnTo>
                          <a:pt x="3521691" y="1816359"/>
                        </a:lnTo>
                        <a:lnTo>
                          <a:pt x="3515848" y="1656738"/>
                        </a:lnTo>
                        <a:lnTo>
                          <a:pt x="3509998" y="1721342"/>
                        </a:lnTo>
                        <a:lnTo>
                          <a:pt x="3504134" y="1690689"/>
                        </a:lnTo>
                        <a:lnTo>
                          <a:pt x="3498264" y="1463467"/>
                        </a:lnTo>
                        <a:lnTo>
                          <a:pt x="3492385" y="1608057"/>
                        </a:lnTo>
                        <a:lnTo>
                          <a:pt x="3480595" y="1793942"/>
                        </a:lnTo>
                        <a:lnTo>
                          <a:pt x="3474689" y="1802514"/>
                        </a:lnTo>
                        <a:lnTo>
                          <a:pt x="3468769" y="1549989"/>
                        </a:lnTo>
                        <a:lnTo>
                          <a:pt x="3462842" y="1514198"/>
                        </a:lnTo>
                        <a:lnTo>
                          <a:pt x="3456901" y="1918186"/>
                        </a:lnTo>
                        <a:lnTo>
                          <a:pt x="3450953" y="1895489"/>
                        </a:lnTo>
                        <a:lnTo>
                          <a:pt x="3444998" y="1750442"/>
                        </a:lnTo>
                        <a:lnTo>
                          <a:pt x="3439028" y="1788473"/>
                        </a:lnTo>
                        <a:lnTo>
                          <a:pt x="3433052" y="1762637"/>
                        </a:lnTo>
                        <a:lnTo>
                          <a:pt x="3427062" y="1715423"/>
                        </a:lnTo>
                        <a:lnTo>
                          <a:pt x="3421065" y="1857640"/>
                        </a:lnTo>
                        <a:lnTo>
                          <a:pt x="3415054" y="1950671"/>
                        </a:lnTo>
                        <a:lnTo>
                          <a:pt x="3409035" y="1958745"/>
                        </a:lnTo>
                        <a:lnTo>
                          <a:pt x="3403010" y="2029463"/>
                        </a:lnTo>
                        <a:lnTo>
                          <a:pt x="3396971" y="1871815"/>
                        </a:lnTo>
                        <a:lnTo>
                          <a:pt x="3390924" y="2063212"/>
                        </a:lnTo>
                        <a:lnTo>
                          <a:pt x="3384864" y="2073258"/>
                        </a:lnTo>
                        <a:lnTo>
                          <a:pt x="3378796" y="2055531"/>
                        </a:lnTo>
                        <a:lnTo>
                          <a:pt x="3372715" y="1923375"/>
                        </a:lnTo>
                        <a:lnTo>
                          <a:pt x="3366619" y="1422410"/>
                        </a:lnTo>
                        <a:lnTo>
                          <a:pt x="3360524" y="2123042"/>
                        </a:lnTo>
                        <a:lnTo>
                          <a:pt x="3354407" y="2024479"/>
                        </a:lnTo>
                        <a:lnTo>
                          <a:pt x="3348291" y="1902650"/>
                        </a:lnTo>
                        <a:lnTo>
                          <a:pt x="3342153" y="2066399"/>
                        </a:lnTo>
                        <a:lnTo>
                          <a:pt x="3336008" y="2030074"/>
                        </a:lnTo>
                        <a:lnTo>
                          <a:pt x="3329857" y="2104795"/>
                        </a:lnTo>
                        <a:lnTo>
                          <a:pt x="3323691" y="2094369"/>
                        </a:lnTo>
                        <a:lnTo>
                          <a:pt x="3317518" y="1704611"/>
                        </a:lnTo>
                        <a:lnTo>
                          <a:pt x="3311331" y="2028523"/>
                        </a:lnTo>
                        <a:lnTo>
                          <a:pt x="3305130" y="2118387"/>
                        </a:lnTo>
                        <a:lnTo>
                          <a:pt x="3292700" y="1311526"/>
                        </a:lnTo>
                        <a:lnTo>
                          <a:pt x="3286471" y="2093555"/>
                        </a:lnTo>
                        <a:lnTo>
                          <a:pt x="3280228" y="2072100"/>
                        </a:lnTo>
                        <a:lnTo>
                          <a:pt x="3273971" y="2093134"/>
                        </a:lnTo>
                        <a:lnTo>
                          <a:pt x="3267714" y="1929728"/>
                        </a:lnTo>
                        <a:lnTo>
                          <a:pt x="3261436" y="1738191"/>
                        </a:lnTo>
                        <a:lnTo>
                          <a:pt x="3255151" y="1757350"/>
                        </a:lnTo>
                        <a:lnTo>
                          <a:pt x="3248852" y="1750428"/>
                        </a:lnTo>
                        <a:lnTo>
                          <a:pt x="3242539" y="1648496"/>
                        </a:lnTo>
                        <a:lnTo>
                          <a:pt x="3236218" y="794835"/>
                        </a:lnTo>
                        <a:lnTo>
                          <a:pt x="3229884" y="855711"/>
                        </a:lnTo>
                        <a:lnTo>
                          <a:pt x="3223536" y="1241312"/>
                        </a:lnTo>
                        <a:lnTo>
                          <a:pt x="3217180" y="1335122"/>
                        </a:lnTo>
                        <a:lnTo>
                          <a:pt x="3210811" y="1240554"/>
                        </a:lnTo>
                        <a:lnTo>
                          <a:pt x="3204427" y="395228"/>
                        </a:lnTo>
                        <a:lnTo>
                          <a:pt x="3198037" y="743837"/>
                        </a:lnTo>
                        <a:lnTo>
                          <a:pt x="3191633" y="783103"/>
                        </a:lnTo>
                        <a:lnTo>
                          <a:pt x="3185214" y="944704"/>
                        </a:lnTo>
                        <a:lnTo>
                          <a:pt x="3178788" y="1553682"/>
                        </a:lnTo>
                        <a:lnTo>
                          <a:pt x="3172349" y="1549848"/>
                        </a:lnTo>
                        <a:lnTo>
                          <a:pt x="3165895" y="1656443"/>
                        </a:lnTo>
                        <a:lnTo>
                          <a:pt x="3159427" y="1574421"/>
                        </a:lnTo>
                        <a:lnTo>
                          <a:pt x="3152953" y="1015065"/>
                        </a:lnTo>
                        <a:lnTo>
                          <a:pt x="3146464" y="0"/>
                        </a:lnTo>
                        <a:lnTo>
                          <a:pt x="3139961" y="695900"/>
                        </a:lnTo>
                        <a:lnTo>
                          <a:pt x="3133444" y="1725589"/>
                        </a:lnTo>
                        <a:lnTo>
                          <a:pt x="3126920" y="1772129"/>
                        </a:lnTo>
                        <a:lnTo>
                          <a:pt x="3120375" y="1782723"/>
                        </a:lnTo>
                        <a:lnTo>
                          <a:pt x="3113823" y="525400"/>
                        </a:lnTo>
                        <a:lnTo>
                          <a:pt x="3107257" y="1123576"/>
                        </a:lnTo>
                        <a:lnTo>
                          <a:pt x="3100677" y="1891880"/>
                        </a:lnTo>
                        <a:lnTo>
                          <a:pt x="3094090" y="1681928"/>
                        </a:lnTo>
                        <a:lnTo>
                          <a:pt x="3087482" y="1943468"/>
                        </a:lnTo>
                        <a:lnTo>
                          <a:pt x="3080866" y="2021306"/>
                        </a:lnTo>
                        <a:lnTo>
                          <a:pt x="3074230" y="1765417"/>
                        </a:lnTo>
                        <a:lnTo>
                          <a:pt x="3067587" y="1946325"/>
                        </a:lnTo>
                        <a:lnTo>
                          <a:pt x="3060930" y="1970357"/>
                        </a:lnTo>
                        <a:lnTo>
                          <a:pt x="3054265" y="2105960"/>
                        </a:lnTo>
                        <a:lnTo>
                          <a:pt x="3047580" y="2091077"/>
                        </a:lnTo>
                        <a:lnTo>
                          <a:pt x="3040880" y="1322310"/>
                        </a:lnTo>
                        <a:lnTo>
                          <a:pt x="3034167" y="1840896"/>
                        </a:lnTo>
                        <a:lnTo>
                          <a:pt x="3027446" y="1971999"/>
                        </a:lnTo>
                        <a:lnTo>
                          <a:pt x="3020705" y="1939283"/>
                        </a:lnTo>
                        <a:lnTo>
                          <a:pt x="3013956" y="1811564"/>
                        </a:lnTo>
                        <a:lnTo>
                          <a:pt x="3007187" y="1612494"/>
                        </a:lnTo>
                        <a:lnTo>
                          <a:pt x="3000410" y="1525740"/>
                        </a:lnTo>
                        <a:lnTo>
                          <a:pt x="2993612" y="1602974"/>
                        </a:lnTo>
                        <a:lnTo>
                          <a:pt x="2986807" y="1457008"/>
                        </a:lnTo>
                        <a:lnTo>
                          <a:pt x="2979981" y="1437876"/>
                        </a:lnTo>
                        <a:lnTo>
                          <a:pt x="2973148" y="1283352"/>
                        </a:lnTo>
                        <a:lnTo>
                          <a:pt x="2966294" y="1174230"/>
                        </a:lnTo>
                        <a:lnTo>
                          <a:pt x="2959426" y="1375687"/>
                        </a:lnTo>
                        <a:lnTo>
                          <a:pt x="2952551" y="1360860"/>
                        </a:lnTo>
                        <a:lnTo>
                          <a:pt x="2945655" y="1068008"/>
                        </a:lnTo>
                        <a:lnTo>
                          <a:pt x="2938745" y="1365458"/>
                        </a:lnTo>
                        <a:lnTo>
                          <a:pt x="2931821" y="1296516"/>
                        </a:lnTo>
                        <a:lnTo>
                          <a:pt x="2924883" y="1289362"/>
                        </a:lnTo>
                        <a:lnTo>
                          <a:pt x="2917930" y="1344410"/>
                        </a:lnTo>
                        <a:lnTo>
                          <a:pt x="2910957" y="1407631"/>
                        </a:lnTo>
                        <a:lnTo>
                          <a:pt x="2903977" y="1536544"/>
                        </a:lnTo>
                        <a:lnTo>
                          <a:pt x="2896975" y="1610086"/>
                        </a:lnTo>
                        <a:lnTo>
                          <a:pt x="2889960" y="1870951"/>
                        </a:lnTo>
                        <a:lnTo>
                          <a:pt x="2882930" y="1995147"/>
                        </a:lnTo>
                        <a:lnTo>
                          <a:pt x="2875887" y="1913595"/>
                        </a:lnTo>
                        <a:lnTo>
                          <a:pt x="2868829" y="1805119"/>
                        </a:lnTo>
                        <a:lnTo>
                          <a:pt x="2861750" y="1587212"/>
                        </a:lnTo>
                        <a:lnTo>
                          <a:pt x="2854658" y="1454649"/>
                        </a:lnTo>
                        <a:lnTo>
                          <a:pt x="2847551" y="1305944"/>
                        </a:lnTo>
                        <a:lnTo>
                          <a:pt x="2840423" y="1183048"/>
                        </a:lnTo>
                        <a:lnTo>
                          <a:pt x="2833288" y="950152"/>
                        </a:lnTo>
                        <a:lnTo>
                          <a:pt x="2826132" y="852987"/>
                        </a:lnTo>
                        <a:lnTo>
                          <a:pt x="2818955" y="627751"/>
                        </a:lnTo>
                        <a:lnTo>
                          <a:pt x="2811771" y="610325"/>
                        </a:lnTo>
                        <a:lnTo>
                          <a:pt x="2804566" y="533912"/>
                        </a:lnTo>
                        <a:lnTo>
                          <a:pt x="2790107" y="310316"/>
                        </a:lnTo>
                        <a:lnTo>
                          <a:pt x="2782845" y="312795"/>
                        </a:lnTo>
                        <a:lnTo>
                          <a:pt x="2775577" y="187323"/>
                        </a:lnTo>
                        <a:lnTo>
                          <a:pt x="2768288" y="266487"/>
                        </a:lnTo>
                        <a:lnTo>
                          <a:pt x="2760984" y="328060"/>
                        </a:lnTo>
                        <a:lnTo>
                          <a:pt x="2753660" y="257513"/>
                        </a:lnTo>
                        <a:lnTo>
                          <a:pt x="2746321" y="264322"/>
                        </a:lnTo>
                        <a:lnTo>
                          <a:pt x="2738962" y="234739"/>
                        </a:lnTo>
                        <a:lnTo>
                          <a:pt x="2731588" y="304939"/>
                        </a:lnTo>
                        <a:lnTo>
                          <a:pt x="2724194" y="449732"/>
                        </a:lnTo>
                        <a:lnTo>
                          <a:pt x="2716785" y="658978"/>
                        </a:lnTo>
                        <a:lnTo>
                          <a:pt x="2709355" y="963414"/>
                        </a:lnTo>
                        <a:lnTo>
                          <a:pt x="2694439" y="1734246"/>
                        </a:lnTo>
                        <a:lnTo>
                          <a:pt x="2686960" y="1827522"/>
                        </a:lnTo>
                        <a:lnTo>
                          <a:pt x="2679460" y="1953985"/>
                        </a:lnTo>
                        <a:lnTo>
                          <a:pt x="2671939" y="1820747"/>
                        </a:lnTo>
                        <a:lnTo>
                          <a:pt x="2664404" y="2039896"/>
                        </a:lnTo>
                        <a:lnTo>
                          <a:pt x="2656841" y="1983619"/>
                        </a:lnTo>
                        <a:lnTo>
                          <a:pt x="2649270" y="2042740"/>
                        </a:lnTo>
                        <a:lnTo>
                          <a:pt x="2641672" y="2011884"/>
                        </a:lnTo>
                        <a:lnTo>
                          <a:pt x="2634059" y="1949870"/>
                        </a:lnTo>
                        <a:lnTo>
                          <a:pt x="2626426" y="1945174"/>
                        </a:lnTo>
                        <a:lnTo>
                          <a:pt x="2618779" y="1883174"/>
                        </a:lnTo>
                        <a:lnTo>
                          <a:pt x="2611103" y="1979589"/>
                        </a:lnTo>
                        <a:lnTo>
                          <a:pt x="2603413" y="2000749"/>
                        </a:lnTo>
                        <a:lnTo>
                          <a:pt x="2587971" y="1844743"/>
                        </a:lnTo>
                        <a:lnTo>
                          <a:pt x="2580218" y="1965077"/>
                        </a:lnTo>
                        <a:lnTo>
                          <a:pt x="2572451" y="2001241"/>
                        </a:lnTo>
                        <a:lnTo>
                          <a:pt x="2564656" y="1945075"/>
                        </a:lnTo>
                        <a:lnTo>
                          <a:pt x="2556847" y="2099649"/>
                        </a:lnTo>
                        <a:lnTo>
                          <a:pt x="2549010" y="2112995"/>
                        </a:lnTo>
                        <a:lnTo>
                          <a:pt x="2541159" y="2004652"/>
                        </a:lnTo>
                        <a:lnTo>
                          <a:pt x="2533287" y="2088395"/>
                        </a:lnTo>
                        <a:lnTo>
                          <a:pt x="2525393" y="1979463"/>
                        </a:lnTo>
                        <a:lnTo>
                          <a:pt x="2517479" y="1967043"/>
                        </a:lnTo>
                        <a:lnTo>
                          <a:pt x="2509536" y="1776720"/>
                        </a:lnTo>
                        <a:lnTo>
                          <a:pt x="2501580" y="1766920"/>
                        </a:lnTo>
                        <a:lnTo>
                          <a:pt x="2493595" y="1761479"/>
                        </a:lnTo>
                        <a:lnTo>
                          <a:pt x="2485597" y="1775106"/>
                        </a:lnTo>
                        <a:lnTo>
                          <a:pt x="2477570" y="1816857"/>
                        </a:lnTo>
                        <a:lnTo>
                          <a:pt x="2469522" y="1724557"/>
                        </a:lnTo>
                        <a:lnTo>
                          <a:pt x="2461453" y="1750618"/>
                        </a:lnTo>
                        <a:lnTo>
                          <a:pt x="2453363" y="1805133"/>
                        </a:lnTo>
                        <a:lnTo>
                          <a:pt x="2445252" y="1954223"/>
                        </a:lnTo>
                        <a:lnTo>
                          <a:pt x="2437113" y="1820059"/>
                        </a:lnTo>
                        <a:lnTo>
                          <a:pt x="2428953" y="2044509"/>
                        </a:lnTo>
                        <a:lnTo>
                          <a:pt x="2420765" y="2047296"/>
                        </a:lnTo>
                        <a:lnTo>
                          <a:pt x="2412563" y="2042122"/>
                        </a:lnTo>
                        <a:lnTo>
                          <a:pt x="2404332" y="1984939"/>
                        </a:lnTo>
                        <a:lnTo>
                          <a:pt x="2396081" y="1983892"/>
                        </a:lnTo>
                        <a:lnTo>
                          <a:pt x="2387801" y="2032131"/>
                        </a:lnTo>
                        <a:lnTo>
                          <a:pt x="2379501" y="1886790"/>
                        </a:lnTo>
                        <a:lnTo>
                          <a:pt x="2371172" y="2018041"/>
                        </a:lnTo>
                        <a:lnTo>
                          <a:pt x="2362822" y="1963076"/>
                        </a:lnTo>
                        <a:lnTo>
                          <a:pt x="2354444" y="1979940"/>
                        </a:lnTo>
                        <a:lnTo>
                          <a:pt x="2346045" y="1948593"/>
                        </a:lnTo>
                        <a:lnTo>
                          <a:pt x="2337619" y="1825289"/>
                        </a:lnTo>
                        <a:lnTo>
                          <a:pt x="2329170" y="1941979"/>
                        </a:lnTo>
                        <a:lnTo>
                          <a:pt x="2320694" y="1752921"/>
                        </a:lnTo>
                        <a:lnTo>
                          <a:pt x="2312190" y="1869274"/>
                        </a:lnTo>
                        <a:lnTo>
                          <a:pt x="2303665" y="1999085"/>
                        </a:lnTo>
                        <a:lnTo>
                          <a:pt x="2295111" y="1867750"/>
                        </a:lnTo>
                        <a:lnTo>
                          <a:pt x="2286530" y="1828266"/>
                        </a:lnTo>
                        <a:lnTo>
                          <a:pt x="2277920" y="1888868"/>
                        </a:lnTo>
                        <a:lnTo>
                          <a:pt x="2269289" y="1498549"/>
                        </a:lnTo>
                        <a:lnTo>
                          <a:pt x="2260631" y="1695435"/>
                        </a:lnTo>
                        <a:lnTo>
                          <a:pt x="2251944" y="1825795"/>
                        </a:lnTo>
                        <a:lnTo>
                          <a:pt x="2243229" y="1528674"/>
                        </a:lnTo>
                        <a:lnTo>
                          <a:pt x="2234479" y="1677989"/>
                        </a:lnTo>
                        <a:lnTo>
                          <a:pt x="2225708" y="1268784"/>
                        </a:lnTo>
                        <a:lnTo>
                          <a:pt x="2216916" y="1780118"/>
                        </a:lnTo>
                        <a:lnTo>
                          <a:pt x="2208081" y="1785314"/>
                        </a:lnTo>
                        <a:lnTo>
                          <a:pt x="2199226" y="1662066"/>
                        </a:lnTo>
                        <a:lnTo>
                          <a:pt x="2190342" y="1854018"/>
                        </a:lnTo>
                        <a:lnTo>
                          <a:pt x="2181431" y="1871310"/>
                        </a:lnTo>
                        <a:lnTo>
                          <a:pt x="2172484" y="1899048"/>
                        </a:lnTo>
                        <a:lnTo>
                          <a:pt x="2163510" y="1593355"/>
                        </a:lnTo>
                        <a:lnTo>
                          <a:pt x="2154507" y="1722654"/>
                        </a:lnTo>
                        <a:lnTo>
                          <a:pt x="2145476" y="1734203"/>
                        </a:lnTo>
                        <a:lnTo>
                          <a:pt x="2136410" y="1823843"/>
                        </a:lnTo>
                        <a:lnTo>
                          <a:pt x="2127316" y="1703137"/>
                        </a:lnTo>
                        <a:lnTo>
                          <a:pt x="2118186" y="1729254"/>
                        </a:lnTo>
                        <a:lnTo>
                          <a:pt x="2109029" y="1641032"/>
                        </a:lnTo>
                        <a:lnTo>
                          <a:pt x="2099836" y="1634419"/>
                        </a:lnTo>
                        <a:lnTo>
                          <a:pt x="2090616" y="1637649"/>
                        </a:lnTo>
                        <a:lnTo>
                          <a:pt x="2081360" y="1618377"/>
                        </a:lnTo>
                        <a:lnTo>
                          <a:pt x="2072076" y="1563890"/>
                        </a:lnTo>
                        <a:lnTo>
                          <a:pt x="2062757" y="1621719"/>
                        </a:lnTo>
                        <a:lnTo>
                          <a:pt x="2053403" y="1684757"/>
                        </a:lnTo>
                        <a:lnTo>
                          <a:pt x="2044021" y="1697289"/>
                        </a:lnTo>
                        <a:lnTo>
                          <a:pt x="2034597" y="1574624"/>
                        </a:lnTo>
                        <a:lnTo>
                          <a:pt x="2025145" y="1013514"/>
                        </a:lnTo>
                        <a:lnTo>
                          <a:pt x="2015657" y="1276493"/>
                        </a:lnTo>
                        <a:lnTo>
                          <a:pt x="2006135" y="1672302"/>
                        </a:lnTo>
                        <a:lnTo>
                          <a:pt x="1996577" y="1535463"/>
                        </a:lnTo>
                        <a:lnTo>
                          <a:pt x="1986985" y="1425358"/>
                        </a:lnTo>
                        <a:lnTo>
                          <a:pt x="1977357" y="1620216"/>
                        </a:lnTo>
                        <a:lnTo>
                          <a:pt x="1967687" y="1439175"/>
                        </a:lnTo>
                        <a:lnTo>
                          <a:pt x="1957982" y="1504474"/>
                        </a:lnTo>
                        <a:lnTo>
                          <a:pt x="1948248" y="1687256"/>
                        </a:lnTo>
                        <a:lnTo>
                          <a:pt x="1938466" y="1713394"/>
                        </a:lnTo>
                        <a:lnTo>
                          <a:pt x="1928656" y="1693048"/>
                        </a:lnTo>
                        <a:lnTo>
                          <a:pt x="1918803" y="1716750"/>
                        </a:lnTo>
                        <a:lnTo>
                          <a:pt x="1908908" y="1862850"/>
                        </a:lnTo>
                        <a:lnTo>
                          <a:pt x="1889014" y="1980158"/>
                        </a:lnTo>
                        <a:lnTo>
                          <a:pt x="1879000" y="1831011"/>
                        </a:lnTo>
                        <a:lnTo>
                          <a:pt x="1868950" y="1955185"/>
                        </a:lnTo>
                        <a:lnTo>
                          <a:pt x="1858866" y="1990267"/>
                        </a:lnTo>
                        <a:lnTo>
                          <a:pt x="1848733" y="1954960"/>
                        </a:lnTo>
                        <a:lnTo>
                          <a:pt x="1838564" y="2070246"/>
                        </a:lnTo>
                        <a:lnTo>
                          <a:pt x="1828346" y="1991882"/>
                        </a:lnTo>
                        <a:lnTo>
                          <a:pt x="1818093" y="2036379"/>
                        </a:lnTo>
                        <a:lnTo>
                          <a:pt x="1807791" y="1973053"/>
                        </a:lnTo>
                        <a:lnTo>
                          <a:pt x="1797454" y="1936868"/>
                        </a:lnTo>
                        <a:lnTo>
                          <a:pt x="1787068" y="1980993"/>
                        </a:lnTo>
                        <a:lnTo>
                          <a:pt x="1776640" y="1948698"/>
                        </a:lnTo>
                        <a:lnTo>
                          <a:pt x="1766162" y="1803785"/>
                        </a:lnTo>
                        <a:lnTo>
                          <a:pt x="1755642" y="1871969"/>
                        </a:lnTo>
                        <a:lnTo>
                          <a:pt x="1745080" y="1975671"/>
                        </a:lnTo>
                        <a:lnTo>
                          <a:pt x="1734469" y="2070457"/>
                        </a:lnTo>
                        <a:lnTo>
                          <a:pt x="1723809" y="1922946"/>
                        </a:lnTo>
                        <a:lnTo>
                          <a:pt x="1713107" y="1938511"/>
                        </a:lnTo>
                        <a:lnTo>
                          <a:pt x="1691555" y="1682770"/>
                        </a:lnTo>
                        <a:lnTo>
                          <a:pt x="1680705" y="1711773"/>
                        </a:lnTo>
                        <a:lnTo>
                          <a:pt x="1669806" y="1668546"/>
                        </a:lnTo>
                        <a:lnTo>
                          <a:pt x="1658851" y="1714237"/>
                        </a:lnTo>
                        <a:lnTo>
                          <a:pt x="1647854" y="1590091"/>
                        </a:lnTo>
                        <a:lnTo>
                          <a:pt x="1636807" y="1286820"/>
                        </a:lnTo>
                        <a:lnTo>
                          <a:pt x="1625705" y="1106643"/>
                        </a:lnTo>
                        <a:lnTo>
                          <a:pt x="1614546" y="853991"/>
                        </a:lnTo>
                        <a:lnTo>
                          <a:pt x="1603345" y="851295"/>
                        </a:lnTo>
                        <a:lnTo>
                          <a:pt x="1592081" y="876562"/>
                        </a:lnTo>
                        <a:lnTo>
                          <a:pt x="1580768" y="1342501"/>
                        </a:lnTo>
                        <a:lnTo>
                          <a:pt x="1569398" y="1320259"/>
                        </a:lnTo>
                        <a:lnTo>
                          <a:pt x="1557973" y="920813"/>
                        </a:lnTo>
                        <a:lnTo>
                          <a:pt x="1546498" y="783180"/>
                        </a:lnTo>
                        <a:lnTo>
                          <a:pt x="1534960" y="793206"/>
                        </a:lnTo>
                        <a:lnTo>
                          <a:pt x="1523366" y="1301725"/>
                        </a:lnTo>
                        <a:lnTo>
                          <a:pt x="1511715" y="1726200"/>
                        </a:lnTo>
                        <a:lnTo>
                          <a:pt x="1500002" y="1663850"/>
                        </a:lnTo>
                        <a:lnTo>
                          <a:pt x="1488232" y="1540209"/>
                        </a:lnTo>
                        <a:lnTo>
                          <a:pt x="1476399" y="1460918"/>
                        </a:lnTo>
                        <a:lnTo>
                          <a:pt x="1464510" y="1480281"/>
                        </a:lnTo>
                        <a:lnTo>
                          <a:pt x="1452558" y="1644971"/>
                        </a:lnTo>
                        <a:lnTo>
                          <a:pt x="1440542" y="1716378"/>
                        </a:lnTo>
                        <a:lnTo>
                          <a:pt x="1428471" y="1823534"/>
                        </a:lnTo>
                        <a:lnTo>
                          <a:pt x="1416329" y="1911910"/>
                        </a:lnTo>
                        <a:lnTo>
                          <a:pt x="1404124" y="1939578"/>
                        </a:lnTo>
                        <a:lnTo>
                          <a:pt x="1391855" y="1921451"/>
                        </a:lnTo>
                        <a:lnTo>
                          <a:pt x="1379517" y="1919583"/>
                        </a:lnTo>
                        <a:lnTo>
                          <a:pt x="1367115" y="2042206"/>
                        </a:lnTo>
                        <a:lnTo>
                          <a:pt x="1354650" y="1998741"/>
                        </a:lnTo>
                        <a:lnTo>
                          <a:pt x="1342108" y="1941888"/>
                        </a:lnTo>
                        <a:lnTo>
                          <a:pt x="1329502" y="1923733"/>
                        </a:lnTo>
                        <a:lnTo>
                          <a:pt x="1316834" y="1784605"/>
                        </a:lnTo>
                        <a:lnTo>
                          <a:pt x="1304088" y="1770718"/>
                        </a:lnTo>
                        <a:lnTo>
                          <a:pt x="1291272" y="1693336"/>
                        </a:lnTo>
                        <a:lnTo>
                          <a:pt x="1278379" y="1625840"/>
                        </a:lnTo>
                        <a:lnTo>
                          <a:pt x="1265422" y="1737622"/>
                        </a:lnTo>
                        <a:lnTo>
                          <a:pt x="1252388" y="1753370"/>
                        </a:lnTo>
                        <a:lnTo>
                          <a:pt x="1239284" y="1649661"/>
                        </a:lnTo>
                        <a:lnTo>
                          <a:pt x="1226103" y="1771553"/>
                        </a:lnTo>
                        <a:lnTo>
                          <a:pt x="1212845" y="1737566"/>
                        </a:lnTo>
                        <a:lnTo>
                          <a:pt x="1199516" y="1782512"/>
                        </a:lnTo>
                        <a:lnTo>
                          <a:pt x="1186103" y="1899231"/>
                        </a:lnTo>
                        <a:lnTo>
                          <a:pt x="1172620" y="1991039"/>
                        </a:lnTo>
                        <a:lnTo>
                          <a:pt x="1159059" y="1950243"/>
                        </a:lnTo>
                        <a:lnTo>
                          <a:pt x="1145421" y="2023587"/>
                        </a:lnTo>
                        <a:lnTo>
                          <a:pt x="1131700" y="2008507"/>
                        </a:lnTo>
                        <a:lnTo>
                          <a:pt x="1117900" y="2073012"/>
                        </a:lnTo>
                        <a:lnTo>
                          <a:pt x="1104024" y="2096440"/>
                        </a:lnTo>
                        <a:lnTo>
                          <a:pt x="1090070" y="2076642"/>
                        </a:lnTo>
                        <a:lnTo>
                          <a:pt x="1076032" y="1887857"/>
                        </a:lnTo>
                        <a:lnTo>
                          <a:pt x="1061917" y="1568271"/>
                        </a:lnTo>
                        <a:lnTo>
                          <a:pt x="1047724" y="1627090"/>
                        </a:lnTo>
                        <a:lnTo>
                          <a:pt x="1033448" y="1899855"/>
                        </a:lnTo>
                        <a:lnTo>
                          <a:pt x="1019094" y="1285198"/>
                        </a:lnTo>
                        <a:lnTo>
                          <a:pt x="1004655" y="1686056"/>
                        </a:lnTo>
                        <a:lnTo>
                          <a:pt x="990140" y="1833433"/>
                        </a:lnTo>
                        <a:lnTo>
                          <a:pt x="975547" y="1420416"/>
                        </a:lnTo>
                        <a:lnTo>
                          <a:pt x="960877" y="1898641"/>
                        </a:lnTo>
                        <a:lnTo>
                          <a:pt x="946123" y="1904714"/>
                        </a:lnTo>
                        <a:lnTo>
                          <a:pt x="931298" y="1825949"/>
                        </a:lnTo>
                        <a:lnTo>
                          <a:pt x="916396" y="1807106"/>
                        </a:lnTo>
                        <a:lnTo>
                          <a:pt x="901417" y="1807766"/>
                        </a:lnTo>
                        <a:lnTo>
                          <a:pt x="886375" y="1816127"/>
                        </a:lnTo>
                        <a:lnTo>
                          <a:pt x="871249" y="1915469"/>
                        </a:lnTo>
                        <a:lnTo>
                          <a:pt x="856066" y="1974513"/>
                        </a:lnTo>
                        <a:lnTo>
                          <a:pt x="840806" y="1948972"/>
                        </a:lnTo>
                        <a:lnTo>
                          <a:pt x="825490" y="2003045"/>
                        </a:lnTo>
                        <a:lnTo>
                          <a:pt x="810111" y="2032496"/>
                        </a:lnTo>
                        <a:lnTo>
                          <a:pt x="794675" y="1931666"/>
                        </a:lnTo>
                        <a:lnTo>
                          <a:pt x="779184" y="1905865"/>
                        </a:lnTo>
                        <a:lnTo>
                          <a:pt x="763643" y="2019248"/>
                        </a:lnTo>
                        <a:lnTo>
                          <a:pt x="748060" y="2008717"/>
                        </a:lnTo>
                        <a:lnTo>
                          <a:pt x="732435" y="1947694"/>
                        </a:lnTo>
                        <a:lnTo>
                          <a:pt x="716782" y="2056226"/>
                        </a:lnTo>
                        <a:lnTo>
                          <a:pt x="701093" y="1881440"/>
                        </a:lnTo>
                        <a:lnTo>
                          <a:pt x="685384" y="1959124"/>
                        </a:lnTo>
                        <a:lnTo>
                          <a:pt x="669661" y="2017044"/>
                        </a:lnTo>
                        <a:lnTo>
                          <a:pt x="653930" y="2032384"/>
                        </a:lnTo>
                        <a:lnTo>
                          <a:pt x="638200" y="2085060"/>
                        </a:lnTo>
                        <a:lnTo>
                          <a:pt x="622476" y="2075069"/>
                        </a:lnTo>
                        <a:lnTo>
                          <a:pt x="606774" y="2053383"/>
                        </a:lnTo>
                        <a:lnTo>
                          <a:pt x="591100" y="2020961"/>
                        </a:lnTo>
                        <a:lnTo>
                          <a:pt x="575468" y="1744685"/>
                        </a:lnTo>
                        <a:lnTo>
                          <a:pt x="559878" y="1923543"/>
                        </a:lnTo>
                        <a:lnTo>
                          <a:pt x="544351" y="1778616"/>
                        </a:lnTo>
                        <a:lnTo>
                          <a:pt x="528902" y="1788424"/>
                        </a:lnTo>
                        <a:lnTo>
                          <a:pt x="513529" y="1766786"/>
                        </a:lnTo>
                        <a:lnTo>
                          <a:pt x="498255" y="1990288"/>
                        </a:lnTo>
                        <a:lnTo>
                          <a:pt x="483087" y="2020877"/>
                        </a:lnTo>
                        <a:lnTo>
                          <a:pt x="468037" y="2074192"/>
                        </a:lnTo>
                        <a:lnTo>
                          <a:pt x="453129" y="2076326"/>
                        </a:lnTo>
                        <a:lnTo>
                          <a:pt x="438360" y="2080869"/>
                        </a:lnTo>
                        <a:lnTo>
                          <a:pt x="423754" y="2078229"/>
                        </a:lnTo>
                        <a:lnTo>
                          <a:pt x="409315" y="2025757"/>
                        </a:lnTo>
                        <a:lnTo>
                          <a:pt x="395053" y="1995168"/>
                        </a:lnTo>
                        <a:lnTo>
                          <a:pt x="380986" y="2026487"/>
                        </a:lnTo>
                        <a:lnTo>
                          <a:pt x="367123" y="1949400"/>
                        </a:lnTo>
                        <a:lnTo>
                          <a:pt x="353470" y="1977721"/>
                        </a:lnTo>
                        <a:lnTo>
                          <a:pt x="340040" y="1966769"/>
                        </a:lnTo>
                        <a:lnTo>
                          <a:pt x="326842" y="1980909"/>
                        </a:lnTo>
                        <a:lnTo>
                          <a:pt x="313880" y="2027666"/>
                        </a:lnTo>
                        <a:lnTo>
                          <a:pt x="301162" y="2036028"/>
                        </a:lnTo>
                        <a:lnTo>
                          <a:pt x="288692" y="2032812"/>
                        </a:lnTo>
                        <a:lnTo>
                          <a:pt x="276475" y="2022689"/>
                        </a:lnTo>
                        <a:lnTo>
                          <a:pt x="264520" y="2019859"/>
                        </a:lnTo>
                        <a:lnTo>
                          <a:pt x="252824" y="2011821"/>
                        </a:lnTo>
                        <a:lnTo>
                          <a:pt x="219305" y="1993483"/>
                        </a:lnTo>
                        <a:lnTo>
                          <a:pt x="208654" y="1968103"/>
                        </a:lnTo>
                        <a:lnTo>
                          <a:pt x="198268" y="1950867"/>
                        </a:lnTo>
                        <a:lnTo>
                          <a:pt x="188137" y="1920005"/>
                        </a:lnTo>
                        <a:lnTo>
                          <a:pt x="178258" y="1941151"/>
                        </a:lnTo>
                        <a:lnTo>
                          <a:pt x="168638" y="1941937"/>
                        </a:lnTo>
                        <a:lnTo>
                          <a:pt x="159264" y="1923185"/>
                        </a:lnTo>
                        <a:lnTo>
                          <a:pt x="150131" y="1928422"/>
                        </a:lnTo>
                        <a:lnTo>
                          <a:pt x="141237" y="1936622"/>
                        </a:lnTo>
                        <a:lnTo>
                          <a:pt x="132577" y="1927404"/>
                        </a:lnTo>
                        <a:lnTo>
                          <a:pt x="124147" y="1920236"/>
                        </a:lnTo>
                        <a:lnTo>
                          <a:pt x="115939" y="1911699"/>
                        </a:lnTo>
                        <a:lnTo>
                          <a:pt x="107950" y="1902186"/>
                        </a:lnTo>
                        <a:lnTo>
                          <a:pt x="92596" y="1880142"/>
                        </a:lnTo>
                        <a:lnTo>
                          <a:pt x="85226" y="1877642"/>
                        </a:lnTo>
                        <a:lnTo>
                          <a:pt x="71064" y="1859002"/>
                        </a:lnTo>
                        <a:lnTo>
                          <a:pt x="64260" y="1852038"/>
                        </a:lnTo>
                        <a:lnTo>
                          <a:pt x="44896" y="1826160"/>
                        </a:lnTo>
                        <a:lnTo>
                          <a:pt x="32800" y="1808587"/>
                        </a:lnTo>
                        <a:lnTo>
                          <a:pt x="26987" y="1797143"/>
                        </a:lnTo>
                        <a:lnTo>
                          <a:pt x="21311" y="1781017"/>
                        </a:lnTo>
                        <a:lnTo>
                          <a:pt x="15783" y="1775176"/>
                        </a:lnTo>
                        <a:lnTo>
                          <a:pt x="10395" y="1774277"/>
                        </a:lnTo>
                        <a:lnTo>
                          <a:pt x="0" y="1756592"/>
                        </a:lnTo>
                        <a:lnTo>
                          <a:pt x="0" y="1756592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s-ES" dirty="0"/>
          </a:p>
        </p:txBody>
      </p:sp>
      <p:sp>
        <p:nvSpPr>
          <p:cNvPr id="475" name="CuadroTexto 474">
            <a:extLst>
              <a:ext uri="{FF2B5EF4-FFF2-40B4-BE49-F238E27FC236}">
                <a16:creationId xmlns:a16="http://schemas.microsoft.com/office/drawing/2014/main" id="{B6841FA0-156C-ADE3-C68A-B38D170A92DD}"/>
              </a:ext>
            </a:extLst>
          </p:cNvPr>
          <p:cNvSpPr txBox="1"/>
          <p:nvPr/>
        </p:nvSpPr>
        <p:spPr>
          <a:xfrm>
            <a:off x="1755250" y="12274319"/>
            <a:ext cx="171297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800" b="1" dirty="0">
                <a:latin typeface="FrankRuehl" panose="020E0503060101010101" pitchFamily="34" charset="-79"/>
                <a:cs typeface="FrankRuehl" panose="020E0503060101010101" pitchFamily="34" charset="-79"/>
              </a:rPr>
              <a:t>-</a:t>
            </a:r>
          </a:p>
        </p:txBody>
      </p:sp>
      <p:sp>
        <p:nvSpPr>
          <p:cNvPr id="476" name="CuadroTexto 475">
            <a:extLst>
              <a:ext uri="{FF2B5EF4-FFF2-40B4-BE49-F238E27FC236}">
                <a16:creationId xmlns:a16="http://schemas.microsoft.com/office/drawing/2014/main" id="{AED69BF3-DD57-EA3B-CB5B-6EFCBE00CE33}"/>
              </a:ext>
            </a:extLst>
          </p:cNvPr>
          <p:cNvSpPr txBox="1"/>
          <p:nvPr/>
        </p:nvSpPr>
        <p:spPr>
          <a:xfrm>
            <a:off x="4366210" y="12233652"/>
            <a:ext cx="171297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800" b="1" dirty="0">
                <a:latin typeface="FrankRuehl" panose="020E0503060101010101" pitchFamily="34" charset="-79"/>
                <a:cs typeface="FrankRuehl" panose="020E0503060101010101" pitchFamily="34" charset="-79"/>
              </a:rPr>
              <a:t>-</a:t>
            </a:r>
          </a:p>
        </p:txBody>
      </p:sp>
      <p:sp>
        <p:nvSpPr>
          <p:cNvPr id="479" name="CuadroTexto 478">
            <a:extLst>
              <a:ext uri="{FF2B5EF4-FFF2-40B4-BE49-F238E27FC236}">
                <a16:creationId xmlns:a16="http://schemas.microsoft.com/office/drawing/2014/main" id="{8EF8E78A-9874-BA4D-24D5-6A234CE979D2}"/>
              </a:ext>
            </a:extLst>
          </p:cNvPr>
          <p:cNvSpPr txBox="1"/>
          <p:nvPr/>
        </p:nvSpPr>
        <p:spPr>
          <a:xfrm>
            <a:off x="2949600" y="13568526"/>
            <a:ext cx="3265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FrankRuehl" panose="020E0503060101010101" pitchFamily="34" charset="-79"/>
                <a:cs typeface="FrankRuehl" panose="020E0503060101010101" pitchFamily="34" charset="-79"/>
              </a:rPr>
              <a:t>Decontaminated</a:t>
            </a:r>
            <a:r>
              <a:rPr lang="es-ES" sz="2400" b="1" dirty="0">
                <a:latin typeface="FrankRuehl" panose="020E0503060101010101" pitchFamily="34" charset="-79"/>
                <a:cs typeface="FrankRuehl" panose="020E0503060101010101" pitchFamily="34" charset="-79"/>
              </a:rPr>
              <a:t> </a:t>
            </a:r>
            <a:r>
              <a:rPr lang="es-ES" sz="2400" b="1" dirty="0" err="1">
                <a:latin typeface="FrankRuehl" panose="020E0503060101010101" pitchFamily="34" charset="-79"/>
                <a:cs typeface="FrankRuehl" panose="020E0503060101010101" pitchFamily="34" charset="-79"/>
              </a:rPr>
              <a:t>Spectrum</a:t>
            </a:r>
            <a:endParaRPr lang="es-ES" sz="2400" b="1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63598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22F8A-5718-C2DE-0F50-D60274D9D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1" name="Conector recto 240">
            <a:extLst>
              <a:ext uri="{FF2B5EF4-FFF2-40B4-BE49-F238E27FC236}">
                <a16:creationId xmlns:a16="http://schemas.microsoft.com/office/drawing/2014/main" id="{3ABE189A-E0D5-B944-7FC1-CA924A900E5A}"/>
              </a:ext>
            </a:extLst>
          </p:cNvPr>
          <p:cNvCxnSpPr>
            <a:cxnSpLocks/>
            <a:stCxn id="26" idx="4"/>
            <a:endCxn id="47" idx="0"/>
          </p:cNvCxnSpPr>
          <p:nvPr/>
        </p:nvCxnSpPr>
        <p:spPr>
          <a:xfrm flipH="1">
            <a:off x="1723884" y="6638183"/>
            <a:ext cx="5284653" cy="2985743"/>
          </a:xfrm>
          <a:prstGeom prst="line">
            <a:avLst/>
          </a:prstGeom>
          <a:ln>
            <a:solidFill>
              <a:srgbClr val="AFC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ector recto 242">
            <a:extLst>
              <a:ext uri="{FF2B5EF4-FFF2-40B4-BE49-F238E27FC236}">
                <a16:creationId xmlns:a16="http://schemas.microsoft.com/office/drawing/2014/main" id="{82925D01-0646-1DFB-5918-BD71B5022824}"/>
              </a:ext>
            </a:extLst>
          </p:cNvPr>
          <p:cNvCxnSpPr>
            <a:cxnSpLocks/>
            <a:stCxn id="26" idx="4"/>
            <a:endCxn id="48" idx="0"/>
          </p:cNvCxnSpPr>
          <p:nvPr/>
        </p:nvCxnSpPr>
        <p:spPr>
          <a:xfrm flipH="1">
            <a:off x="2752800" y="6638183"/>
            <a:ext cx="4255737" cy="2985743"/>
          </a:xfrm>
          <a:prstGeom prst="line">
            <a:avLst/>
          </a:prstGeom>
          <a:ln>
            <a:solidFill>
              <a:srgbClr val="AFC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ector recto 245">
            <a:extLst>
              <a:ext uri="{FF2B5EF4-FFF2-40B4-BE49-F238E27FC236}">
                <a16:creationId xmlns:a16="http://schemas.microsoft.com/office/drawing/2014/main" id="{D06C7D5C-89B9-45F5-DF9F-52866CC56E55}"/>
              </a:ext>
            </a:extLst>
          </p:cNvPr>
          <p:cNvCxnSpPr>
            <a:cxnSpLocks/>
            <a:stCxn id="26" idx="4"/>
            <a:endCxn id="50" idx="0"/>
          </p:cNvCxnSpPr>
          <p:nvPr/>
        </p:nvCxnSpPr>
        <p:spPr>
          <a:xfrm flipH="1">
            <a:off x="3781716" y="6638183"/>
            <a:ext cx="3226821" cy="2985743"/>
          </a:xfrm>
          <a:prstGeom prst="line">
            <a:avLst/>
          </a:prstGeom>
          <a:ln>
            <a:solidFill>
              <a:srgbClr val="AFC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ector recto 247">
            <a:extLst>
              <a:ext uri="{FF2B5EF4-FFF2-40B4-BE49-F238E27FC236}">
                <a16:creationId xmlns:a16="http://schemas.microsoft.com/office/drawing/2014/main" id="{A609E5CD-E5B8-CEBB-142B-9F819A364CC5}"/>
              </a:ext>
            </a:extLst>
          </p:cNvPr>
          <p:cNvCxnSpPr>
            <a:cxnSpLocks/>
            <a:stCxn id="26" idx="4"/>
            <a:endCxn id="49" idx="0"/>
          </p:cNvCxnSpPr>
          <p:nvPr/>
        </p:nvCxnSpPr>
        <p:spPr>
          <a:xfrm flipH="1">
            <a:off x="4810632" y="6638183"/>
            <a:ext cx="2197905" cy="2985743"/>
          </a:xfrm>
          <a:prstGeom prst="line">
            <a:avLst/>
          </a:prstGeom>
          <a:ln>
            <a:solidFill>
              <a:srgbClr val="AFC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ector recto 251">
            <a:extLst>
              <a:ext uri="{FF2B5EF4-FFF2-40B4-BE49-F238E27FC236}">
                <a16:creationId xmlns:a16="http://schemas.microsoft.com/office/drawing/2014/main" id="{6C9E4741-2F1C-BDF8-F7C6-77A9FC1AFC9E}"/>
              </a:ext>
            </a:extLst>
          </p:cNvPr>
          <p:cNvCxnSpPr>
            <a:cxnSpLocks/>
            <a:stCxn id="26" idx="4"/>
            <a:endCxn id="51" idx="0"/>
          </p:cNvCxnSpPr>
          <p:nvPr/>
        </p:nvCxnSpPr>
        <p:spPr>
          <a:xfrm flipH="1">
            <a:off x="5839548" y="6638183"/>
            <a:ext cx="1168989" cy="2985743"/>
          </a:xfrm>
          <a:prstGeom prst="line">
            <a:avLst/>
          </a:prstGeom>
          <a:ln>
            <a:solidFill>
              <a:srgbClr val="AFC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ector recto 253">
            <a:extLst>
              <a:ext uri="{FF2B5EF4-FFF2-40B4-BE49-F238E27FC236}">
                <a16:creationId xmlns:a16="http://schemas.microsoft.com/office/drawing/2014/main" id="{9A3CD2B4-C56B-A6C6-C4B7-B77FCD0CCEA8}"/>
              </a:ext>
            </a:extLst>
          </p:cNvPr>
          <p:cNvCxnSpPr>
            <a:cxnSpLocks/>
            <a:stCxn id="26" idx="4"/>
            <a:endCxn id="52" idx="0"/>
          </p:cNvCxnSpPr>
          <p:nvPr/>
        </p:nvCxnSpPr>
        <p:spPr>
          <a:xfrm flipH="1">
            <a:off x="6868464" y="6638183"/>
            <a:ext cx="140073" cy="2985743"/>
          </a:xfrm>
          <a:prstGeom prst="line">
            <a:avLst/>
          </a:prstGeom>
          <a:ln>
            <a:solidFill>
              <a:srgbClr val="AFC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ector recto 255">
            <a:extLst>
              <a:ext uri="{FF2B5EF4-FFF2-40B4-BE49-F238E27FC236}">
                <a16:creationId xmlns:a16="http://schemas.microsoft.com/office/drawing/2014/main" id="{BDC59CA9-342C-CB9A-B965-A2D768CDC7EF}"/>
              </a:ext>
            </a:extLst>
          </p:cNvPr>
          <p:cNvCxnSpPr>
            <a:cxnSpLocks/>
            <a:stCxn id="26" idx="4"/>
            <a:endCxn id="53" idx="0"/>
          </p:cNvCxnSpPr>
          <p:nvPr/>
        </p:nvCxnSpPr>
        <p:spPr>
          <a:xfrm>
            <a:off x="7008537" y="6638183"/>
            <a:ext cx="888843" cy="2985743"/>
          </a:xfrm>
          <a:prstGeom prst="line">
            <a:avLst/>
          </a:prstGeom>
          <a:ln>
            <a:solidFill>
              <a:srgbClr val="AFC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2" name="Grupo 351">
            <a:extLst>
              <a:ext uri="{FF2B5EF4-FFF2-40B4-BE49-F238E27FC236}">
                <a16:creationId xmlns:a16="http://schemas.microsoft.com/office/drawing/2014/main" id="{5BECC344-C7DC-9E3D-3DCC-76A2FC3E76F0}"/>
              </a:ext>
            </a:extLst>
          </p:cNvPr>
          <p:cNvGrpSpPr/>
          <p:nvPr/>
        </p:nvGrpSpPr>
        <p:grpSpPr>
          <a:xfrm>
            <a:off x="1463534" y="9623926"/>
            <a:ext cx="6694196" cy="520700"/>
            <a:chOff x="1713285" y="9531731"/>
            <a:chExt cx="6694196" cy="520700"/>
          </a:xfrm>
          <a:solidFill>
            <a:srgbClr val="E76F51"/>
          </a:solidFill>
        </p:grpSpPr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3B93B95E-4C97-FE9B-9D51-7DC4DE00F088}"/>
                </a:ext>
              </a:extLst>
            </p:cNvPr>
            <p:cNvSpPr/>
            <p:nvPr/>
          </p:nvSpPr>
          <p:spPr>
            <a:xfrm>
              <a:off x="1713285" y="9531731"/>
              <a:ext cx="520700" cy="520700"/>
            </a:xfrm>
            <a:prstGeom prst="ellipse">
              <a:avLst/>
            </a:prstGeom>
            <a:grpFill/>
            <a:ln>
              <a:solidFill>
                <a:srgbClr val="E76F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36D65EBE-EEDB-051B-4B1D-E131C4E62E3B}"/>
                </a:ext>
              </a:extLst>
            </p:cNvPr>
            <p:cNvSpPr/>
            <p:nvPr/>
          </p:nvSpPr>
          <p:spPr>
            <a:xfrm>
              <a:off x="2742201" y="9531731"/>
              <a:ext cx="520700" cy="520700"/>
            </a:xfrm>
            <a:prstGeom prst="ellipse">
              <a:avLst/>
            </a:prstGeom>
            <a:grpFill/>
            <a:ln>
              <a:solidFill>
                <a:srgbClr val="E76F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C16D1226-5E19-6AB3-D138-63F6B5DF17C4}"/>
                </a:ext>
              </a:extLst>
            </p:cNvPr>
            <p:cNvSpPr/>
            <p:nvPr/>
          </p:nvSpPr>
          <p:spPr>
            <a:xfrm>
              <a:off x="4800033" y="9531731"/>
              <a:ext cx="520700" cy="520700"/>
            </a:xfrm>
            <a:prstGeom prst="ellipse">
              <a:avLst/>
            </a:prstGeom>
            <a:grpFill/>
            <a:ln>
              <a:solidFill>
                <a:srgbClr val="E76F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A123FD8D-07CC-02B3-04BC-AECD83138D19}"/>
                </a:ext>
              </a:extLst>
            </p:cNvPr>
            <p:cNvSpPr/>
            <p:nvPr/>
          </p:nvSpPr>
          <p:spPr>
            <a:xfrm>
              <a:off x="3771117" y="9531731"/>
              <a:ext cx="520700" cy="520700"/>
            </a:xfrm>
            <a:prstGeom prst="ellipse">
              <a:avLst/>
            </a:prstGeom>
            <a:grpFill/>
            <a:ln>
              <a:solidFill>
                <a:srgbClr val="E76F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1" name="Elipse 50">
              <a:extLst>
                <a:ext uri="{FF2B5EF4-FFF2-40B4-BE49-F238E27FC236}">
                  <a16:creationId xmlns:a16="http://schemas.microsoft.com/office/drawing/2014/main" id="{87877892-A850-DA6F-7862-FE1AAB0BCD6E}"/>
                </a:ext>
              </a:extLst>
            </p:cNvPr>
            <p:cNvSpPr/>
            <p:nvPr/>
          </p:nvSpPr>
          <p:spPr>
            <a:xfrm>
              <a:off x="5828949" y="9531731"/>
              <a:ext cx="520700" cy="520700"/>
            </a:xfrm>
            <a:prstGeom prst="ellipse">
              <a:avLst/>
            </a:prstGeom>
            <a:grpFill/>
            <a:ln>
              <a:solidFill>
                <a:srgbClr val="E76F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2" name="Elipse 51">
              <a:extLst>
                <a:ext uri="{FF2B5EF4-FFF2-40B4-BE49-F238E27FC236}">
                  <a16:creationId xmlns:a16="http://schemas.microsoft.com/office/drawing/2014/main" id="{4B567861-2038-AEB4-B9A1-6F45563F1F44}"/>
                </a:ext>
              </a:extLst>
            </p:cNvPr>
            <p:cNvSpPr/>
            <p:nvPr/>
          </p:nvSpPr>
          <p:spPr>
            <a:xfrm>
              <a:off x="6857865" y="9531731"/>
              <a:ext cx="520700" cy="520700"/>
            </a:xfrm>
            <a:prstGeom prst="ellipse">
              <a:avLst/>
            </a:prstGeom>
            <a:grpFill/>
            <a:ln>
              <a:solidFill>
                <a:srgbClr val="E76F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03C583C7-1EB2-8A6C-C0EA-A1C8CBD609DB}"/>
                </a:ext>
              </a:extLst>
            </p:cNvPr>
            <p:cNvSpPr/>
            <p:nvPr/>
          </p:nvSpPr>
          <p:spPr>
            <a:xfrm>
              <a:off x="7886781" y="9531731"/>
              <a:ext cx="520700" cy="520700"/>
            </a:xfrm>
            <a:prstGeom prst="ellipse">
              <a:avLst/>
            </a:prstGeom>
            <a:grpFill/>
            <a:ln>
              <a:solidFill>
                <a:srgbClr val="E76F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cxnSp>
        <p:nvCxnSpPr>
          <p:cNvPr id="191" name="Conector recto 190">
            <a:extLst>
              <a:ext uri="{FF2B5EF4-FFF2-40B4-BE49-F238E27FC236}">
                <a16:creationId xmlns:a16="http://schemas.microsoft.com/office/drawing/2014/main" id="{3578F0A5-3737-14BB-63D5-1FFE823546B4}"/>
              </a:ext>
            </a:extLst>
          </p:cNvPr>
          <p:cNvCxnSpPr>
            <a:cxnSpLocks/>
            <a:stCxn id="179" idx="120"/>
            <a:endCxn id="47" idx="0"/>
          </p:cNvCxnSpPr>
          <p:nvPr/>
        </p:nvCxnSpPr>
        <p:spPr>
          <a:xfrm flipH="1">
            <a:off x="1723884" y="7352685"/>
            <a:ext cx="941112" cy="2271241"/>
          </a:xfrm>
          <a:prstGeom prst="line">
            <a:avLst/>
          </a:prstGeom>
          <a:ln>
            <a:solidFill>
              <a:srgbClr val="F8C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ector recto 193">
            <a:extLst>
              <a:ext uri="{FF2B5EF4-FFF2-40B4-BE49-F238E27FC236}">
                <a16:creationId xmlns:a16="http://schemas.microsoft.com/office/drawing/2014/main" id="{E0FFBDD3-264C-E77A-3CA6-71A553D092C2}"/>
              </a:ext>
            </a:extLst>
          </p:cNvPr>
          <p:cNvCxnSpPr>
            <a:cxnSpLocks/>
            <a:stCxn id="179" idx="120"/>
            <a:endCxn id="48" idx="7"/>
          </p:cNvCxnSpPr>
          <p:nvPr/>
        </p:nvCxnSpPr>
        <p:spPr>
          <a:xfrm>
            <a:off x="2664996" y="7352685"/>
            <a:ext cx="271899" cy="2347496"/>
          </a:xfrm>
          <a:prstGeom prst="line">
            <a:avLst/>
          </a:prstGeom>
          <a:ln>
            <a:solidFill>
              <a:srgbClr val="F8C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ector recto 197">
            <a:extLst>
              <a:ext uri="{FF2B5EF4-FFF2-40B4-BE49-F238E27FC236}">
                <a16:creationId xmlns:a16="http://schemas.microsoft.com/office/drawing/2014/main" id="{D16990EA-7F45-2302-9D41-9F87EB9ABD91}"/>
              </a:ext>
            </a:extLst>
          </p:cNvPr>
          <p:cNvCxnSpPr>
            <a:cxnSpLocks/>
            <a:stCxn id="179" idx="120"/>
            <a:endCxn id="50" idx="0"/>
          </p:cNvCxnSpPr>
          <p:nvPr/>
        </p:nvCxnSpPr>
        <p:spPr>
          <a:xfrm>
            <a:off x="2664996" y="7352685"/>
            <a:ext cx="1116720" cy="2271241"/>
          </a:xfrm>
          <a:prstGeom prst="line">
            <a:avLst/>
          </a:prstGeom>
          <a:ln>
            <a:solidFill>
              <a:srgbClr val="F8C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ector recto 199">
            <a:extLst>
              <a:ext uri="{FF2B5EF4-FFF2-40B4-BE49-F238E27FC236}">
                <a16:creationId xmlns:a16="http://schemas.microsoft.com/office/drawing/2014/main" id="{F55CF595-014F-D22F-670B-F59013AD6D47}"/>
              </a:ext>
            </a:extLst>
          </p:cNvPr>
          <p:cNvCxnSpPr>
            <a:cxnSpLocks/>
            <a:stCxn id="179" idx="120"/>
            <a:endCxn id="49" idx="0"/>
          </p:cNvCxnSpPr>
          <p:nvPr/>
        </p:nvCxnSpPr>
        <p:spPr>
          <a:xfrm>
            <a:off x="2664996" y="7352685"/>
            <a:ext cx="2145636" cy="2271241"/>
          </a:xfrm>
          <a:prstGeom prst="line">
            <a:avLst/>
          </a:prstGeom>
          <a:ln>
            <a:solidFill>
              <a:srgbClr val="F8C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ector recto 201">
            <a:extLst>
              <a:ext uri="{FF2B5EF4-FFF2-40B4-BE49-F238E27FC236}">
                <a16:creationId xmlns:a16="http://schemas.microsoft.com/office/drawing/2014/main" id="{0D1CC611-BEE2-C4FB-4641-0751BA4BEB60}"/>
              </a:ext>
            </a:extLst>
          </p:cNvPr>
          <p:cNvCxnSpPr>
            <a:cxnSpLocks/>
            <a:stCxn id="179" idx="120"/>
            <a:endCxn id="51" idx="0"/>
          </p:cNvCxnSpPr>
          <p:nvPr/>
        </p:nvCxnSpPr>
        <p:spPr>
          <a:xfrm>
            <a:off x="2664996" y="7352685"/>
            <a:ext cx="3174552" cy="2271241"/>
          </a:xfrm>
          <a:prstGeom prst="line">
            <a:avLst/>
          </a:prstGeom>
          <a:ln>
            <a:solidFill>
              <a:srgbClr val="F8C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ector recto 203">
            <a:extLst>
              <a:ext uri="{FF2B5EF4-FFF2-40B4-BE49-F238E27FC236}">
                <a16:creationId xmlns:a16="http://schemas.microsoft.com/office/drawing/2014/main" id="{09B00004-86BE-05BB-8ED6-DEDA16D9AC0C}"/>
              </a:ext>
            </a:extLst>
          </p:cNvPr>
          <p:cNvCxnSpPr>
            <a:cxnSpLocks/>
            <a:stCxn id="179" idx="120"/>
            <a:endCxn id="52" idx="0"/>
          </p:cNvCxnSpPr>
          <p:nvPr/>
        </p:nvCxnSpPr>
        <p:spPr>
          <a:xfrm>
            <a:off x="2664996" y="7352685"/>
            <a:ext cx="4203468" cy="2271241"/>
          </a:xfrm>
          <a:prstGeom prst="line">
            <a:avLst/>
          </a:prstGeom>
          <a:ln>
            <a:solidFill>
              <a:srgbClr val="F8C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ector recto 205">
            <a:extLst>
              <a:ext uri="{FF2B5EF4-FFF2-40B4-BE49-F238E27FC236}">
                <a16:creationId xmlns:a16="http://schemas.microsoft.com/office/drawing/2014/main" id="{00BD07B5-1FDE-731A-29C2-D3E1F6B87A52}"/>
              </a:ext>
            </a:extLst>
          </p:cNvPr>
          <p:cNvCxnSpPr>
            <a:cxnSpLocks/>
            <a:stCxn id="179" idx="120"/>
            <a:endCxn id="53" idx="0"/>
          </p:cNvCxnSpPr>
          <p:nvPr/>
        </p:nvCxnSpPr>
        <p:spPr>
          <a:xfrm>
            <a:off x="2664996" y="7352685"/>
            <a:ext cx="5232384" cy="2271241"/>
          </a:xfrm>
          <a:prstGeom prst="line">
            <a:avLst/>
          </a:prstGeom>
          <a:ln>
            <a:solidFill>
              <a:srgbClr val="F8C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ector recto 207">
            <a:extLst>
              <a:ext uri="{FF2B5EF4-FFF2-40B4-BE49-F238E27FC236}">
                <a16:creationId xmlns:a16="http://schemas.microsoft.com/office/drawing/2014/main" id="{6CE19F12-1CB2-D57B-0694-114039B3CF2F}"/>
              </a:ext>
            </a:extLst>
          </p:cNvPr>
          <p:cNvCxnSpPr>
            <a:cxnSpLocks/>
            <a:stCxn id="184" idx="149"/>
            <a:endCxn id="47" idx="0"/>
          </p:cNvCxnSpPr>
          <p:nvPr/>
        </p:nvCxnSpPr>
        <p:spPr>
          <a:xfrm flipH="1">
            <a:off x="1723884" y="7218450"/>
            <a:ext cx="2456707" cy="2405476"/>
          </a:xfrm>
          <a:prstGeom prst="line">
            <a:avLst/>
          </a:prstGeom>
          <a:ln>
            <a:solidFill>
              <a:srgbClr val="F1DA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ector recto 209">
            <a:extLst>
              <a:ext uri="{FF2B5EF4-FFF2-40B4-BE49-F238E27FC236}">
                <a16:creationId xmlns:a16="http://schemas.microsoft.com/office/drawing/2014/main" id="{308B9A72-0EE3-780F-E3C4-23A72EE369D0}"/>
              </a:ext>
            </a:extLst>
          </p:cNvPr>
          <p:cNvCxnSpPr>
            <a:cxnSpLocks/>
            <a:stCxn id="184" idx="139"/>
            <a:endCxn id="48" idx="0"/>
          </p:cNvCxnSpPr>
          <p:nvPr/>
        </p:nvCxnSpPr>
        <p:spPr>
          <a:xfrm flipH="1">
            <a:off x="2752800" y="7221186"/>
            <a:ext cx="1391363" cy="2402740"/>
          </a:xfrm>
          <a:prstGeom prst="line">
            <a:avLst/>
          </a:prstGeom>
          <a:ln>
            <a:solidFill>
              <a:srgbClr val="F1DA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ector recto 211">
            <a:extLst>
              <a:ext uri="{FF2B5EF4-FFF2-40B4-BE49-F238E27FC236}">
                <a16:creationId xmlns:a16="http://schemas.microsoft.com/office/drawing/2014/main" id="{A898C697-9802-DA45-DB92-E7A2E0EBE1D5}"/>
              </a:ext>
            </a:extLst>
          </p:cNvPr>
          <p:cNvCxnSpPr>
            <a:cxnSpLocks/>
            <a:stCxn id="184" idx="139"/>
            <a:endCxn id="50" idx="0"/>
          </p:cNvCxnSpPr>
          <p:nvPr/>
        </p:nvCxnSpPr>
        <p:spPr>
          <a:xfrm flipH="1">
            <a:off x="3781716" y="7221186"/>
            <a:ext cx="362447" cy="2402740"/>
          </a:xfrm>
          <a:prstGeom prst="line">
            <a:avLst/>
          </a:prstGeom>
          <a:ln>
            <a:solidFill>
              <a:srgbClr val="F1DA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ector recto 213">
            <a:extLst>
              <a:ext uri="{FF2B5EF4-FFF2-40B4-BE49-F238E27FC236}">
                <a16:creationId xmlns:a16="http://schemas.microsoft.com/office/drawing/2014/main" id="{636F13B6-FDF2-4C39-9AAD-1B0E9774B136}"/>
              </a:ext>
            </a:extLst>
          </p:cNvPr>
          <p:cNvCxnSpPr>
            <a:cxnSpLocks/>
            <a:stCxn id="184" idx="130"/>
            <a:endCxn id="49" idx="0"/>
          </p:cNvCxnSpPr>
          <p:nvPr/>
        </p:nvCxnSpPr>
        <p:spPr>
          <a:xfrm>
            <a:off x="4109965" y="7229866"/>
            <a:ext cx="700667" cy="2394060"/>
          </a:xfrm>
          <a:prstGeom prst="line">
            <a:avLst/>
          </a:prstGeom>
          <a:ln>
            <a:solidFill>
              <a:srgbClr val="F1DA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ector recto 215">
            <a:extLst>
              <a:ext uri="{FF2B5EF4-FFF2-40B4-BE49-F238E27FC236}">
                <a16:creationId xmlns:a16="http://schemas.microsoft.com/office/drawing/2014/main" id="{449C582D-FBE0-575E-E25D-FD5ABAEB9808}"/>
              </a:ext>
            </a:extLst>
          </p:cNvPr>
          <p:cNvCxnSpPr>
            <a:cxnSpLocks/>
            <a:stCxn id="184" idx="130"/>
            <a:endCxn id="51" idx="0"/>
          </p:cNvCxnSpPr>
          <p:nvPr/>
        </p:nvCxnSpPr>
        <p:spPr>
          <a:xfrm>
            <a:off x="4109965" y="7229866"/>
            <a:ext cx="1729583" cy="2394060"/>
          </a:xfrm>
          <a:prstGeom prst="line">
            <a:avLst/>
          </a:prstGeom>
          <a:ln>
            <a:solidFill>
              <a:srgbClr val="F1DA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ector recto 217">
            <a:extLst>
              <a:ext uri="{FF2B5EF4-FFF2-40B4-BE49-F238E27FC236}">
                <a16:creationId xmlns:a16="http://schemas.microsoft.com/office/drawing/2014/main" id="{759194D3-5CDB-F2F6-ADB5-56FBB8CC233F}"/>
              </a:ext>
            </a:extLst>
          </p:cNvPr>
          <p:cNvCxnSpPr>
            <a:cxnSpLocks/>
            <a:stCxn id="184" idx="130"/>
            <a:endCxn id="52" idx="0"/>
          </p:cNvCxnSpPr>
          <p:nvPr/>
        </p:nvCxnSpPr>
        <p:spPr>
          <a:xfrm>
            <a:off x="4109965" y="7229866"/>
            <a:ext cx="2758499" cy="2394060"/>
          </a:xfrm>
          <a:prstGeom prst="line">
            <a:avLst/>
          </a:prstGeom>
          <a:ln>
            <a:solidFill>
              <a:srgbClr val="F1DA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ector recto 219">
            <a:extLst>
              <a:ext uri="{FF2B5EF4-FFF2-40B4-BE49-F238E27FC236}">
                <a16:creationId xmlns:a16="http://schemas.microsoft.com/office/drawing/2014/main" id="{4B9FE477-44FD-9C22-44C6-D3AA83AB9B48}"/>
              </a:ext>
            </a:extLst>
          </p:cNvPr>
          <p:cNvCxnSpPr>
            <a:cxnSpLocks/>
            <a:stCxn id="184" idx="130"/>
            <a:endCxn id="53" idx="0"/>
          </p:cNvCxnSpPr>
          <p:nvPr/>
        </p:nvCxnSpPr>
        <p:spPr>
          <a:xfrm>
            <a:off x="4109965" y="7229866"/>
            <a:ext cx="3787415" cy="2394060"/>
          </a:xfrm>
          <a:prstGeom prst="line">
            <a:avLst/>
          </a:prstGeom>
          <a:ln>
            <a:solidFill>
              <a:srgbClr val="F1DA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ector recto 221">
            <a:extLst>
              <a:ext uri="{FF2B5EF4-FFF2-40B4-BE49-F238E27FC236}">
                <a16:creationId xmlns:a16="http://schemas.microsoft.com/office/drawing/2014/main" id="{548C2DAB-85B5-B78C-750F-F87A15D9BB11}"/>
              </a:ext>
            </a:extLst>
          </p:cNvPr>
          <p:cNvCxnSpPr>
            <a:cxnSpLocks/>
            <a:stCxn id="189" idx="142"/>
            <a:endCxn id="47" idx="0"/>
          </p:cNvCxnSpPr>
          <p:nvPr/>
        </p:nvCxnSpPr>
        <p:spPr>
          <a:xfrm flipH="1">
            <a:off x="1723884" y="7620499"/>
            <a:ext cx="3870092" cy="2003427"/>
          </a:xfrm>
          <a:prstGeom prst="line">
            <a:avLst/>
          </a:prstGeom>
          <a:ln>
            <a:solidFill>
              <a:srgbClr val="5E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ector recto 225">
            <a:extLst>
              <a:ext uri="{FF2B5EF4-FFF2-40B4-BE49-F238E27FC236}">
                <a16:creationId xmlns:a16="http://schemas.microsoft.com/office/drawing/2014/main" id="{3CF122B7-D994-45E6-81EC-5B51489B145D}"/>
              </a:ext>
            </a:extLst>
          </p:cNvPr>
          <p:cNvCxnSpPr>
            <a:cxnSpLocks/>
            <a:stCxn id="189" idx="142"/>
            <a:endCxn id="48" idx="0"/>
          </p:cNvCxnSpPr>
          <p:nvPr/>
        </p:nvCxnSpPr>
        <p:spPr>
          <a:xfrm flipH="1">
            <a:off x="2752800" y="7620499"/>
            <a:ext cx="2841176" cy="2003427"/>
          </a:xfrm>
          <a:prstGeom prst="line">
            <a:avLst/>
          </a:prstGeom>
          <a:ln>
            <a:solidFill>
              <a:srgbClr val="5E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ector recto 227">
            <a:extLst>
              <a:ext uri="{FF2B5EF4-FFF2-40B4-BE49-F238E27FC236}">
                <a16:creationId xmlns:a16="http://schemas.microsoft.com/office/drawing/2014/main" id="{21B8FA1A-A14A-496F-E0F4-66F9ABF8EB0B}"/>
              </a:ext>
            </a:extLst>
          </p:cNvPr>
          <p:cNvCxnSpPr>
            <a:cxnSpLocks/>
            <a:stCxn id="189" idx="154"/>
            <a:endCxn id="50" idx="0"/>
          </p:cNvCxnSpPr>
          <p:nvPr/>
        </p:nvCxnSpPr>
        <p:spPr>
          <a:xfrm flipH="1">
            <a:off x="3781716" y="7619014"/>
            <a:ext cx="1767594" cy="2004912"/>
          </a:xfrm>
          <a:prstGeom prst="line">
            <a:avLst/>
          </a:prstGeom>
          <a:ln>
            <a:solidFill>
              <a:srgbClr val="5E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ector recto 229">
            <a:extLst>
              <a:ext uri="{FF2B5EF4-FFF2-40B4-BE49-F238E27FC236}">
                <a16:creationId xmlns:a16="http://schemas.microsoft.com/office/drawing/2014/main" id="{4B6D17DC-8DDA-9559-714B-2821513C3D6A}"/>
              </a:ext>
            </a:extLst>
          </p:cNvPr>
          <p:cNvCxnSpPr>
            <a:cxnSpLocks/>
            <a:stCxn id="189" idx="154"/>
            <a:endCxn id="49" idx="0"/>
          </p:cNvCxnSpPr>
          <p:nvPr/>
        </p:nvCxnSpPr>
        <p:spPr>
          <a:xfrm flipH="1">
            <a:off x="4810632" y="7619014"/>
            <a:ext cx="738678" cy="2004912"/>
          </a:xfrm>
          <a:prstGeom prst="line">
            <a:avLst/>
          </a:prstGeom>
          <a:ln>
            <a:solidFill>
              <a:srgbClr val="5E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ector recto 231">
            <a:extLst>
              <a:ext uri="{FF2B5EF4-FFF2-40B4-BE49-F238E27FC236}">
                <a16:creationId xmlns:a16="http://schemas.microsoft.com/office/drawing/2014/main" id="{3AF01A82-214F-DDE5-B16A-A3E58595275A}"/>
              </a:ext>
            </a:extLst>
          </p:cNvPr>
          <p:cNvCxnSpPr>
            <a:cxnSpLocks/>
            <a:stCxn id="189" idx="154"/>
            <a:endCxn id="51" idx="0"/>
          </p:cNvCxnSpPr>
          <p:nvPr/>
        </p:nvCxnSpPr>
        <p:spPr>
          <a:xfrm>
            <a:off x="5549310" y="7619014"/>
            <a:ext cx="290238" cy="2004912"/>
          </a:xfrm>
          <a:prstGeom prst="line">
            <a:avLst/>
          </a:prstGeom>
          <a:ln>
            <a:solidFill>
              <a:srgbClr val="5E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ector recto 233">
            <a:extLst>
              <a:ext uri="{FF2B5EF4-FFF2-40B4-BE49-F238E27FC236}">
                <a16:creationId xmlns:a16="http://schemas.microsoft.com/office/drawing/2014/main" id="{CC319BB3-84C8-B136-2E88-C1C1DD26E6DD}"/>
              </a:ext>
            </a:extLst>
          </p:cNvPr>
          <p:cNvCxnSpPr>
            <a:cxnSpLocks/>
            <a:stCxn id="189" idx="162"/>
            <a:endCxn id="52" idx="0"/>
          </p:cNvCxnSpPr>
          <p:nvPr/>
        </p:nvCxnSpPr>
        <p:spPr>
          <a:xfrm>
            <a:off x="5518280" y="7620178"/>
            <a:ext cx="1350184" cy="2003748"/>
          </a:xfrm>
          <a:prstGeom prst="line">
            <a:avLst/>
          </a:prstGeom>
          <a:ln>
            <a:solidFill>
              <a:srgbClr val="5E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ector recto 235">
            <a:extLst>
              <a:ext uri="{FF2B5EF4-FFF2-40B4-BE49-F238E27FC236}">
                <a16:creationId xmlns:a16="http://schemas.microsoft.com/office/drawing/2014/main" id="{5400978D-497B-2CBB-8F4B-744B061623B5}"/>
              </a:ext>
            </a:extLst>
          </p:cNvPr>
          <p:cNvCxnSpPr>
            <a:cxnSpLocks/>
            <a:stCxn id="189" idx="162"/>
            <a:endCxn id="53" idx="0"/>
          </p:cNvCxnSpPr>
          <p:nvPr/>
        </p:nvCxnSpPr>
        <p:spPr>
          <a:xfrm>
            <a:off x="5518280" y="7620178"/>
            <a:ext cx="2379100" cy="2003748"/>
          </a:xfrm>
          <a:prstGeom prst="line">
            <a:avLst/>
          </a:prstGeom>
          <a:ln>
            <a:solidFill>
              <a:srgbClr val="5E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1" name="Grupo 160">
            <a:extLst>
              <a:ext uri="{FF2B5EF4-FFF2-40B4-BE49-F238E27FC236}">
                <a16:creationId xmlns:a16="http://schemas.microsoft.com/office/drawing/2014/main" id="{62185583-7E99-55BB-9762-843392828AB5}"/>
              </a:ext>
            </a:extLst>
          </p:cNvPr>
          <p:cNvGrpSpPr/>
          <p:nvPr/>
        </p:nvGrpSpPr>
        <p:grpSpPr>
          <a:xfrm>
            <a:off x="6308787" y="6277696"/>
            <a:ext cx="1399789" cy="366814"/>
            <a:chOff x="6046749" y="7450915"/>
            <a:chExt cx="1399789" cy="366814"/>
          </a:xfrm>
          <a:solidFill>
            <a:srgbClr val="8AB17D"/>
          </a:solidFill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ABC5F48C-E2DD-B265-8E7A-CFACB7AA5CEA}"/>
                </a:ext>
              </a:extLst>
            </p:cNvPr>
            <p:cNvSpPr/>
            <p:nvPr/>
          </p:nvSpPr>
          <p:spPr>
            <a:xfrm>
              <a:off x="7102009" y="7473200"/>
              <a:ext cx="344529" cy="344529"/>
            </a:xfrm>
            <a:prstGeom prst="ellipse">
              <a:avLst/>
            </a:prstGeom>
            <a:grpFill/>
            <a:ln>
              <a:solidFill>
                <a:srgbClr val="8AB17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05149E44-DFB6-9E72-652C-AC8BB6B20BDE}"/>
                </a:ext>
              </a:extLst>
            </p:cNvPr>
            <p:cNvSpPr/>
            <p:nvPr/>
          </p:nvSpPr>
          <p:spPr>
            <a:xfrm>
              <a:off x="6046749" y="7450915"/>
              <a:ext cx="344529" cy="344529"/>
            </a:xfrm>
            <a:prstGeom prst="ellipse">
              <a:avLst/>
            </a:prstGeom>
            <a:grpFill/>
            <a:ln>
              <a:solidFill>
                <a:srgbClr val="8AB17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4939899B-37AE-12D2-947F-18542D0FDAED}"/>
                </a:ext>
              </a:extLst>
            </p:cNvPr>
            <p:cNvSpPr/>
            <p:nvPr/>
          </p:nvSpPr>
          <p:spPr>
            <a:xfrm>
              <a:off x="6574234" y="7466873"/>
              <a:ext cx="344529" cy="344529"/>
            </a:xfrm>
            <a:prstGeom prst="ellipse">
              <a:avLst/>
            </a:prstGeom>
            <a:grpFill/>
            <a:ln>
              <a:solidFill>
                <a:srgbClr val="8AB17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2" name="Elipse 21">
            <a:extLst>
              <a:ext uri="{FF2B5EF4-FFF2-40B4-BE49-F238E27FC236}">
                <a16:creationId xmlns:a16="http://schemas.microsoft.com/office/drawing/2014/main" id="{3C2EACF7-9B81-6548-9395-EF8A4B928EB2}"/>
              </a:ext>
            </a:extLst>
          </p:cNvPr>
          <p:cNvSpPr/>
          <p:nvPr/>
        </p:nvSpPr>
        <p:spPr>
          <a:xfrm>
            <a:off x="2260171" y="6117099"/>
            <a:ext cx="778902" cy="778902"/>
          </a:xfrm>
          <a:prstGeom prst="ellipse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  <a:latin typeface="FrankRuehl" panose="020E0503060101010101" pitchFamily="34" charset="-79"/>
                <a:cs typeface="FrankRuehl" panose="020E0503060101010101" pitchFamily="34" charset="-79"/>
              </a:rPr>
              <a:t>Spots</a:t>
            </a:r>
            <a:endParaRPr lang="es-ES" sz="1400" dirty="0">
              <a:solidFill>
                <a:schemeClr val="tx1"/>
              </a:solidFill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B3A40C76-A4E3-1BBC-E9F5-D22EF899A5F6}"/>
              </a:ext>
            </a:extLst>
          </p:cNvPr>
          <p:cNvSpPr/>
          <p:nvPr/>
        </p:nvSpPr>
        <p:spPr>
          <a:xfrm>
            <a:off x="3717669" y="6117099"/>
            <a:ext cx="778902" cy="778902"/>
          </a:xfrm>
          <a:prstGeom prst="ellipse">
            <a:avLst/>
          </a:prstGeom>
          <a:solidFill>
            <a:srgbClr val="E9C46A"/>
          </a:solidFill>
          <a:ln>
            <a:solidFill>
              <a:srgbClr val="E9C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>
                <a:solidFill>
                  <a:schemeClr val="tx1"/>
                </a:solidFill>
                <a:latin typeface="FrankRuehl" panose="020E0503060101010101" pitchFamily="34" charset="-79"/>
                <a:cs typeface="FrankRuehl" panose="020E0503060101010101" pitchFamily="34" charset="-79"/>
              </a:rPr>
              <a:t>Fac’s</a:t>
            </a:r>
            <a:endParaRPr lang="es-ES" sz="1200" dirty="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CC5D6D43-EF4F-C3D8-2AB2-059E44AB4BC7}"/>
              </a:ext>
            </a:extLst>
          </p:cNvPr>
          <p:cNvSpPr/>
          <p:nvPr/>
        </p:nvSpPr>
        <p:spPr>
          <a:xfrm>
            <a:off x="5175166" y="6092794"/>
            <a:ext cx="778902" cy="778902"/>
          </a:xfrm>
          <a:prstGeom prst="ellipse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  <a:latin typeface="FrankRuehl" panose="020E0503060101010101" pitchFamily="34" charset="-79"/>
                <a:cs typeface="FrankRuehl" panose="020E0503060101010101" pitchFamily="34" charset="-79"/>
              </a:rPr>
              <a:t>CO</a:t>
            </a:r>
            <a:r>
              <a:rPr lang="es-ES" baseline="-25000" dirty="0">
                <a:solidFill>
                  <a:schemeClr val="tx1"/>
                </a:solidFill>
                <a:latin typeface="FrankRuehl" panose="020E0503060101010101" pitchFamily="34" charset="-79"/>
                <a:cs typeface="FrankRuehl" panose="020E0503060101010101" pitchFamily="34" charset="-79"/>
              </a:rPr>
              <a:t>2</a:t>
            </a:r>
            <a:endParaRPr lang="es-ES" baseline="-25000" dirty="0"/>
          </a:p>
        </p:txBody>
      </p:sp>
      <p:sp>
        <p:nvSpPr>
          <p:cNvPr id="179" name="Forma libre: forma 178">
            <a:extLst>
              <a:ext uri="{FF2B5EF4-FFF2-40B4-BE49-F238E27FC236}">
                <a16:creationId xmlns:a16="http://schemas.microsoft.com/office/drawing/2014/main" id="{79EFF4CD-D7F4-DCD1-2D15-9E35A7A93A4A}"/>
              </a:ext>
            </a:extLst>
          </p:cNvPr>
          <p:cNvSpPr/>
          <p:nvPr/>
        </p:nvSpPr>
        <p:spPr>
          <a:xfrm>
            <a:off x="2128399" y="6836498"/>
            <a:ext cx="1236043" cy="736842"/>
          </a:xfrm>
          <a:custGeom>
            <a:avLst/>
            <a:gdLst>
              <a:gd name="connsiteX0" fmla="*/ 0 w 1236043"/>
              <a:gd name="connsiteY0" fmla="*/ 56718 h 736842"/>
              <a:gd name="connsiteX1" fmla="*/ 1782 w 1236043"/>
              <a:gd name="connsiteY1" fmla="*/ 102143 h 736842"/>
              <a:gd name="connsiteX2" fmla="*/ 3607 w 1236043"/>
              <a:gd name="connsiteY2" fmla="*/ 0 h 736842"/>
              <a:gd name="connsiteX3" fmla="*/ 5476 w 1236043"/>
              <a:gd name="connsiteY3" fmla="*/ 23736 h 736842"/>
              <a:gd name="connsiteX4" fmla="*/ 7395 w 1236043"/>
              <a:gd name="connsiteY4" fmla="*/ 97360 h 736842"/>
              <a:gd name="connsiteX5" fmla="*/ 9364 w 1236043"/>
              <a:gd name="connsiteY5" fmla="*/ 194969 h 736842"/>
              <a:gd name="connsiteX6" fmla="*/ 11381 w 1236043"/>
              <a:gd name="connsiteY6" fmla="*/ 231591 h 736842"/>
              <a:gd name="connsiteX7" fmla="*/ 13452 w 1236043"/>
              <a:gd name="connsiteY7" fmla="*/ 234286 h 736842"/>
              <a:gd name="connsiteX8" fmla="*/ 15578 w 1236043"/>
              <a:gd name="connsiteY8" fmla="*/ 246864 h 736842"/>
              <a:gd name="connsiteX9" fmla="*/ 17758 w 1236043"/>
              <a:gd name="connsiteY9" fmla="*/ 164043 h 736842"/>
              <a:gd name="connsiteX10" fmla="*/ 19999 w 1236043"/>
              <a:gd name="connsiteY10" fmla="*/ 152951 h 736842"/>
              <a:gd name="connsiteX11" fmla="*/ 22297 w 1236043"/>
              <a:gd name="connsiteY11" fmla="*/ 169054 h 736842"/>
              <a:gd name="connsiteX12" fmla="*/ 24657 w 1236043"/>
              <a:gd name="connsiteY12" fmla="*/ 222722 h 736842"/>
              <a:gd name="connsiteX13" fmla="*/ 29572 w 1236043"/>
              <a:gd name="connsiteY13" fmla="*/ 303482 h 736842"/>
              <a:gd name="connsiteX14" fmla="*/ 32129 w 1236043"/>
              <a:gd name="connsiteY14" fmla="*/ 316640 h 736842"/>
              <a:gd name="connsiteX15" fmla="*/ 34757 w 1236043"/>
              <a:gd name="connsiteY15" fmla="*/ 319296 h 736842"/>
              <a:gd name="connsiteX16" fmla="*/ 37456 w 1236043"/>
              <a:gd name="connsiteY16" fmla="*/ 314588 h 736842"/>
              <a:gd name="connsiteX17" fmla="*/ 40229 w 1236043"/>
              <a:gd name="connsiteY17" fmla="*/ 221028 h 736842"/>
              <a:gd name="connsiteX18" fmla="*/ 46001 w 1236043"/>
              <a:gd name="connsiteY18" fmla="*/ 312103 h 736842"/>
              <a:gd name="connsiteX19" fmla="*/ 49006 w 1236043"/>
              <a:gd name="connsiteY19" fmla="*/ 350298 h 736842"/>
              <a:gd name="connsiteX20" fmla="*/ 52092 w 1236043"/>
              <a:gd name="connsiteY20" fmla="*/ 309335 h 736842"/>
              <a:gd name="connsiteX21" fmla="*/ 55261 w 1236043"/>
              <a:gd name="connsiteY21" fmla="*/ 361740 h 736842"/>
              <a:gd name="connsiteX22" fmla="*/ 58514 w 1236043"/>
              <a:gd name="connsiteY22" fmla="*/ 388360 h 736842"/>
              <a:gd name="connsiteX23" fmla="*/ 61851 w 1236043"/>
              <a:gd name="connsiteY23" fmla="*/ 356769 h 736842"/>
              <a:gd name="connsiteX24" fmla="*/ 65279 w 1236043"/>
              <a:gd name="connsiteY24" fmla="*/ 366611 h 736842"/>
              <a:gd name="connsiteX25" fmla="*/ 68795 w 1236043"/>
              <a:gd name="connsiteY25" fmla="*/ 392254 h 736842"/>
              <a:gd name="connsiteX26" fmla="*/ 72398 w 1236043"/>
              <a:gd name="connsiteY26" fmla="*/ 406928 h 736842"/>
              <a:gd name="connsiteX27" fmla="*/ 76094 w 1236043"/>
              <a:gd name="connsiteY27" fmla="*/ 411789 h 736842"/>
              <a:gd name="connsiteX28" fmla="*/ 79879 w 1236043"/>
              <a:gd name="connsiteY28" fmla="*/ 403994 h 736842"/>
              <a:gd name="connsiteX29" fmla="*/ 83756 w 1236043"/>
              <a:gd name="connsiteY29" fmla="*/ 415254 h 736842"/>
              <a:gd name="connsiteX30" fmla="*/ 87724 w 1236043"/>
              <a:gd name="connsiteY30" fmla="*/ 421786 h 736842"/>
              <a:gd name="connsiteX31" fmla="*/ 91782 w 1236043"/>
              <a:gd name="connsiteY31" fmla="*/ 432335 h 736842"/>
              <a:gd name="connsiteX32" fmla="*/ 95931 w 1236043"/>
              <a:gd name="connsiteY32" fmla="*/ 444925 h 736842"/>
              <a:gd name="connsiteX33" fmla="*/ 100169 w 1236043"/>
              <a:gd name="connsiteY33" fmla="*/ 447897 h 736842"/>
              <a:gd name="connsiteX34" fmla="*/ 104496 w 1236043"/>
              <a:gd name="connsiteY34" fmla="*/ 464160 h 736842"/>
              <a:gd name="connsiteX35" fmla="*/ 108909 w 1236043"/>
              <a:gd name="connsiteY35" fmla="*/ 455527 h 736842"/>
              <a:gd name="connsiteX36" fmla="*/ 113407 w 1236043"/>
              <a:gd name="connsiteY36" fmla="*/ 465434 h 736842"/>
              <a:gd name="connsiteX37" fmla="*/ 117986 w 1236043"/>
              <a:gd name="connsiteY37" fmla="*/ 460770 h 736842"/>
              <a:gd name="connsiteX38" fmla="*/ 122646 w 1236043"/>
              <a:gd name="connsiteY38" fmla="*/ 472508 h 736842"/>
              <a:gd name="connsiteX39" fmla="*/ 127383 w 1236043"/>
              <a:gd name="connsiteY39" fmla="*/ 471808 h 736842"/>
              <a:gd name="connsiteX40" fmla="*/ 132194 w 1236043"/>
              <a:gd name="connsiteY40" fmla="*/ 479842 h 736842"/>
              <a:gd name="connsiteX41" fmla="*/ 137074 w 1236043"/>
              <a:gd name="connsiteY41" fmla="*/ 486764 h 736842"/>
              <a:gd name="connsiteX42" fmla="*/ 142022 w 1236043"/>
              <a:gd name="connsiteY42" fmla="*/ 488136 h 736842"/>
              <a:gd name="connsiteX43" fmla="*/ 147032 w 1236043"/>
              <a:gd name="connsiteY43" fmla="*/ 486282 h 736842"/>
              <a:gd name="connsiteX44" fmla="*/ 152101 w 1236043"/>
              <a:gd name="connsiteY44" fmla="*/ 491175 h 736842"/>
              <a:gd name="connsiteX45" fmla="*/ 157226 w 1236043"/>
              <a:gd name="connsiteY45" fmla="*/ 494610 h 736842"/>
              <a:gd name="connsiteX46" fmla="*/ 162400 w 1236043"/>
              <a:gd name="connsiteY46" fmla="*/ 501796 h 736842"/>
              <a:gd name="connsiteX47" fmla="*/ 167621 w 1236043"/>
              <a:gd name="connsiteY47" fmla="*/ 500012 h 736842"/>
              <a:gd name="connsiteX48" fmla="*/ 172883 w 1236043"/>
              <a:gd name="connsiteY48" fmla="*/ 452812 h 736842"/>
              <a:gd name="connsiteX49" fmla="*/ 178183 w 1236043"/>
              <a:gd name="connsiteY49" fmla="*/ 451343 h 736842"/>
              <a:gd name="connsiteX50" fmla="*/ 183517 w 1236043"/>
              <a:gd name="connsiteY50" fmla="*/ 457013 h 736842"/>
              <a:gd name="connsiteX51" fmla="*/ 188878 w 1236043"/>
              <a:gd name="connsiteY51" fmla="*/ 439835 h 736842"/>
              <a:gd name="connsiteX52" fmla="*/ 194265 w 1236043"/>
              <a:gd name="connsiteY52" fmla="*/ 430222 h 736842"/>
              <a:gd name="connsiteX53" fmla="*/ 199674 w 1236043"/>
              <a:gd name="connsiteY53" fmla="*/ 429369 h 736842"/>
              <a:gd name="connsiteX54" fmla="*/ 205098 w 1236043"/>
              <a:gd name="connsiteY54" fmla="*/ 433126 h 736842"/>
              <a:gd name="connsiteX55" fmla="*/ 210537 w 1236043"/>
              <a:gd name="connsiteY55" fmla="*/ 431396 h 736842"/>
              <a:gd name="connsiteX56" fmla="*/ 215985 w 1236043"/>
              <a:gd name="connsiteY56" fmla="*/ 439481 h 736842"/>
              <a:gd name="connsiteX57" fmla="*/ 221441 w 1236043"/>
              <a:gd name="connsiteY57" fmla="*/ 432120 h 736842"/>
              <a:gd name="connsiteX58" fmla="*/ 226899 w 1236043"/>
              <a:gd name="connsiteY58" fmla="*/ 426923 h 736842"/>
              <a:gd name="connsiteX59" fmla="*/ 232357 w 1236043"/>
              <a:gd name="connsiteY59" fmla="*/ 435819 h 736842"/>
              <a:gd name="connsiteX60" fmla="*/ 237813 w 1236043"/>
              <a:gd name="connsiteY60" fmla="*/ 461401 h 736842"/>
              <a:gd name="connsiteX61" fmla="*/ 243264 w 1236043"/>
              <a:gd name="connsiteY61" fmla="*/ 450534 h 736842"/>
              <a:gd name="connsiteX62" fmla="*/ 248705 w 1236043"/>
              <a:gd name="connsiteY62" fmla="*/ 455522 h 736842"/>
              <a:gd name="connsiteX63" fmla="*/ 254138 w 1236043"/>
              <a:gd name="connsiteY63" fmla="*/ 468636 h 736842"/>
              <a:gd name="connsiteX64" fmla="*/ 264967 w 1236043"/>
              <a:gd name="connsiteY64" fmla="*/ 484917 h 736842"/>
              <a:gd name="connsiteX65" fmla="*/ 270359 w 1236043"/>
              <a:gd name="connsiteY65" fmla="*/ 485273 h 736842"/>
              <a:gd name="connsiteX66" fmla="*/ 275734 w 1236043"/>
              <a:gd name="connsiteY66" fmla="*/ 463682 h 736842"/>
              <a:gd name="connsiteX67" fmla="*/ 281090 w 1236043"/>
              <a:gd name="connsiteY67" fmla="*/ 450629 h 736842"/>
              <a:gd name="connsiteX68" fmla="*/ 286426 w 1236043"/>
              <a:gd name="connsiteY68" fmla="*/ 433794 h 736842"/>
              <a:gd name="connsiteX69" fmla="*/ 291741 w 1236043"/>
              <a:gd name="connsiteY69" fmla="*/ 420624 h 736842"/>
              <a:gd name="connsiteX70" fmla="*/ 297036 w 1236043"/>
              <a:gd name="connsiteY70" fmla="*/ 402417 h 736842"/>
              <a:gd name="connsiteX71" fmla="*/ 302304 w 1236043"/>
              <a:gd name="connsiteY71" fmla="*/ 396933 h 736842"/>
              <a:gd name="connsiteX72" fmla="*/ 307550 w 1236043"/>
              <a:gd name="connsiteY72" fmla="*/ 400997 h 736842"/>
              <a:gd name="connsiteX73" fmla="*/ 312771 w 1236043"/>
              <a:gd name="connsiteY73" fmla="*/ 378619 h 736842"/>
              <a:gd name="connsiteX74" fmla="*/ 317969 w 1236043"/>
              <a:gd name="connsiteY74" fmla="*/ 400088 h 736842"/>
              <a:gd name="connsiteX75" fmla="*/ 323139 w 1236043"/>
              <a:gd name="connsiteY75" fmla="*/ 402841 h 736842"/>
              <a:gd name="connsiteX76" fmla="*/ 328283 w 1236043"/>
              <a:gd name="connsiteY76" fmla="*/ 411216 h 736842"/>
              <a:gd name="connsiteX77" fmla="*/ 333403 w 1236043"/>
              <a:gd name="connsiteY77" fmla="*/ 414394 h 736842"/>
              <a:gd name="connsiteX78" fmla="*/ 338493 w 1236043"/>
              <a:gd name="connsiteY78" fmla="*/ 420873 h 736842"/>
              <a:gd name="connsiteX79" fmla="*/ 343556 w 1236043"/>
              <a:gd name="connsiteY79" fmla="*/ 422391 h 736842"/>
              <a:gd name="connsiteX80" fmla="*/ 348593 w 1236043"/>
              <a:gd name="connsiteY80" fmla="*/ 417142 h 736842"/>
              <a:gd name="connsiteX81" fmla="*/ 353602 w 1236043"/>
              <a:gd name="connsiteY81" fmla="*/ 412615 h 736842"/>
              <a:gd name="connsiteX82" fmla="*/ 363537 w 1236043"/>
              <a:gd name="connsiteY82" fmla="*/ 430531 h 736842"/>
              <a:gd name="connsiteX83" fmla="*/ 368461 w 1236043"/>
              <a:gd name="connsiteY83" fmla="*/ 437997 h 736842"/>
              <a:gd name="connsiteX84" fmla="*/ 373359 w 1236043"/>
              <a:gd name="connsiteY84" fmla="*/ 439976 h 736842"/>
              <a:gd name="connsiteX85" fmla="*/ 378230 w 1236043"/>
              <a:gd name="connsiteY85" fmla="*/ 450064 h 736842"/>
              <a:gd name="connsiteX86" fmla="*/ 383071 w 1236043"/>
              <a:gd name="connsiteY86" fmla="*/ 468687 h 736842"/>
              <a:gd name="connsiteX87" fmla="*/ 387886 w 1236043"/>
              <a:gd name="connsiteY87" fmla="*/ 470963 h 736842"/>
              <a:gd name="connsiteX88" fmla="*/ 392674 w 1236043"/>
              <a:gd name="connsiteY88" fmla="*/ 487291 h 736842"/>
              <a:gd name="connsiteX89" fmla="*/ 397435 w 1236043"/>
              <a:gd name="connsiteY89" fmla="*/ 495388 h 736842"/>
              <a:gd name="connsiteX90" fmla="*/ 402167 w 1236043"/>
              <a:gd name="connsiteY90" fmla="*/ 508821 h 736842"/>
              <a:gd name="connsiteX91" fmla="*/ 406872 w 1236043"/>
              <a:gd name="connsiteY91" fmla="*/ 512551 h 736842"/>
              <a:gd name="connsiteX92" fmla="*/ 411551 w 1236043"/>
              <a:gd name="connsiteY92" fmla="*/ 532118 h 736842"/>
              <a:gd name="connsiteX93" fmla="*/ 416205 w 1236043"/>
              <a:gd name="connsiteY93" fmla="*/ 539023 h 736842"/>
              <a:gd name="connsiteX94" fmla="*/ 420829 w 1236043"/>
              <a:gd name="connsiteY94" fmla="*/ 544057 h 736842"/>
              <a:gd name="connsiteX95" fmla="*/ 425430 w 1236043"/>
              <a:gd name="connsiteY95" fmla="*/ 551457 h 736842"/>
              <a:gd name="connsiteX96" fmla="*/ 430003 w 1236043"/>
              <a:gd name="connsiteY96" fmla="*/ 546231 h 736842"/>
              <a:gd name="connsiteX97" fmla="*/ 434550 w 1236043"/>
              <a:gd name="connsiteY97" fmla="*/ 553224 h 736842"/>
              <a:gd name="connsiteX98" fmla="*/ 439073 w 1236043"/>
              <a:gd name="connsiteY98" fmla="*/ 547335 h 736842"/>
              <a:gd name="connsiteX99" fmla="*/ 443568 w 1236043"/>
              <a:gd name="connsiteY99" fmla="*/ 540936 h 736842"/>
              <a:gd name="connsiteX100" fmla="*/ 448042 w 1236043"/>
              <a:gd name="connsiteY100" fmla="*/ 540795 h 736842"/>
              <a:gd name="connsiteX101" fmla="*/ 452486 w 1236043"/>
              <a:gd name="connsiteY101" fmla="*/ 523911 h 736842"/>
              <a:gd name="connsiteX102" fmla="*/ 456909 w 1236043"/>
              <a:gd name="connsiteY102" fmla="*/ 521338 h 736842"/>
              <a:gd name="connsiteX103" fmla="*/ 461307 w 1236043"/>
              <a:gd name="connsiteY103" fmla="*/ 513024 h 736842"/>
              <a:gd name="connsiteX104" fmla="*/ 465681 w 1236043"/>
              <a:gd name="connsiteY104" fmla="*/ 491319 h 736842"/>
              <a:gd name="connsiteX105" fmla="*/ 470033 w 1236043"/>
              <a:gd name="connsiteY105" fmla="*/ 480151 h 736842"/>
              <a:gd name="connsiteX106" fmla="*/ 474358 w 1236043"/>
              <a:gd name="connsiteY106" fmla="*/ 476031 h 736842"/>
              <a:gd name="connsiteX107" fmla="*/ 478661 w 1236043"/>
              <a:gd name="connsiteY107" fmla="*/ 486114 h 736842"/>
              <a:gd name="connsiteX108" fmla="*/ 482942 w 1236043"/>
              <a:gd name="connsiteY108" fmla="*/ 489871 h 736842"/>
              <a:gd name="connsiteX109" fmla="*/ 487199 w 1236043"/>
              <a:gd name="connsiteY109" fmla="*/ 471243 h 736842"/>
              <a:gd name="connsiteX110" fmla="*/ 491434 w 1236043"/>
              <a:gd name="connsiteY110" fmla="*/ 467732 h 736842"/>
              <a:gd name="connsiteX111" fmla="*/ 495644 w 1236043"/>
              <a:gd name="connsiteY111" fmla="*/ 457610 h 736842"/>
              <a:gd name="connsiteX112" fmla="*/ 499835 w 1236043"/>
              <a:gd name="connsiteY112" fmla="*/ 451055 h 736842"/>
              <a:gd name="connsiteX113" fmla="*/ 508152 w 1236043"/>
              <a:gd name="connsiteY113" fmla="*/ 458183 h 736842"/>
              <a:gd name="connsiteX114" fmla="*/ 512277 w 1236043"/>
              <a:gd name="connsiteY114" fmla="*/ 437520 h 736842"/>
              <a:gd name="connsiteX115" fmla="*/ 516383 w 1236043"/>
              <a:gd name="connsiteY115" fmla="*/ 467637 h 736842"/>
              <a:gd name="connsiteX116" fmla="*/ 520466 w 1236043"/>
              <a:gd name="connsiteY116" fmla="*/ 466311 h 736842"/>
              <a:gd name="connsiteX117" fmla="*/ 524528 w 1236043"/>
              <a:gd name="connsiteY117" fmla="*/ 469520 h 736842"/>
              <a:gd name="connsiteX118" fmla="*/ 528573 w 1236043"/>
              <a:gd name="connsiteY118" fmla="*/ 492530 h 736842"/>
              <a:gd name="connsiteX119" fmla="*/ 532596 w 1236043"/>
              <a:gd name="connsiteY119" fmla="*/ 472703 h 736842"/>
              <a:gd name="connsiteX120" fmla="*/ 536597 w 1236043"/>
              <a:gd name="connsiteY120" fmla="*/ 516187 h 736842"/>
              <a:gd name="connsiteX121" fmla="*/ 540581 w 1236043"/>
              <a:gd name="connsiteY121" fmla="*/ 461760 h 736842"/>
              <a:gd name="connsiteX122" fmla="*/ 544545 w 1236043"/>
              <a:gd name="connsiteY122" fmla="*/ 451243 h 736842"/>
              <a:gd name="connsiteX123" fmla="*/ 548490 w 1236043"/>
              <a:gd name="connsiteY123" fmla="*/ 443514 h 736842"/>
              <a:gd name="connsiteX124" fmla="*/ 552416 w 1236043"/>
              <a:gd name="connsiteY124" fmla="*/ 465290 h 736842"/>
              <a:gd name="connsiteX125" fmla="*/ 556322 w 1236043"/>
              <a:gd name="connsiteY125" fmla="*/ 462505 h 736842"/>
              <a:gd name="connsiteX126" fmla="*/ 560211 w 1236043"/>
              <a:gd name="connsiteY126" fmla="*/ 453541 h 736842"/>
              <a:gd name="connsiteX127" fmla="*/ 564082 w 1236043"/>
              <a:gd name="connsiteY127" fmla="*/ 449713 h 736842"/>
              <a:gd name="connsiteX128" fmla="*/ 567935 w 1236043"/>
              <a:gd name="connsiteY128" fmla="*/ 428007 h 736842"/>
              <a:gd name="connsiteX129" fmla="*/ 571768 w 1236043"/>
              <a:gd name="connsiteY129" fmla="*/ 441474 h 736842"/>
              <a:gd name="connsiteX130" fmla="*/ 575583 w 1236043"/>
              <a:gd name="connsiteY130" fmla="*/ 451063 h 736842"/>
              <a:gd name="connsiteX131" fmla="*/ 579382 w 1236043"/>
              <a:gd name="connsiteY131" fmla="*/ 439138 h 736842"/>
              <a:gd name="connsiteX132" fmla="*/ 583164 w 1236043"/>
              <a:gd name="connsiteY132" fmla="*/ 444067 h 736842"/>
              <a:gd name="connsiteX133" fmla="*/ 586928 w 1236043"/>
              <a:gd name="connsiteY133" fmla="*/ 439050 h 736842"/>
              <a:gd name="connsiteX134" fmla="*/ 590676 w 1236043"/>
              <a:gd name="connsiteY134" fmla="*/ 447832 h 736842"/>
              <a:gd name="connsiteX135" fmla="*/ 594409 w 1236043"/>
              <a:gd name="connsiteY135" fmla="*/ 444277 h 736842"/>
              <a:gd name="connsiteX136" fmla="*/ 598122 w 1236043"/>
              <a:gd name="connsiteY136" fmla="*/ 437897 h 736842"/>
              <a:gd name="connsiteX137" fmla="*/ 601821 w 1236043"/>
              <a:gd name="connsiteY137" fmla="*/ 458236 h 736842"/>
              <a:gd name="connsiteX138" fmla="*/ 605503 w 1236043"/>
              <a:gd name="connsiteY138" fmla="*/ 454374 h 736842"/>
              <a:gd name="connsiteX139" fmla="*/ 609168 w 1236043"/>
              <a:gd name="connsiteY139" fmla="*/ 449713 h 736842"/>
              <a:gd name="connsiteX140" fmla="*/ 612818 w 1236043"/>
              <a:gd name="connsiteY140" fmla="*/ 456881 h 736842"/>
              <a:gd name="connsiteX141" fmla="*/ 616451 w 1236043"/>
              <a:gd name="connsiteY141" fmla="*/ 454574 h 736842"/>
              <a:gd name="connsiteX142" fmla="*/ 620072 w 1236043"/>
              <a:gd name="connsiteY142" fmla="*/ 441930 h 736842"/>
              <a:gd name="connsiteX143" fmla="*/ 623675 w 1236043"/>
              <a:gd name="connsiteY143" fmla="*/ 458516 h 736842"/>
              <a:gd name="connsiteX144" fmla="*/ 627262 w 1236043"/>
              <a:gd name="connsiteY144" fmla="*/ 451703 h 736842"/>
              <a:gd name="connsiteX145" fmla="*/ 630837 w 1236043"/>
              <a:gd name="connsiteY145" fmla="*/ 452625 h 736842"/>
              <a:gd name="connsiteX146" fmla="*/ 634394 w 1236043"/>
              <a:gd name="connsiteY146" fmla="*/ 468314 h 736842"/>
              <a:gd name="connsiteX147" fmla="*/ 637940 w 1236043"/>
              <a:gd name="connsiteY147" fmla="*/ 454791 h 736842"/>
              <a:gd name="connsiteX148" fmla="*/ 641468 w 1236043"/>
              <a:gd name="connsiteY148" fmla="*/ 468487 h 736842"/>
              <a:gd name="connsiteX149" fmla="*/ 644984 w 1236043"/>
              <a:gd name="connsiteY149" fmla="*/ 468368 h 736842"/>
              <a:gd name="connsiteX150" fmla="*/ 651970 w 1236043"/>
              <a:gd name="connsiteY150" fmla="*/ 475098 h 736842"/>
              <a:gd name="connsiteX151" fmla="*/ 655444 w 1236043"/>
              <a:gd name="connsiteY151" fmla="*/ 480639 h 736842"/>
              <a:gd name="connsiteX152" fmla="*/ 658902 w 1236043"/>
              <a:gd name="connsiteY152" fmla="*/ 477374 h 736842"/>
              <a:gd name="connsiteX153" fmla="*/ 662347 w 1236043"/>
              <a:gd name="connsiteY153" fmla="*/ 483117 h 736842"/>
              <a:gd name="connsiteX154" fmla="*/ 665781 w 1236043"/>
              <a:gd name="connsiteY154" fmla="*/ 459603 h 736842"/>
              <a:gd name="connsiteX155" fmla="*/ 669199 w 1236043"/>
              <a:gd name="connsiteY155" fmla="*/ 489995 h 736842"/>
              <a:gd name="connsiteX156" fmla="*/ 672603 w 1236043"/>
              <a:gd name="connsiteY156" fmla="*/ 485804 h 736842"/>
              <a:gd name="connsiteX157" fmla="*/ 675995 w 1236043"/>
              <a:gd name="connsiteY157" fmla="*/ 478434 h 736842"/>
              <a:gd name="connsiteX158" fmla="*/ 679375 w 1236043"/>
              <a:gd name="connsiteY158" fmla="*/ 483161 h 736842"/>
              <a:gd name="connsiteX159" fmla="*/ 682742 w 1236043"/>
              <a:gd name="connsiteY159" fmla="*/ 491004 h 736842"/>
              <a:gd name="connsiteX160" fmla="*/ 686095 w 1236043"/>
              <a:gd name="connsiteY160" fmla="*/ 500753 h 736842"/>
              <a:gd name="connsiteX161" fmla="*/ 689438 w 1236043"/>
              <a:gd name="connsiteY161" fmla="*/ 496962 h 736842"/>
              <a:gd name="connsiteX162" fmla="*/ 692767 w 1236043"/>
              <a:gd name="connsiteY162" fmla="*/ 495422 h 736842"/>
              <a:gd name="connsiteX163" fmla="*/ 696083 w 1236043"/>
              <a:gd name="connsiteY163" fmla="*/ 514647 h 736842"/>
              <a:gd name="connsiteX164" fmla="*/ 699387 w 1236043"/>
              <a:gd name="connsiteY164" fmla="*/ 513248 h 736842"/>
              <a:gd name="connsiteX165" fmla="*/ 702679 w 1236043"/>
              <a:gd name="connsiteY165" fmla="*/ 517274 h 736842"/>
              <a:gd name="connsiteX166" fmla="*/ 705959 w 1236043"/>
              <a:gd name="connsiteY166" fmla="*/ 529825 h 736842"/>
              <a:gd name="connsiteX167" fmla="*/ 709229 w 1236043"/>
              <a:gd name="connsiteY167" fmla="*/ 537069 h 736842"/>
              <a:gd name="connsiteX168" fmla="*/ 712484 w 1236043"/>
              <a:gd name="connsiteY168" fmla="*/ 526177 h 736842"/>
              <a:gd name="connsiteX169" fmla="*/ 715729 w 1236043"/>
              <a:gd name="connsiteY169" fmla="*/ 526319 h 736842"/>
              <a:gd name="connsiteX170" fmla="*/ 718963 w 1236043"/>
              <a:gd name="connsiteY170" fmla="*/ 521657 h 736842"/>
              <a:gd name="connsiteX171" fmla="*/ 722184 w 1236043"/>
              <a:gd name="connsiteY171" fmla="*/ 541333 h 736842"/>
              <a:gd name="connsiteX172" fmla="*/ 725396 w 1236043"/>
              <a:gd name="connsiteY172" fmla="*/ 538945 h 736842"/>
              <a:gd name="connsiteX173" fmla="*/ 728595 w 1236043"/>
              <a:gd name="connsiteY173" fmla="*/ 539106 h 736842"/>
              <a:gd name="connsiteX174" fmla="*/ 731785 w 1236043"/>
              <a:gd name="connsiteY174" fmla="*/ 540541 h 736842"/>
              <a:gd name="connsiteX175" fmla="*/ 734962 w 1236043"/>
              <a:gd name="connsiteY175" fmla="*/ 544126 h 736842"/>
              <a:gd name="connsiteX176" fmla="*/ 738127 w 1236043"/>
              <a:gd name="connsiteY176" fmla="*/ 543368 h 736842"/>
              <a:gd name="connsiteX177" fmla="*/ 741285 w 1236043"/>
              <a:gd name="connsiteY177" fmla="*/ 551146 h 736842"/>
              <a:gd name="connsiteX178" fmla="*/ 744428 w 1236043"/>
              <a:gd name="connsiteY178" fmla="*/ 560383 h 736842"/>
              <a:gd name="connsiteX179" fmla="*/ 747564 w 1236043"/>
              <a:gd name="connsiteY179" fmla="*/ 550300 h 736842"/>
              <a:gd name="connsiteX180" fmla="*/ 750688 w 1236043"/>
              <a:gd name="connsiteY180" fmla="*/ 561353 h 736842"/>
              <a:gd name="connsiteX181" fmla="*/ 753802 w 1236043"/>
              <a:gd name="connsiteY181" fmla="*/ 576433 h 736842"/>
              <a:gd name="connsiteX182" fmla="*/ 756904 w 1236043"/>
              <a:gd name="connsiteY182" fmla="*/ 579240 h 736842"/>
              <a:gd name="connsiteX183" fmla="*/ 759998 w 1236043"/>
              <a:gd name="connsiteY183" fmla="*/ 569318 h 736842"/>
              <a:gd name="connsiteX184" fmla="*/ 763081 w 1236043"/>
              <a:gd name="connsiteY184" fmla="*/ 566867 h 736842"/>
              <a:gd name="connsiteX185" fmla="*/ 766153 w 1236043"/>
              <a:gd name="connsiteY185" fmla="*/ 570607 h 736842"/>
              <a:gd name="connsiteX186" fmla="*/ 769216 w 1236043"/>
              <a:gd name="connsiteY186" fmla="*/ 572751 h 736842"/>
              <a:gd name="connsiteX187" fmla="*/ 772269 w 1236043"/>
              <a:gd name="connsiteY187" fmla="*/ 585675 h 736842"/>
              <a:gd name="connsiteX188" fmla="*/ 775313 w 1236043"/>
              <a:gd name="connsiteY188" fmla="*/ 583295 h 736842"/>
              <a:gd name="connsiteX189" fmla="*/ 778346 w 1236043"/>
              <a:gd name="connsiteY189" fmla="*/ 586460 h 736842"/>
              <a:gd name="connsiteX190" fmla="*/ 781370 w 1236043"/>
              <a:gd name="connsiteY190" fmla="*/ 584830 h 736842"/>
              <a:gd name="connsiteX191" fmla="*/ 784387 w 1236043"/>
              <a:gd name="connsiteY191" fmla="*/ 587284 h 736842"/>
              <a:gd name="connsiteX192" fmla="*/ 787391 w 1236043"/>
              <a:gd name="connsiteY192" fmla="*/ 596426 h 736842"/>
              <a:gd name="connsiteX193" fmla="*/ 790386 w 1236043"/>
              <a:gd name="connsiteY193" fmla="*/ 601450 h 736842"/>
              <a:gd name="connsiteX194" fmla="*/ 793373 w 1236043"/>
              <a:gd name="connsiteY194" fmla="*/ 595631 h 736842"/>
              <a:gd name="connsiteX195" fmla="*/ 796351 w 1236043"/>
              <a:gd name="connsiteY195" fmla="*/ 592335 h 736842"/>
              <a:gd name="connsiteX196" fmla="*/ 799319 w 1236043"/>
              <a:gd name="connsiteY196" fmla="*/ 601367 h 736842"/>
              <a:gd name="connsiteX197" fmla="*/ 802277 w 1236043"/>
              <a:gd name="connsiteY197" fmla="*/ 612634 h 736842"/>
              <a:gd name="connsiteX198" fmla="*/ 805228 w 1236043"/>
              <a:gd name="connsiteY198" fmla="*/ 604233 h 736842"/>
              <a:gd name="connsiteX199" fmla="*/ 808169 w 1236043"/>
              <a:gd name="connsiteY199" fmla="*/ 615064 h 736842"/>
              <a:gd name="connsiteX200" fmla="*/ 814024 w 1236043"/>
              <a:gd name="connsiteY200" fmla="*/ 609608 h 736842"/>
              <a:gd name="connsiteX201" fmla="*/ 816938 w 1236043"/>
              <a:gd name="connsiteY201" fmla="*/ 611155 h 736842"/>
              <a:gd name="connsiteX202" fmla="*/ 819845 w 1236043"/>
              <a:gd name="connsiteY202" fmla="*/ 622449 h 736842"/>
              <a:gd name="connsiteX203" fmla="*/ 822742 w 1236043"/>
              <a:gd name="connsiteY203" fmla="*/ 616070 h 736842"/>
              <a:gd name="connsiteX204" fmla="*/ 825630 w 1236043"/>
              <a:gd name="connsiteY204" fmla="*/ 618356 h 736842"/>
              <a:gd name="connsiteX205" fmla="*/ 828512 w 1236043"/>
              <a:gd name="connsiteY205" fmla="*/ 622535 h 736842"/>
              <a:gd name="connsiteX206" fmla="*/ 831382 w 1236043"/>
              <a:gd name="connsiteY206" fmla="*/ 619084 h 736842"/>
              <a:gd name="connsiteX207" fmla="*/ 834248 w 1236043"/>
              <a:gd name="connsiteY207" fmla="*/ 623122 h 736842"/>
              <a:gd name="connsiteX208" fmla="*/ 837104 w 1236043"/>
              <a:gd name="connsiteY208" fmla="*/ 625790 h 736842"/>
              <a:gd name="connsiteX209" fmla="*/ 839950 w 1236043"/>
              <a:gd name="connsiteY209" fmla="*/ 633195 h 736842"/>
              <a:gd name="connsiteX210" fmla="*/ 842791 w 1236043"/>
              <a:gd name="connsiteY210" fmla="*/ 626141 h 736842"/>
              <a:gd name="connsiteX211" fmla="*/ 845622 w 1236043"/>
              <a:gd name="connsiteY211" fmla="*/ 629715 h 736842"/>
              <a:gd name="connsiteX212" fmla="*/ 848444 w 1236043"/>
              <a:gd name="connsiteY212" fmla="*/ 636979 h 736842"/>
              <a:gd name="connsiteX213" fmla="*/ 851261 w 1236043"/>
              <a:gd name="connsiteY213" fmla="*/ 640439 h 736842"/>
              <a:gd name="connsiteX214" fmla="*/ 854068 w 1236043"/>
              <a:gd name="connsiteY214" fmla="*/ 638750 h 736842"/>
              <a:gd name="connsiteX215" fmla="*/ 856867 w 1236043"/>
              <a:gd name="connsiteY215" fmla="*/ 637781 h 736842"/>
              <a:gd name="connsiteX216" fmla="*/ 859660 w 1236043"/>
              <a:gd name="connsiteY216" fmla="*/ 638015 h 736842"/>
              <a:gd name="connsiteX217" fmla="*/ 862445 w 1236043"/>
              <a:gd name="connsiteY217" fmla="*/ 647768 h 736842"/>
              <a:gd name="connsiteX218" fmla="*/ 865220 w 1236043"/>
              <a:gd name="connsiteY218" fmla="*/ 634959 h 736842"/>
              <a:gd name="connsiteX219" fmla="*/ 867991 w 1236043"/>
              <a:gd name="connsiteY219" fmla="*/ 639513 h 736842"/>
              <a:gd name="connsiteX220" fmla="*/ 870751 w 1236043"/>
              <a:gd name="connsiteY220" fmla="*/ 640885 h 736842"/>
              <a:gd name="connsiteX221" fmla="*/ 873505 w 1236043"/>
              <a:gd name="connsiteY221" fmla="*/ 639396 h 736842"/>
              <a:gd name="connsiteX222" fmla="*/ 876253 w 1236043"/>
              <a:gd name="connsiteY222" fmla="*/ 641691 h 736842"/>
              <a:gd name="connsiteX223" fmla="*/ 878992 w 1236043"/>
              <a:gd name="connsiteY223" fmla="*/ 641016 h 736842"/>
              <a:gd name="connsiteX224" fmla="*/ 881724 w 1236043"/>
              <a:gd name="connsiteY224" fmla="*/ 636782 h 736842"/>
              <a:gd name="connsiteX225" fmla="*/ 884448 w 1236043"/>
              <a:gd name="connsiteY225" fmla="*/ 638480 h 736842"/>
              <a:gd name="connsiteX226" fmla="*/ 887167 w 1236043"/>
              <a:gd name="connsiteY226" fmla="*/ 636628 h 736842"/>
              <a:gd name="connsiteX227" fmla="*/ 889877 w 1236043"/>
              <a:gd name="connsiteY227" fmla="*/ 640970 h 736842"/>
              <a:gd name="connsiteX228" fmla="*/ 892581 w 1236043"/>
              <a:gd name="connsiteY228" fmla="*/ 644345 h 736842"/>
              <a:gd name="connsiteX229" fmla="*/ 895276 w 1236043"/>
              <a:gd name="connsiteY229" fmla="*/ 632915 h 736842"/>
              <a:gd name="connsiteX230" fmla="*/ 900649 w 1236043"/>
              <a:gd name="connsiteY230" fmla="*/ 633802 h 736842"/>
              <a:gd name="connsiteX231" fmla="*/ 903325 w 1236043"/>
              <a:gd name="connsiteY231" fmla="*/ 638022 h 736842"/>
              <a:gd name="connsiteX232" fmla="*/ 905993 w 1236043"/>
              <a:gd name="connsiteY232" fmla="*/ 644043 h 736842"/>
              <a:gd name="connsiteX233" fmla="*/ 908653 w 1236043"/>
              <a:gd name="connsiteY233" fmla="*/ 619294 h 736842"/>
              <a:gd name="connsiteX234" fmla="*/ 911309 w 1236043"/>
              <a:gd name="connsiteY234" fmla="*/ 615066 h 736842"/>
              <a:gd name="connsiteX235" fmla="*/ 913958 w 1236043"/>
              <a:gd name="connsiteY235" fmla="*/ 625025 h 736842"/>
              <a:gd name="connsiteX236" fmla="*/ 916599 w 1236043"/>
              <a:gd name="connsiteY236" fmla="*/ 633292 h 736842"/>
              <a:gd name="connsiteX237" fmla="*/ 919236 w 1236043"/>
              <a:gd name="connsiteY237" fmla="*/ 626996 h 736842"/>
              <a:gd name="connsiteX238" fmla="*/ 921863 w 1236043"/>
              <a:gd name="connsiteY238" fmla="*/ 627422 h 736842"/>
              <a:gd name="connsiteX239" fmla="*/ 924484 w 1236043"/>
              <a:gd name="connsiteY239" fmla="*/ 631236 h 736842"/>
              <a:gd name="connsiteX240" fmla="*/ 927101 w 1236043"/>
              <a:gd name="connsiteY240" fmla="*/ 635861 h 736842"/>
              <a:gd name="connsiteX241" fmla="*/ 929711 w 1236043"/>
              <a:gd name="connsiteY241" fmla="*/ 635532 h 736842"/>
              <a:gd name="connsiteX242" fmla="*/ 932313 w 1236043"/>
              <a:gd name="connsiteY242" fmla="*/ 617466 h 736842"/>
              <a:gd name="connsiteX243" fmla="*/ 934908 w 1236043"/>
              <a:gd name="connsiteY243" fmla="*/ 634813 h 736842"/>
              <a:gd name="connsiteX244" fmla="*/ 940084 w 1236043"/>
              <a:gd name="connsiteY244" fmla="*/ 640400 h 736842"/>
              <a:gd name="connsiteX245" fmla="*/ 942659 w 1236043"/>
              <a:gd name="connsiteY245" fmla="*/ 638273 h 736842"/>
              <a:gd name="connsiteX246" fmla="*/ 945232 w 1236043"/>
              <a:gd name="connsiteY246" fmla="*/ 619070 h 736842"/>
              <a:gd name="connsiteX247" fmla="*/ 950357 w 1236043"/>
              <a:gd name="connsiteY247" fmla="*/ 639333 h 736842"/>
              <a:gd name="connsiteX248" fmla="*/ 952908 w 1236043"/>
              <a:gd name="connsiteY248" fmla="*/ 628767 h 736842"/>
              <a:gd name="connsiteX249" fmla="*/ 955457 w 1236043"/>
              <a:gd name="connsiteY249" fmla="*/ 625856 h 736842"/>
              <a:gd name="connsiteX250" fmla="*/ 957998 w 1236043"/>
              <a:gd name="connsiteY250" fmla="*/ 628409 h 736842"/>
              <a:gd name="connsiteX251" fmla="*/ 960532 w 1236043"/>
              <a:gd name="connsiteY251" fmla="*/ 624708 h 736842"/>
              <a:gd name="connsiteX252" fmla="*/ 963061 w 1236043"/>
              <a:gd name="connsiteY252" fmla="*/ 623611 h 736842"/>
              <a:gd name="connsiteX253" fmla="*/ 965583 w 1236043"/>
              <a:gd name="connsiteY253" fmla="*/ 636133 h 736842"/>
              <a:gd name="connsiteX254" fmla="*/ 970613 w 1236043"/>
              <a:gd name="connsiteY254" fmla="*/ 632213 h 736842"/>
              <a:gd name="connsiteX255" fmla="*/ 973120 w 1236043"/>
              <a:gd name="connsiteY255" fmla="*/ 634827 h 736842"/>
              <a:gd name="connsiteX256" fmla="*/ 975620 w 1236043"/>
              <a:gd name="connsiteY256" fmla="*/ 633741 h 736842"/>
              <a:gd name="connsiteX257" fmla="*/ 978113 w 1236043"/>
              <a:gd name="connsiteY257" fmla="*/ 630434 h 736842"/>
              <a:gd name="connsiteX258" fmla="*/ 980603 w 1236043"/>
              <a:gd name="connsiteY258" fmla="*/ 631294 h 736842"/>
              <a:gd name="connsiteX259" fmla="*/ 983086 w 1236043"/>
              <a:gd name="connsiteY259" fmla="*/ 637839 h 736842"/>
              <a:gd name="connsiteX260" fmla="*/ 985561 w 1236043"/>
              <a:gd name="connsiteY260" fmla="*/ 630878 h 736842"/>
              <a:gd name="connsiteX261" fmla="*/ 988035 w 1236043"/>
              <a:gd name="connsiteY261" fmla="*/ 639442 h 736842"/>
              <a:gd name="connsiteX262" fmla="*/ 990500 w 1236043"/>
              <a:gd name="connsiteY262" fmla="*/ 637532 h 736842"/>
              <a:gd name="connsiteX263" fmla="*/ 992961 w 1236043"/>
              <a:gd name="connsiteY263" fmla="*/ 643297 h 736842"/>
              <a:gd name="connsiteX264" fmla="*/ 995418 w 1236043"/>
              <a:gd name="connsiteY264" fmla="*/ 629009 h 736842"/>
              <a:gd name="connsiteX265" fmla="*/ 997866 w 1236043"/>
              <a:gd name="connsiteY265" fmla="*/ 649769 h 736842"/>
              <a:gd name="connsiteX266" fmla="*/ 1000310 w 1236043"/>
              <a:gd name="connsiteY266" fmla="*/ 633809 h 736842"/>
              <a:gd name="connsiteX267" fmla="*/ 1002749 w 1236043"/>
              <a:gd name="connsiteY267" fmla="*/ 633231 h 736842"/>
              <a:gd name="connsiteX268" fmla="*/ 1005184 w 1236043"/>
              <a:gd name="connsiteY268" fmla="*/ 633100 h 736842"/>
              <a:gd name="connsiteX269" fmla="*/ 1007613 w 1236043"/>
              <a:gd name="connsiteY269" fmla="*/ 654871 h 736842"/>
              <a:gd name="connsiteX270" fmla="*/ 1010035 w 1236043"/>
              <a:gd name="connsiteY270" fmla="*/ 629386 h 736842"/>
              <a:gd name="connsiteX271" fmla="*/ 1012455 w 1236043"/>
              <a:gd name="connsiteY271" fmla="*/ 649913 h 736842"/>
              <a:gd name="connsiteX272" fmla="*/ 1014867 w 1236043"/>
              <a:gd name="connsiteY272" fmla="*/ 658558 h 736842"/>
              <a:gd name="connsiteX273" fmla="*/ 1017274 w 1236043"/>
              <a:gd name="connsiteY273" fmla="*/ 644954 h 736842"/>
              <a:gd name="connsiteX274" fmla="*/ 1019677 w 1236043"/>
              <a:gd name="connsiteY274" fmla="*/ 644016 h 736842"/>
              <a:gd name="connsiteX275" fmla="*/ 1022074 w 1236043"/>
              <a:gd name="connsiteY275" fmla="*/ 647761 h 736842"/>
              <a:gd name="connsiteX276" fmla="*/ 1024467 w 1236043"/>
              <a:gd name="connsiteY276" fmla="*/ 662486 h 736842"/>
              <a:gd name="connsiteX277" fmla="*/ 1026853 w 1236043"/>
              <a:gd name="connsiteY277" fmla="*/ 653153 h 736842"/>
              <a:gd name="connsiteX278" fmla="*/ 1029236 w 1236043"/>
              <a:gd name="connsiteY278" fmla="*/ 663246 h 736842"/>
              <a:gd name="connsiteX279" fmla="*/ 1031614 w 1236043"/>
              <a:gd name="connsiteY279" fmla="*/ 646606 h 736842"/>
              <a:gd name="connsiteX280" fmla="*/ 1033985 w 1236043"/>
              <a:gd name="connsiteY280" fmla="*/ 654394 h 736842"/>
              <a:gd name="connsiteX281" fmla="*/ 1036353 w 1236043"/>
              <a:gd name="connsiteY281" fmla="*/ 647866 h 736842"/>
              <a:gd name="connsiteX282" fmla="*/ 1038714 w 1236043"/>
              <a:gd name="connsiteY282" fmla="*/ 646804 h 736842"/>
              <a:gd name="connsiteX283" fmla="*/ 1041073 w 1236043"/>
              <a:gd name="connsiteY283" fmla="*/ 638085 h 736842"/>
              <a:gd name="connsiteX284" fmla="*/ 1043424 w 1236043"/>
              <a:gd name="connsiteY284" fmla="*/ 640807 h 736842"/>
              <a:gd name="connsiteX285" fmla="*/ 1045773 w 1236043"/>
              <a:gd name="connsiteY285" fmla="*/ 658458 h 736842"/>
              <a:gd name="connsiteX286" fmla="*/ 1048115 w 1236043"/>
              <a:gd name="connsiteY286" fmla="*/ 633999 h 736842"/>
              <a:gd name="connsiteX287" fmla="*/ 1050454 w 1236043"/>
              <a:gd name="connsiteY287" fmla="*/ 637751 h 736842"/>
              <a:gd name="connsiteX288" fmla="*/ 1052786 w 1236043"/>
              <a:gd name="connsiteY288" fmla="*/ 661575 h 736842"/>
              <a:gd name="connsiteX289" fmla="*/ 1055115 w 1236043"/>
              <a:gd name="connsiteY289" fmla="*/ 635761 h 736842"/>
              <a:gd name="connsiteX290" fmla="*/ 1057440 w 1236043"/>
              <a:gd name="connsiteY290" fmla="*/ 635261 h 736842"/>
              <a:gd name="connsiteX291" fmla="*/ 1059757 w 1236043"/>
              <a:gd name="connsiteY291" fmla="*/ 646409 h 736842"/>
              <a:gd name="connsiteX292" fmla="*/ 1062072 w 1236043"/>
              <a:gd name="connsiteY292" fmla="*/ 651526 h 736842"/>
              <a:gd name="connsiteX293" fmla="*/ 1064382 w 1236043"/>
              <a:gd name="connsiteY293" fmla="*/ 642912 h 736842"/>
              <a:gd name="connsiteX294" fmla="*/ 1066687 w 1236043"/>
              <a:gd name="connsiteY294" fmla="*/ 659469 h 736842"/>
              <a:gd name="connsiteX295" fmla="*/ 1068990 w 1236043"/>
              <a:gd name="connsiteY295" fmla="*/ 639184 h 736842"/>
              <a:gd name="connsiteX296" fmla="*/ 1071285 w 1236043"/>
              <a:gd name="connsiteY296" fmla="*/ 640846 h 736842"/>
              <a:gd name="connsiteX297" fmla="*/ 1073578 w 1236043"/>
              <a:gd name="connsiteY297" fmla="*/ 652347 h 736842"/>
              <a:gd name="connsiteX298" fmla="*/ 1075864 w 1236043"/>
              <a:gd name="connsiteY298" fmla="*/ 637747 h 736842"/>
              <a:gd name="connsiteX299" fmla="*/ 1078147 w 1236043"/>
              <a:gd name="connsiteY299" fmla="*/ 645315 h 736842"/>
              <a:gd name="connsiteX300" fmla="*/ 1080425 w 1236043"/>
              <a:gd name="connsiteY300" fmla="*/ 644981 h 736842"/>
              <a:gd name="connsiteX301" fmla="*/ 1082698 w 1236043"/>
              <a:gd name="connsiteY301" fmla="*/ 632756 h 736842"/>
              <a:gd name="connsiteX302" fmla="*/ 1084967 w 1236043"/>
              <a:gd name="connsiteY302" fmla="*/ 647325 h 736842"/>
              <a:gd name="connsiteX303" fmla="*/ 1087233 w 1236043"/>
              <a:gd name="connsiteY303" fmla="*/ 642052 h 736842"/>
              <a:gd name="connsiteX304" fmla="*/ 1089494 w 1236043"/>
              <a:gd name="connsiteY304" fmla="*/ 646533 h 736842"/>
              <a:gd name="connsiteX305" fmla="*/ 1096249 w 1236043"/>
              <a:gd name="connsiteY305" fmla="*/ 623244 h 736842"/>
              <a:gd name="connsiteX306" fmla="*/ 1098493 w 1236043"/>
              <a:gd name="connsiteY306" fmla="*/ 644757 h 736842"/>
              <a:gd name="connsiteX307" fmla="*/ 1100732 w 1236043"/>
              <a:gd name="connsiteY307" fmla="*/ 655134 h 736842"/>
              <a:gd name="connsiteX308" fmla="*/ 1102966 w 1236043"/>
              <a:gd name="connsiteY308" fmla="*/ 644459 h 736842"/>
              <a:gd name="connsiteX309" fmla="*/ 1105196 w 1236043"/>
              <a:gd name="connsiteY309" fmla="*/ 638329 h 736842"/>
              <a:gd name="connsiteX310" fmla="*/ 1107423 w 1236043"/>
              <a:gd name="connsiteY310" fmla="*/ 642303 h 736842"/>
              <a:gd name="connsiteX311" fmla="*/ 1109645 w 1236043"/>
              <a:gd name="connsiteY311" fmla="*/ 648295 h 736842"/>
              <a:gd name="connsiteX312" fmla="*/ 1111863 w 1236043"/>
              <a:gd name="connsiteY312" fmla="*/ 630605 h 736842"/>
              <a:gd name="connsiteX313" fmla="*/ 1114077 w 1236043"/>
              <a:gd name="connsiteY313" fmla="*/ 634854 h 736842"/>
              <a:gd name="connsiteX314" fmla="*/ 1116288 w 1236043"/>
              <a:gd name="connsiteY314" fmla="*/ 640312 h 736842"/>
              <a:gd name="connsiteX315" fmla="*/ 1118493 w 1236043"/>
              <a:gd name="connsiteY315" fmla="*/ 651487 h 736842"/>
              <a:gd name="connsiteX316" fmla="*/ 1120695 w 1236043"/>
              <a:gd name="connsiteY316" fmla="*/ 657708 h 736842"/>
              <a:gd name="connsiteX317" fmla="*/ 1122893 w 1236043"/>
              <a:gd name="connsiteY317" fmla="*/ 632432 h 736842"/>
              <a:gd name="connsiteX318" fmla="*/ 1125086 w 1236043"/>
              <a:gd name="connsiteY318" fmla="*/ 644160 h 736842"/>
              <a:gd name="connsiteX319" fmla="*/ 1129460 w 1236043"/>
              <a:gd name="connsiteY319" fmla="*/ 635030 h 736842"/>
              <a:gd name="connsiteX320" fmla="*/ 1131643 w 1236043"/>
              <a:gd name="connsiteY320" fmla="*/ 647111 h 736842"/>
              <a:gd name="connsiteX321" fmla="*/ 1133819 w 1236043"/>
              <a:gd name="connsiteY321" fmla="*/ 647761 h 736842"/>
              <a:gd name="connsiteX322" fmla="*/ 1135993 w 1236043"/>
              <a:gd name="connsiteY322" fmla="*/ 635310 h 736842"/>
              <a:gd name="connsiteX323" fmla="*/ 1138164 w 1236043"/>
              <a:gd name="connsiteY323" fmla="*/ 636475 h 736842"/>
              <a:gd name="connsiteX324" fmla="*/ 1140330 w 1236043"/>
              <a:gd name="connsiteY324" fmla="*/ 638027 h 736842"/>
              <a:gd name="connsiteX325" fmla="*/ 1142491 w 1236043"/>
              <a:gd name="connsiteY325" fmla="*/ 633236 h 736842"/>
              <a:gd name="connsiteX326" fmla="*/ 1144650 w 1236043"/>
              <a:gd name="connsiteY326" fmla="*/ 655595 h 736842"/>
              <a:gd name="connsiteX327" fmla="*/ 1146804 w 1236043"/>
              <a:gd name="connsiteY327" fmla="*/ 621621 h 736842"/>
              <a:gd name="connsiteX328" fmla="*/ 1148956 w 1236043"/>
              <a:gd name="connsiteY328" fmla="*/ 643044 h 736842"/>
              <a:gd name="connsiteX329" fmla="*/ 1151102 w 1236043"/>
              <a:gd name="connsiteY329" fmla="*/ 637084 h 736842"/>
              <a:gd name="connsiteX330" fmla="*/ 1153244 w 1236043"/>
              <a:gd name="connsiteY330" fmla="*/ 650692 h 736842"/>
              <a:gd name="connsiteX331" fmla="*/ 1155383 w 1236043"/>
              <a:gd name="connsiteY331" fmla="*/ 631730 h 736842"/>
              <a:gd name="connsiteX332" fmla="*/ 1157518 w 1236043"/>
              <a:gd name="connsiteY332" fmla="*/ 649001 h 736842"/>
              <a:gd name="connsiteX333" fmla="*/ 1159650 w 1236043"/>
              <a:gd name="connsiteY333" fmla="*/ 637137 h 736842"/>
              <a:gd name="connsiteX334" fmla="*/ 1161780 w 1236043"/>
              <a:gd name="connsiteY334" fmla="*/ 612919 h 736842"/>
              <a:gd name="connsiteX335" fmla="*/ 1163902 w 1236043"/>
              <a:gd name="connsiteY335" fmla="*/ 629628 h 736842"/>
              <a:gd name="connsiteX336" fmla="*/ 1166024 w 1236043"/>
              <a:gd name="connsiteY336" fmla="*/ 635283 h 736842"/>
              <a:gd name="connsiteX337" fmla="*/ 1168139 w 1236043"/>
              <a:gd name="connsiteY337" fmla="*/ 613880 h 736842"/>
              <a:gd name="connsiteX338" fmla="*/ 1170254 w 1236043"/>
              <a:gd name="connsiteY338" fmla="*/ 648892 h 736842"/>
              <a:gd name="connsiteX339" fmla="*/ 1172362 w 1236043"/>
              <a:gd name="connsiteY339" fmla="*/ 638036 h 736842"/>
              <a:gd name="connsiteX340" fmla="*/ 1174470 w 1236043"/>
              <a:gd name="connsiteY340" fmla="*/ 639325 h 736842"/>
              <a:gd name="connsiteX341" fmla="*/ 1176573 w 1236043"/>
              <a:gd name="connsiteY341" fmla="*/ 632837 h 736842"/>
              <a:gd name="connsiteX342" fmla="*/ 1178671 w 1236043"/>
              <a:gd name="connsiteY342" fmla="*/ 622700 h 736842"/>
              <a:gd name="connsiteX343" fmla="*/ 1180766 w 1236043"/>
              <a:gd name="connsiteY343" fmla="*/ 635909 h 736842"/>
              <a:gd name="connsiteX344" fmla="*/ 1182857 w 1236043"/>
              <a:gd name="connsiteY344" fmla="*/ 651628 h 736842"/>
              <a:gd name="connsiteX345" fmla="*/ 1184945 w 1236043"/>
              <a:gd name="connsiteY345" fmla="*/ 640890 h 736842"/>
              <a:gd name="connsiteX346" fmla="*/ 1187031 w 1236043"/>
              <a:gd name="connsiteY346" fmla="*/ 647915 h 736842"/>
              <a:gd name="connsiteX347" fmla="*/ 1189112 w 1236043"/>
              <a:gd name="connsiteY347" fmla="*/ 638387 h 736842"/>
              <a:gd name="connsiteX348" fmla="*/ 1191188 w 1236043"/>
              <a:gd name="connsiteY348" fmla="*/ 615137 h 736842"/>
              <a:gd name="connsiteX349" fmla="*/ 1193264 w 1236043"/>
              <a:gd name="connsiteY349" fmla="*/ 622995 h 736842"/>
              <a:gd name="connsiteX350" fmla="*/ 1195332 w 1236043"/>
              <a:gd name="connsiteY350" fmla="*/ 623429 h 736842"/>
              <a:gd name="connsiteX351" fmla="*/ 1197401 w 1236043"/>
              <a:gd name="connsiteY351" fmla="*/ 635551 h 736842"/>
              <a:gd name="connsiteX352" fmla="*/ 1199465 w 1236043"/>
              <a:gd name="connsiteY352" fmla="*/ 625366 h 736842"/>
              <a:gd name="connsiteX353" fmla="*/ 1201524 w 1236043"/>
              <a:gd name="connsiteY353" fmla="*/ 621204 h 736842"/>
              <a:gd name="connsiteX354" fmla="*/ 1203583 w 1236043"/>
              <a:gd name="connsiteY354" fmla="*/ 625288 h 736842"/>
              <a:gd name="connsiteX355" fmla="*/ 1205637 w 1236043"/>
              <a:gd name="connsiteY355" fmla="*/ 640736 h 736842"/>
              <a:gd name="connsiteX356" fmla="*/ 1207686 w 1236043"/>
              <a:gd name="connsiteY356" fmla="*/ 640293 h 736842"/>
              <a:gd name="connsiteX357" fmla="*/ 1209733 w 1236043"/>
              <a:gd name="connsiteY357" fmla="*/ 622700 h 736842"/>
              <a:gd name="connsiteX358" fmla="*/ 1211777 w 1236043"/>
              <a:gd name="connsiteY358" fmla="*/ 636243 h 736842"/>
              <a:gd name="connsiteX359" fmla="*/ 1213817 w 1236043"/>
              <a:gd name="connsiteY359" fmla="*/ 636211 h 736842"/>
              <a:gd name="connsiteX360" fmla="*/ 1215854 w 1236043"/>
              <a:gd name="connsiteY360" fmla="*/ 620100 h 736842"/>
              <a:gd name="connsiteX361" fmla="*/ 1217888 w 1236043"/>
              <a:gd name="connsiteY361" fmla="*/ 717503 h 736842"/>
              <a:gd name="connsiteX362" fmla="*/ 1219918 w 1236043"/>
              <a:gd name="connsiteY362" fmla="*/ 671436 h 736842"/>
              <a:gd name="connsiteX363" fmla="*/ 1221945 w 1236043"/>
              <a:gd name="connsiteY363" fmla="*/ 736843 h 736842"/>
              <a:gd name="connsiteX364" fmla="*/ 1223970 w 1236043"/>
              <a:gd name="connsiteY364" fmla="*/ 622656 h 736842"/>
              <a:gd name="connsiteX365" fmla="*/ 1225990 w 1236043"/>
              <a:gd name="connsiteY365" fmla="*/ 645256 h 736842"/>
              <a:gd name="connsiteX366" fmla="*/ 1228008 w 1236043"/>
              <a:gd name="connsiteY366" fmla="*/ 603485 h 736842"/>
              <a:gd name="connsiteX367" fmla="*/ 1230020 w 1236043"/>
              <a:gd name="connsiteY367" fmla="*/ 689265 h 736842"/>
              <a:gd name="connsiteX368" fmla="*/ 1232033 w 1236043"/>
              <a:gd name="connsiteY368" fmla="*/ 730298 h 736842"/>
              <a:gd name="connsiteX369" fmla="*/ 1236044 w 1236043"/>
              <a:gd name="connsiteY369" fmla="*/ 576613 h 736842"/>
              <a:gd name="connsiteX370" fmla="*/ 1236044 w 1236043"/>
              <a:gd name="connsiteY370" fmla="*/ 576613 h 736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</a:cxnLst>
            <a:rect l="l" t="t" r="r" b="b"/>
            <a:pathLst>
              <a:path w="1236043" h="736842">
                <a:moveTo>
                  <a:pt x="0" y="56718"/>
                </a:moveTo>
                <a:lnTo>
                  <a:pt x="1782" y="102143"/>
                </a:lnTo>
                <a:lnTo>
                  <a:pt x="3607" y="0"/>
                </a:lnTo>
                <a:lnTo>
                  <a:pt x="5476" y="23736"/>
                </a:lnTo>
                <a:lnTo>
                  <a:pt x="7395" y="97360"/>
                </a:lnTo>
                <a:lnTo>
                  <a:pt x="9364" y="194969"/>
                </a:lnTo>
                <a:lnTo>
                  <a:pt x="11381" y="231591"/>
                </a:lnTo>
                <a:lnTo>
                  <a:pt x="13452" y="234286"/>
                </a:lnTo>
                <a:lnTo>
                  <a:pt x="15578" y="246864"/>
                </a:lnTo>
                <a:lnTo>
                  <a:pt x="17758" y="164043"/>
                </a:lnTo>
                <a:lnTo>
                  <a:pt x="19999" y="152951"/>
                </a:lnTo>
                <a:lnTo>
                  <a:pt x="22297" y="169054"/>
                </a:lnTo>
                <a:lnTo>
                  <a:pt x="24657" y="222722"/>
                </a:lnTo>
                <a:lnTo>
                  <a:pt x="29572" y="303482"/>
                </a:lnTo>
                <a:lnTo>
                  <a:pt x="32129" y="316640"/>
                </a:lnTo>
                <a:lnTo>
                  <a:pt x="34757" y="319296"/>
                </a:lnTo>
                <a:lnTo>
                  <a:pt x="37456" y="314588"/>
                </a:lnTo>
                <a:lnTo>
                  <a:pt x="40229" y="221028"/>
                </a:lnTo>
                <a:lnTo>
                  <a:pt x="46001" y="312103"/>
                </a:lnTo>
                <a:lnTo>
                  <a:pt x="49006" y="350298"/>
                </a:lnTo>
                <a:lnTo>
                  <a:pt x="52092" y="309335"/>
                </a:lnTo>
                <a:lnTo>
                  <a:pt x="55261" y="361740"/>
                </a:lnTo>
                <a:lnTo>
                  <a:pt x="58514" y="388360"/>
                </a:lnTo>
                <a:lnTo>
                  <a:pt x="61851" y="356769"/>
                </a:lnTo>
                <a:lnTo>
                  <a:pt x="65279" y="366611"/>
                </a:lnTo>
                <a:lnTo>
                  <a:pt x="68795" y="392254"/>
                </a:lnTo>
                <a:lnTo>
                  <a:pt x="72398" y="406928"/>
                </a:lnTo>
                <a:lnTo>
                  <a:pt x="76094" y="411789"/>
                </a:lnTo>
                <a:lnTo>
                  <a:pt x="79879" y="403994"/>
                </a:lnTo>
                <a:lnTo>
                  <a:pt x="83756" y="415254"/>
                </a:lnTo>
                <a:lnTo>
                  <a:pt x="87724" y="421786"/>
                </a:lnTo>
                <a:lnTo>
                  <a:pt x="91782" y="432335"/>
                </a:lnTo>
                <a:lnTo>
                  <a:pt x="95931" y="444925"/>
                </a:lnTo>
                <a:lnTo>
                  <a:pt x="100169" y="447897"/>
                </a:lnTo>
                <a:lnTo>
                  <a:pt x="104496" y="464160"/>
                </a:lnTo>
                <a:lnTo>
                  <a:pt x="108909" y="455527"/>
                </a:lnTo>
                <a:lnTo>
                  <a:pt x="113407" y="465434"/>
                </a:lnTo>
                <a:lnTo>
                  <a:pt x="117986" y="460770"/>
                </a:lnTo>
                <a:lnTo>
                  <a:pt x="122646" y="472508"/>
                </a:lnTo>
                <a:lnTo>
                  <a:pt x="127383" y="471808"/>
                </a:lnTo>
                <a:lnTo>
                  <a:pt x="132194" y="479842"/>
                </a:lnTo>
                <a:lnTo>
                  <a:pt x="137074" y="486764"/>
                </a:lnTo>
                <a:lnTo>
                  <a:pt x="142022" y="488136"/>
                </a:lnTo>
                <a:lnTo>
                  <a:pt x="147032" y="486282"/>
                </a:lnTo>
                <a:lnTo>
                  <a:pt x="152101" y="491175"/>
                </a:lnTo>
                <a:lnTo>
                  <a:pt x="157226" y="494610"/>
                </a:lnTo>
                <a:lnTo>
                  <a:pt x="162400" y="501796"/>
                </a:lnTo>
                <a:lnTo>
                  <a:pt x="167621" y="500012"/>
                </a:lnTo>
                <a:lnTo>
                  <a:pt x="172883" y="452812"/>
                </a:lnTo>
                <a:lnTo>
                  <a:pt x="178183" y="451343"/>
                </a:lnTo>
                <a:lnTo>
                  <a:pt x="183517" y="457013"/>
                </a:lnTo>
                <a:lnTo>
                  <a:pt x="188878" y="439835"/>
                </a:lnTo>
                <a:lnTo>
                  <a:pt x="194265" y="430222"/>
                </a:lnTo>
                <a:lnTo>
                  <a:pt x="199674" y="429369"/>
                </a:lnTo>
                <a:lnTo>
                  <a:pt x="205098" y="433126"/>
                </a:lnTo>
                <a:lnTo>
                  <a:pt x="210537" y="431396"/>
                </a:lnTo>
                <a:lnTo>
                  <a:pt x="215985" y="439481"/>
                </a:lnTo>
                <a:lnTo>
                  <a:pt x="221441" y="432120"/>
                </a:lnTo>
                <a:lnTo>
                  <a:pt x="226899" y="426923"/>
                </a:lnTo>
                <a:lnTo>
                  <a:pt x="232357" y="435819"/>
                </a:lnTo>
                <a:lnTo>
                  <a:pt x="237813" y="461401"/>
                </a:lnTo>
                <a:lnTo>
                  <a:pt x="243264" y="450534"/>
                </a:lnTo>
                <a:lnTo>
                  <a:pt x="248705" y="455522"/>
                </a:lnTo>
                <a:lnTo>
                  <a:pt x="254138" y="468636"/>
                </a:lnTo>
                <a:lnTo>
                  <a:pt x="264967" y="484917"/>
                </a:lnTo>
                <a:lnTo>
                  <a:pt x="270359" y="485273"/>
                </a:lnTo>
                <a:lnTo>
                  <a:pt x="275734" y="463682"/>
                </a:lnTo>
                <a:lnTo>
                  <a:pt x="281090" y="450629"/>
                </a:lnTo>
                <a:lnTo>
                  <a:pt x="286426" y="433794"/>
                </a:lnTo>
                <a:lnTo>
                  <a:pt x="291741" y="420624"/>
                </a:lnTo>
                <a:lnTo>
                  <a:pt x="297036" y="402417"/>
                </a:lnTo>
                <a:lnTo>
                  <a:pt x="302304" y="396933"/>
                </a:lnTo>
                <a:lnTo>
                  <a:pt x="307550" y="400997"/>
                </a:lnTo>
                <a:lnTo>
                  <a:pt x="312771" y="378619"/>
                </a:lnTo>
                <a:lnTo>
                  <a:pt x="317969" y="400088"/>
                </a:lnTo>
                <a:lnTo>
                  <a:pt x="323139" y="402841"/>
                </a:lnTo>
                <a:lnTo>
                  <a:pt x="328283" y="411216"/>
                </a:lnTo>
                <a:lnTo>
                  <a:pt x="333403" y="414394"/>
                </a:lnTo>
                <a:lnTo>
                  <a:pt x="338493" y="420873"/>
                </a:lnTo>
                <a:lnTo>
                  <a:pt x="343556" y="422391"/>
                </a:lnTo>
                <a:lnTo>
                  <a:pt x="348593" y="417142"/>
                </a:lnTo>
                <a:lnTo>
                  <a:pt x="353602" y="412615"/>
                </a:lnTo>
                <a:lnTo>
                  <a:pt x="363537" y="430531"/>
                </a:lnTo>
                <a:lnTo>
                  <a:pt x="368461" y="437997"/>
                </a:lnTo>
                <a:lnTo>
                  <a:pt x="373359" y="439976"/>
                </a:lnTo>
                <a:lnTo>
                  <a:pt x="378230" y="450064"/>
                </a:lnTo>
                <a:lnTo>
                  <a:pt x="383071" y="468687"/>
                </a:lnTo>
                <a:lnTo>
                  <a:pt x="387886" y="470963"/>
                </a:lnTo>
                <a:lnTo>
                  <a:pt x="392674" y="487291"/>
                </a:lnTo>
                <a:lnTo>
                  <a:pt x="397435" y="495388"/>
                </a:lnTo>
                <a:lnTo>
                  <a:pt x="402167" y="508821"/>
                </a:lnTo>
                <a:lnTo>
                  <a:pt x="406872" y="512551"/>
                </a:lnTo>
                <a:lnTo>
                  <a:pt x="411551" y="532118"/>
                </a:lnTo>
                <a:lnTo>
                  <a:pt x="416205" y="539023"/>
                </a:lnTo>
                <a:lnTo>
                  <a:pt x="420829" y="544057"/>
                </a:lnTo>
                <a:lnTo>
                  <a:pt x="425430" y="551457"/>
                </a:lnTo>
                <a:lnTo>
                  <a:pt x="430003" y="546231"/>
                </a:lnTo>
                <a:lnTo>
                  <a:pt x="434550" y="553224"/>
                </a:lnTo>
                <a:lnTo>
                  <a:pt x="439073" y="547335"/>
                </a:lnTo>
                <a:lnTo>
                  <a:pt x="443568" y="540936"/>
                </a:lnTo>
                <a:lnTo>
                  <a:pt x="448042" y="540795"/>
                </a:lnTo>
                <a:lnTo>
                  <a:pt x="452486" y="523911"/>
                </a:lnTo>
                <a:lnTo>
                  <a:pt x="456909" y="521338"/>
                </a:lnTo>
                <a:lnTo>
                  <a:pt x="461307" y="513024"/>
                </a:lnTo>
                <a:lnTo>
                  <a:pt x="465681" y="491319"/>
                </a:lnTo>
                <a:lnTo>
                  <a:pt x="470033" y="480151"/>
                </a:lnTo>
                <a:lnTo>
                  <a:pt x="474358" y="476031"/>
                </a:lnTo>
                <a:lnTo>
                  <a:pt x="478661" y="486114"/>
                </a:lnTo>
                <a:lnTo>
                  <a:pt x="482942" y="489871"/>
                </a:lnTo>
                <a:lnTo>
                  <a:pt x="487199" y="471243"/>
                </a:lnTo>
                <a:lnTo>
                  <a:pt x="491434" y="467732"/>
                </a:lnTo>
                <a:lnTo>
                  <a:pt x="495644" y="457610"/>
                </a:lnTo>
                <a:lnTo>
                  <a:pt x="499835" y="451055"/>
                </a:lnTo>
                <a:lnTo>
                  <a:pt x="508152" y="458183"/>
                </a:lnTo>
                <a:lnTo>
                  <a:pt x="512277" y="437520"/>
                </a:lnTo>
                <a:lnTo>
                  <a:pt x="516383" y="467637"/>
                </a:lnTo>
                <a:lnTo>
                  <a:pt x="520466" y="466311"/>
                </a:lnTo>
                <a:lnTo>
                  <a:pt x="524528" y="469520"/>
                </a:lnTo>
                <a:lnTo>
                  <a:pt x="528573" y="492530"/>
                </a:lnTo>
                <a:lnTo>
                  <a:pt x="532596" y="472703"/>
                </a:lnTo>
                <a:lnTo>
                  <a:pt x="536597" y="516187"/>
                </a:lnTo>
                <a:lnTo>
                  <a:pt x="540581" y="461760"/>
                </a:lnTo>
                <a:lnTo>
                  <a:pt x="544545" y="451243"/>
                </a:lnTo>
                <a:lnTo>
                  <a:pt x="548490" y="443514"/>
                </a:lnTo>
                <a:lnTo>
                  <a:pt x="552416" y="465290"/>
                </a:lnTo>
                <a:lnTo>
                  <a:pt x="556322" y="462505"/>
                </a:lnTo>
                <a:lnTo>
                  <a:pt x="560211" y="453541"/>
                </a:lnTo>
                <a:lnTo>
                  <a:pt x="564082" y="449713"/>
                </a:lnTo>
                <a:lnTo>
                  <a:pt x="567935" y="428007"/>
                </a:lnTo>
                <a:lnTo>
                  <a:pt x="571768" y="441474"/>
                </a:lnTo>
                <a:lnTo>
                  <a:pt x="575583" y="451063"/>
                </a:lnTo>
                <a:lnTo>
                  <a:pt x="579382" y="439138"/>
                </a:lnTo>
                <a:lnTo>
                  <a:pt x="583164" y="444067"/>
                </a:lnTo>
                <a:lnTo>
                  <a:pt x="586928" y="439050"/>
                </a:lnTo>
                <a:lnTo>
                  <a:pt x="590676" y="447832"/>
                </a:lnTo>
                <a:lnTo>
                  <a:pt x="594409" y="444277"/>
                </a:lnTo>
                <a:lnTo>
                  <a:pt x="598122" y="437897"/>
                </a:lnTo>
                <a:lnTo>
                  <a:pt x="601821" y="458236"/>
                </a:lnTo>
                <a:lnTo>
                  <a:pt x="605503" y="454374"/>
                </a:lnTo>
                <a:lnTo>
                  <a:pt x="609168" y="449713"/>
                </a:lnTo>
                <a:lnTo>
                  <a:pt x="612818" y="456881"/>
                </a:lnTo>
                <a:lnTo>
                  <a:pt x="616451" y="454574"/>
                </a:lnTo>
                <a:lnTo>
                  <a:pt x="620072" y="441930"/>
                </a:lnTo>
                <a:lnTo>
                  <a:pt x="623675" y="458516"/>
                </a:lnTo>
                <a:lnTo>
                  <a:pt x="627262" y="451703"/>
                </a:lnTo>
                <a:lnTo>
                  <a:pt x="630837" y="452625"/>
                </a:lnTo>
                <a:lnTo>
                  <a:pt x="634394" y="468314"/>
                </a:lnTo>
                <a:lnTo>
                  <a:pt x="637940" y="454791"/>
                </a:lnTo>
                <a:lnTo>
                  <a:pt x="641468" y="468487"/>
                </a:lnTo>
                <a:lnTo>
                  <a:pt x="644984" y="468368"/>
                </a:lnTo>
                <a:lnTo>
                  <a:pt x="651970" y="475098"/>
                </a:lnTo>
                <a:lnTo>
                  <a:pt x="655444" y="480639"/>
                </a:lnTo>
                <a:lnTo>
                  <a:pt x="658902" y="477374"/>
                </a:lnTo>
                <a:lnTo>
                  <a:pt x="662347" y="483117"/>
                </a:lnTo>
                <a:lnTo>
                  <a:pt x="665781" y="459603"/>
                </a:lnTo>
                <a:lnTo>
                  <a:pt x="669199" y="489995"/>
                </a:lnTo>
                <a:lnTo>
                  <a:pt x="672603" y="485804"/>
                </a:lnTo>
                <a:lnTo>
                  <a:pt x="675995" y="478434"/>
                </a:lnTo>
                <a:lnTo>
                  <a:pt x="679375" y="483161"/>
                </a:lnTo>
                <a:lnTo>
                  <a:pt x="682742" y="491004"/>
                </a:lnTo>
                <a:lnTo>
                  <a:pt x="686095" y="500753"/>
                </a:lnTo>
                <a:lnTo>
                  <a:pt x="689438" y="496962"/>
                </a:lnTo>
                <a:lnTo>
                  <a:pt x="692767" y="495422"/>
                </a:lnTo>
                <a:lnTo>
                  <a:pt x="696083" y="514647"/>
                </a:lnTo>
                <a:lnTo>
                  <a:pt x="699387" y="513248"/>
                </a:lnTo>
                <a:lnTo>
                  <a:pt x="702679" y="517274"/>
                </a:lnTo>
                <a:lnTo>
                  <a:pt x="705959" y="529825"/>
                </a:lnTo>
                <a:lnTo>
                  <a:pt x="709229" y="537069"/>
                </a:lnTo>
                <a:lnTo>
                  <a:pt x="712484" y="526177"/>
                </a:lnTo>
                <a:lnTo>
                  <a:pt x="715729" y="526319"/>
                </a:lnTo>
                <a:lnTo>
                  <a:pt x="718963" y="521657"/>
                </a:lnTo>
                <a:lnTo>
                  <a:pt x="722184" y="541333"/>
                </a:lnTo>
                <a:lnTo>
                  <a:pt x="725396" y="538945"/>
                </a:lnTo>
                <a:lnTo>
                  <a:pt x="728595" y="539106"/>
                </a:lnTo>
                <a:lnTo>
                  <a:pt x="731785" y="540541"/>
                </a:lnTo>
                <a:lnTo>
                  <a:pt x="734962" y="544126"/>
                </a:lnTo>
                <a:lnTo>
                  <a:pt x="738127" y="543368"/>
                </a:lnTo>
                <a:lnTo>
                  <a:pt x="741285" y="551146"/>
                </a:lnTo>
                <a:lnTo>
                  <a:pt x="744428" y="560383"/>
                </a:lnTo>
                <a:lnTo>
                  <a:pt x="747564" y="550300"/>
                </a:lnTo>
                <a:lnTo>
                  <a:pt x="750688" y="561353"/>
                </a:lnTo>
                <a:lnTo>
                  <a:pt x="753802" y="576433"/>
                </a:lnTo>
                <a:lnTo>
                  <a:pt x="756904" y="579240"/>
                </a:lnTo>
                <a:lnTo>
                  <a:pt x="759998" y="569318"/>
                </a:lnTo>
                <a:lnTo>
                  <a:pt x="763081" y="566867"/>
                </a:lnTo>
                <a:lnTo>
                  <a:pt x="766153" y="570607"/>
                </a:lnTo>
                <a:lnTo>
                  <a:pt x="769216" y="572751"/>
                </a:lnTo>
                <a:lnTo>
                  <a:pt x="772269" y="585675"/>
                </a:lnTo>
                <a:lnTo>
                  <a:pt x="775313" y="583295"/>
                </a:lnTo>
                <a:lnTo>
                  <a:pt x="778346" y="586460"/>
                </a:lnTo>
                <a:lnTo>
                  <a:pt x="781370" y="584830"/>
                </a:lnTo>
                <a:lnTo>
                  <a:pt x="784387" y="587284"/>
                </a:lnTo>
                <a:lnTo>
                  <a:pt x="787391" y="596426"/>
                </a:lnTo>
                <a:lnTo>
                  <a:pt x="790386" y="601450"/>
                </a:lnTo>
                <a:lnTo>
                  <a:pt x="793373" y="595631"/>
                </a:lnTo>
                <a:lnTo>
                  <a:pt x="796351" y="592335"/>
                </a:lnTo>
                <a:lnTo>
                  <a:pt x="799319" y="601367"/>
                </a:lnTo>
                <a:lnTo>
                  <a:pt x="802277" y="612634"/>
                </a:lnTo>
                <a:lnTo>
                  <a:pt x="805228" y="604233"/>
                </a:lnTo>
                <a:lnTo>
                  <a:pt x="808169" y="615064"/>
                </a:lnTo>
                <a:lnTo>
                  <a:pt x="814024" y="609608"/>
                </a:lnTo>
                <a:lnTo>
                  <a:pt x="816938" y="611155"/>
                </a:lnTo>
                <a:lnTo>
                  <a:pt x="819845" y="622449"/>
                </a:lnTo>
                <a:lnTo>
                  <a:pt x="822742" y="616070"/>
                </a:lnTo>
                <a:lnTo>
                  <a:pt x="825630" y="618356"/>
                </a:lnTo>
                <a:lnTo>
                  <a:pt x="828512" y="622535"/>
                </a:lnTo>
                <a:lnTo>
                  <a:pt x="831382" y="619084"/>
                </a:lnTo>
                <a:lnTo>
                  <a:pt x="834248" y="623122"/>
                </a:lnTo>
                <a:lnTo>
                  <a:pt x="837104" y="625790"/>
                </a:lnTo>
                <a:lnTo>
                  <a:pt x="839950" y="633195"/>
                </a:lnTo>
                <a:lnTo>
                  <a:pt x="842791" y="626141"/>
                </a:lnTo>
                <a:lnTo>
                  <a:pt x="845622" y="629715"/>
                </a:lnTo>
                <a:lnTo>
                  <a:pt x="848444" y="636979"/>
                </a:lnTo>
                <a:lnTo>
                  <a:pt x="851261" y="640439"/>
                </a:lnTo>
                <a:lnTo>
                  <a:pt x="854068" y="638750"/>
                </a:lnTo>
                <a:lnTo>
                  <a:pt x="856867" y="637781"/>
                </a:lnTo>
                <a:lnTo>
                  <a:pt x="859660" y="638015"/>
                </a:lnTo>
                <a:lnTo>
                  <a:pt x="862445" y="647768"/>
                </a:lnTo>
                <a:lnTo>
                  <a:pt x="865220" y="634959"/>
                </a:lnTo>
                <a:lnTo>
                  <a:pt x="867991" y="639513"/>
                </a:lnTo>
                <a:lnTo>
                  <a:pt x="870751" y="640885"/>
                </a:lnTo>
                <a:lnTo>
                  <a:pt x="873505" y="639396"/>
                </a:lnTo>
                <a:lnTo>
                  <a:pt x="876253" y="641691"/>
                </a:lnTo>
                <a:lnTo>
                  <a:pt x="878992" y="641016"/>
                </a:lnTo>
                <a:lnTo>
                  <a:pt x="881724" y="636782"/>
                </a:lnTo>
                <a:lnTo>
                  <a:pt x="884448" y="638480"/>
                </a:lnTo>
                <a:lnTo>
                  <a:pt x="887167" y="636628"/>
                </a:lnTo>
                <a:lnTo>
                  <a:pt x="889877" y="640970"/>
                </a:lnTo>
                <a:lnTo>
                  <a:pt x="892581" y="644345"/>
                </a:lnTo>
                <a:lnTo>
                  <a:pt x="895276" y="632915"/>
                </a:lnTo>
                <a:lnTo>
                  <a:pt x="900649" y="633802"/>
                </a:lnTo>
                <a:lnTo>
                  <a:pt x="903325" y="638022"/>
                </a:lnTo>
                <a:lnTo>
                  <a:pt x="905993" y="644043"/>
                </a:lnTo>
                <a:lnTo>
                  <a:pt x="908653" y="619294"/>
                </a:lnTo>
                <a:lnTo>
                  <a:pt x="911309" y="615066"/>
                </a:lnTo>
                <a:lnTo>
                  <a:pt x="913958" y="625025"/>
                </a:lnTo>
                <a:lnTo>
                  <a:pt x="916599" y="633292"/>
                </a:lnTo>
                <a:lnTo>
                  <a:pt x="919236" y="626996"/>
                </a:lnTo>
                <a:lnTo>
                  <a:pt x="921863" y="627422"/>
                </a:lnTo>
                <a:lnTo>
                  <a:pt x="924484" y="631236"/>
                </a:lnTo>
                <a:lnTo>
                  <a:pt x="927101" y="635861"/>
                </a:lnTo>
                <a:lnTo>
                  <a:pt x="929711" y="635532"/>
                </a:lnTo>
                <a:lnTo>
                  <a:pt x="932313" y="617466"/>
                </a:lnTo>
                <a:lnTo>
                  <a:pt x="934908" y="634813"/>
                </a:lnTo>
                <a:lnTo>
                  <a:pt x="940084" y="640400"/>
                </a:lnTo>
                <a:lnTo>
                  <a:pt x="942659" y="638273"/>
                </a:lnTo>
                <a:lnTo>
                  <a:pt x="945232" y="619070"/>
                </a:lnTo>
                <a:lnTo>
                  <a:pt x="950357" y="639333"/>
                </a:lnTo>
                <a:lnTo>
                  <a:pt x="952908" y="628767"/>
                </a:lnTo>
                <a:lnTo>
                  <a:pt x="955457" y="625856"/>
                </a:lnTo>
                <a:lnTo>
                  <a:pt x="957998" y="628409"/>
                </a:lnTo>
                <a:lnTo>
                  <a:pt x="960532" y="624708"/>
                </a:lnTo>
                <a:lnTo>
                  <a:pt x="963061" y="623611"/>
                </a:lnTo>
                <a:lnTo>
                  <a:pt x="965583" y="636133"/>
                </a:lnTo>
                <a:lnTo>
                  <a:pt x="970613" y="632213"/>
                </a:lnTo>
                <a:lnTo>
                  <a:pt x="973120" y="634827"/>
                </a:lnTo>
                <a:lnTo>
                  <a:pt x="975620" y="633741"/>
                </a:lnTo>
                <a:lnTo>
                  <a:pt x="978113" y="630434"/>
                </a:lnTo>
                <a:lnTo>
                  <a:pt x="980603" y="631294"/>
                </a:lnTo>
                <a:lnTo>
                  <a:pt x="983086" y="637839"/>
                </a:lnTo>
                <a:lnTo>
                  <a:pt x="985561" y="630878"/>
                </a:lnTo>
                <a:lnTo>
                  <a:pt x="988035" y="639442"/>
                </a:lnTo>
                <a:lnTo>
                  <a:pt x="990500" y="637532"/>
                </a:lnTo>
                <a:lnTo>
                  <a:pt x="992961" y="643297"/>
                </a:lnTo>
                <a:lnTo>
                  <a:pt x="995418" y="629009"/>
                </a:lnTo>
                <a:lnTo>
                  <a:pt x="997866" y="649769"/>
                </a:lnTo>
                <a:lnTo>
                  <a:pt x="1000310" y="633809"/>
                </a:lnTo>
                <a:lnTo>
                  <a:pt x="1002749" y="633231"/>
                </a:lnTo>
                <a:lnTo>
                  <a:pt x="1005184" y="633100"/>
                </a:lnTo>
                <a:lnTo>
                  <a:pt x="1007613" y="654871"/>
                </a:lnTo>
                <a:lnTo>
                  <a:pt x="1010035" y="629386"/>
                </a:lnTo>
                <a:lnTo>
                  <a:pt x="1012455" y="649913"/>
                </a:lnTo>
                <a:lnTo>
                  <a:pt x="1014867" y="658558"/>
                </a:lnTo>
                <a:lnTo>
                  <a:pt x="1017274" y="644954"/>
                </a:lnTo>
                <a:lnTo>
                  <a:pt x="1019677" y="644016"/>
                </a:lnTo>
                <a:lnTo>
                  <a:pt x="1022074" y="647761"/>
                </a:lnTo>
                <a:lnTo>
                  <a:pt x="1024467" y="662486"/>
                </a:lnTo>
                <a:lnTo>
                  <a:pt x="1026853" y="653153"/>
                </a:lnTo>
                <a:lnTo>
                  <a:pt x="1029236" y="663246"/>
                </a:lnTo>
                <a:lnTo>
                  <a:pt x="1031614" y="646606"/>
                </a:lnTo>
                <a:lnTo>
                  <a:pt x="1033985" y="654394"/>
                </a:lnTo>
                <a:lnTo>
                  <a:pt x="1036353" y="647866"/>
                </a:lnTo>
                <a:lnTo>
                  <a:pt x="1038714" y="646804"/>
                </a:lnTo>
                <a:lnTo>
                  <a:pt x="1041073" y="638085"/>
                </a:lnTo>
                <a:lnTo>
                  <a:pt x="1043424" y="640807"/>
                </a:lnTo>
                <a:lnTo>
                  <a:pt x="1045773" y="658458"/>
                </a:lnTo>
                <a:lnTo>
                  <a:pt x="1048115" y="633999"/>
                </a:lnTo>
                <a:lnTo>
                  <a:pt x="1050454" y="637751"/>
                </a:lnTo>
                <a:lnTo>
                  <a:pt x="1052786" y="661575"/>
                </a:lnTo>
                <a:lnTo>
                  <a:pt x="1055115" y="635761"/>
                </a:lnTo>
                <a:lnTo>
                  <a:pt x="1057440" y="635261"/>
                </a:lnTo>
                <a:lnTo>
                  <a:pt x="1059757" y="646409"/>
                </a:lnTo>
                <a:lnTo>
                  <a:pt x="1062072" y="651526"/>
                </a:lnTo>
                <a:lnTo>
                  <a:pt x="1064382" y="642912"/>
                </a:lnTo>
                <a:lnTo>
                  <a:pt x="1066687" y="659469"/>
                </a:lnTo>
                <a:lnTo>
                  <a:pt x="1068990" y="639184"/>
                </a:lnTo>
                <a:lnTo>
                  <a:pt x="1071285" y="640846"/>
                </a:lnTo>
                <a:lnTo>
                  <a:pt x="1073578" y="652347"/>
                </a:lnTo>
                <a:lnTo>
                  <a:pt x="1075864" y="637747"/>
                </a:lnTo>
                <a:lnTo>
                  <a:pt x="1078147" y="645315"/>
                </a:lnTo>
                <a:lnTo>
                  <a:pt x="1080425" y="644981"/>
                </a:lnTo>
                <a:lnTo>
                  <a:pt x="1082698" y="632756"/>
                </a:lnTo>
                <a:lnTo>
                  <a:pt x="1084967" y="647325"/>
                </a:lnTo>
                <a:lnTo>
                  <a:pt x="1087233" y="642052"/>
                </a:lnTo>
                <a:lnTo>
                  <a:pt x="1089494" y="646533"/>
                </a:lnTo>
                <a:lnTo>
                  <a:pt x="1096249" y="623244"/>
                </a:lnTo>
                <a:lnTo>
                  <a:pt x="1098493" y="644757"/>
                </a:lnTo>
                <a:lnTo>
                  <a:pt x="1100732" y="655134"/>
                </a:lnTo>
                <a:lnTo>
                  <a:pt x="1102966" y="644459"/>
                </a:lnTo>
                <a:lnTo>
                  <a:pt x="1105196" y="638329"/>
                </a:lnTo>
                <a:lnTo>
                  <a:pt x="1107423" y="642303"/>
                </a:lnTo>
                <a:lnTo>
                  <a:pt x="1109645" y="648295"/>
                </a:lnTo>
                <a:lnTo>
                  <a:pt x="1111863" y="630605"/>
                </a:lnTo>
                <a:lnTo>
                  <a:pt x="1114077" y="634854"/>
                </a:lnTo>
                <a:lnTo>
                  <a:pt x="1116288" y="640312"/>
                </a:lnTo>
                <a:lnTo>
                  <a:pt x="1118493" y="651487"/>
                </a:lnTo>
                <a:lnTo>
                  <a:pt x="1120695" y="657708"/>
                </a:lnTo>
                <a:lnTo>
                  <a:pt x="1122893" y="632432"/>
                </a:lnTo>
                <a:lnTo>
                  <a:pt x="1125086" y="644160"/>
                </a:lnTo>
                <a:lnTo>
                  <a:pt x="1129460" y="635030"/>
                </a:lnTo>
                <a:lnTo>
                  <a:pt x="1131643" y="647111"/>
                </a:lnTo>
                <a:lnTo>
                  <a:pt x="1133819" y="647761"/>
                </a:lnTo>
                <a:lnTo>
                  <a:pt x="1135993" y="635310"/>
                </a:lnTo>
                <a:lnTo>
                  <a:pt x="1138164" y="636475"/>
                </a:lnTo>
                <a:lnTo>
                  <a:pt x="1140330" y="638027"/>
                </a:lnTo>
                <a:lnTo>
                  <a:pt x="1142491" y="633236"/>
                </a:lnTo>
                <a:lnTo>
                  <a:pt x="1144650" y="655595"/>
                </a:lnTo>
                <a:lnTo>
                  <a:pt x="1146804" y="621621"/>
                </a:lnTo>
                <a:lnTo>
                  <a:pt x="1148956" y="643044"/>
                </a:lnTo>
                <a:lnTo>
                  <a:pt x="1151102" y="637084"/>
                </a:lnTo>
                <a:lnTo>
                  <a:pt x="1153244" y="650692"/>
                </a:lnTo>
                <a:lnTo>
                  <a:pt x="1155383" y="631730"/>
                </a:lnTo>
                <a:lnTo>
                  <a:pt x="1157518" y="649001"/>
                </a:lnTo>
                <a:lnTo>
                  <a:pt x="1159650" y="637137"/>
                </a:lnTo>
                <a:lnTo>
                  <a:pt x="1161780" y="612919"/>
                </a:lnTo>
                <a:lnTo>
                  <a:pt x="1163902" y="629628"/>
                </a:lnTo>
                <a:lnTo>
                  <a:pt x="1166024" y="635283"/>
                </a:lnTo>
                <a:lnTo>
                  <a:pt x="1168139" y="613880"/>
                </a:lnTo>
                <a:lnTo>
                  <a:pt x="1170254" y="648892"/>
                </a:lnTo>
                <a:lnTo>
                  <a:pt x="1172362" y="638036"/>
                </a:lnTo>
                <a:lnTo>
                  <a:pt x="1174470" y="639325"/>
                </a:lnTo>
                <a:lnTo>
                  <a:pt x="1176573" y="632837"/>
                </a:lnTo>
                <a:lnTo>
                  <a:pt x="1178671" y="622700"/>
                </a:lnTo>
                <a:lnTo>
                  <a:pt x="1180766" y="635909"/>
                </a:lnTo>
                <a:lnTo>
                  <a:pt x="1182857" y="651628"/>
                </a:lnTo>
                <a:lnTo>
                  <a:pt x="1184945" y="640890"/>
                </a:lnTo>
                <a:lnTo>
                  <a:pt x="1187031" y="647915"/>
                </a:lnTo>
                <a:lnTo>
                  <a:pt x="1189112" y="638387"/>
                </a:lnTo>
                <a:lnTo>
                  <a:pt x="1191188" y="615137"/>
                </a:lnTo>
                <a:lnTo>
                  <a:pt x="1193264" y="622995"/>
                </a:lnTo>
                <a:lnTo>
                  <a:pt x="1195332" y="623429"/>
                </a:lnTo>
                <a:lnTo>
                  <a:pt x="1197401" y="635551"/>
                </a:lnTo>
                <a:lnTo>
                  <a:pt x="1199465" y="625366"/>
                </a:lnTo>
                <a:lnTo>
                  <a:pt x="1201524" y="621204"/>
                </a:lnTo>
                <a:lnTo>
                  <a:pt x="1203583" y="625288"/>
                </a:lnTo>
                <a:lnTo>
                  <a:pt x="1205637" y="640736"/>
                </a:lnTo>
                <a:lnTo>
                  <a:pt x="1207686" y="640293"/>
                </a:lnTo>
                <a:lnTo>
                  <a:pt x="1209733" y="622700"/>
                </a:lnTo>
                <a:lnTo>
                  <a:pt x="1211777" y="636243"/>
                </a:lnTo>
                <a:lnTo>
                  <a:pt x="1213817" y="636211"/>
                </a:lnTo>
                <a:lnTo>
                  <a:pt x="1215854" y="620100"/>
                </a:lnTo>
                <a:lnTo>
                  <a:pt x="1217888" y="717503"/>
                </a:lnTo>
                <a:lnTo>
                  <a:pt x="1219918" y="671436"/>
                </a:lnTo>
                <a:lnTo>
                  <a:pt x="1221945" y="736843"/>
                </a:lnTo>
                <a:lnTo>
                  <a:pt x="1223970" y="622656"/>
                </a:lnTo>
                <a:lnTo>
                  <a:pt x="1225990" y="645256"/>
                </a:lnTo>
                <a:lnTo>
                  <a:pt x="1228008" y="603485"/>
                </a:lnTo>
                <a:lnTo>
                  <a:pt x="1230020" y="689265"/>
                </a:lnTo>
                <a:lnTo>
                  <a:pt x="1232033" y="730298"/>
                </a:lnTo>
                <a:lnTo>
                  <a:pt x="1236044" y="576613"/>
                </a:lnTo>
                <a:lnTo>
                  <a:pt x="1236044" y="576613"/>
                </a:lnTo>
              </a:path>
            </a:pathLst>
          </a:custGeom>
          <a:noFill/>
          <a:ln w="38100" cap="sq">
            <a:solidFill>
              <a:srgbClr val="F4A261"/>
            </a:solidFill>
            <a:prstDash val="solid"/>
            <a:round/>
          </a:ln>
        </p:spPr>
        <p:txBody>
          <a:bodyPr rtlCol="0" anchor="ctr"/>
          <a:lstStyle/>
          <a:p>
            <a:endParaRPr lang="es-ES"/>
          </a:p>
        </p:txBody>
      </p:sp>
      <p:sp>
        <p:nvSpPr>
          <p:cNvPr id="184" name="Forma libre: forma 183">
            <a:extLst>
              <a:ext uri="{FF2B5EF4-FFF2-40B4-BE49-F238E27FC236}">
                <a16:creationId xmlns:a16="http://schemas.microsoft.com/office/drawing/2014/main" id="{248B2801-FBB0-9CFE-41D0-C63B79E7564A}"/>
              </a:ext>
            </a:extLst>
          </p:cNvPr>
          <p:cNvSpPr/>
          <p:nvPr/>
        </p:nvSpPr>
        <p:spPr>
          <a:xfrm>
            <a:off x="3549754" y="7005565"/>
            <a:ext cx="1236043" cy="736842"/>
          </a:xfrm>
          <a:custGeom>
            <a:avLst/>
            <a:gdLst>
              <a:gd name="connsiteX0" fmla="*/ 0 w 1236043"/>
              <a:gd name="connsiteY0" fmla="*/ 634304 h 736842"/>
              <a:gd name="connsiteX1" fmla="*/ 1782 w 1236043"/>
              <a:gd name="connsiteY1" fmla="*/ 582581 h 736842"/>
              <a:gd name="connsiteX2" fmla="*/ 3607 w 1236043"/>
              <a:gd name="connsiteY2" fmla="*/ 736843 h 736842"/>
              <a:gd name="connsiteX3" fmla="*/ 5476 w 1236043"/>
              <a:gd name="connsiteY3" fmla="*/ 678626 h 736842"/>
              <a:gd name="connsiteX4" fmla="*/ 7395 w 1236043"/>
              <a:gd name="connsiteY4" fmla="*/ 593575 h 736842"/>
              <a:gd name="connsiteX5" fmla="*/ 9364 w 1236043"/>
              <a:gd name="connsiteY5" fmla="*/ 439511 h 736842"/>
              <a:gd name="connsiteX6" fmla="*/ 11381 w 1236043"/>
              <a:gd name="connsiteY6" fmla="*/ 407069 h 736842"/>
              <a:gd name="connsiteX7" fmla="*/ 13452 w 1236043"/>
              <a:gd name="connsiteY7" fmla="*/ 405782 h 736842"/>
              <a:gd name="connsiteX8" fmla="*/ 15578 w 1236043"/>
              <a:gd name="connsiteY8" fmla="*/ 402098 h 736842"/>
              <a:gd name="connsiteX9" fmla="*/ 19999 w 1236043"/>
              <a:gd name="connsiteY9" fmla="*/ 489513 h 736842"/>
              <a:gd name="connsiteX10" fmla="*/ 22297 w 1236043"/>
              <a:gd name="connsiteY10" fmla="*/ 444991 h 736842"/>
              <a:gd name="connsiteX11" fmla="*/ 24657 w 1236043"/>
              <a:gd name="connsiteY11" fmla="*/ 424126 h 736842"/>
              <a:gd name="connsiteX12" fmla="*/ 27083 w 1236043"/>
              <a:gd name="connsiteY12" fmla="*/ 381131 h 736842"/>
              <a:gd name="connsiteX13" fmla="*/ 29572 w 1236043"/>
              <a:gd name="connsiteY13" fmla="*/ 353134 h 736842"/>
              <a:gd name="connsiteX14" fmla="*/ 32129 w 1236043"/>
              <a:gd name="connsiteY14" fmla="*/ 348857 h 736842"/>
              <a:gd name="connsiteX15" fmla="*/ 34757 w 1236043"/>
              <a:gd name="connsiteY15" fmla="*/ 347054 h 736842"/>
              <a:gd name="connsiteX16" fmla="*/ 37456 w 1236043"/>
              <a:gd name="connsiteY16" fmla="*/ 344072 h 736842"/>
              <a:gd name="connsiteX17" fmla="*/ 40229 w 1236043"/>
              <a:gd name="connsiteY17" fmla="*/ 385721 h 736842"/>
              <a:gd name="connsiteX18" fmla="*/ 43076 w 1236043"/>
              <a:gd name="connsiteY18" fmla="*/ 352208 h 736842"/>
              <a:gd name="connsiteX19" fmla="*/ 46001 w 1236043"/>
              <a:gd name="connsiteY19" fmla="*/ 331562 h 736842"/>
              <a:gd name="connsiteX20" fmla="*/ 49006 w 1236043"/>
              <a:gd name="connsiteY20" fmla="*/ 313124 h 736842"/>
              <a:gd name="connsiteX21" fmla="*/ 52092 w 1236043"/>
              <a:gd name="connsiteY21" fmla="*/ 333555 h 736842"/>
              <a:gd name="connsiteX22" fmla="*/ 55261 w 1236043"/>
              <a:gd name="connsiteY22" fmla="*/ 306506 h 736842"/>
              <a:gd name="connsiteX23" fmla="*/ 58514 w 1236043"/>
              <a:gd name="connsiteY23" fmla="*/ 297737 h 736842"/>
              <a:gd name="connsiteX24" fmla="*/ 61851 w 1236043"/>
              <a:gd name="connsiteY24" fmla="*/ 292581 h 736842"/>
              <a:gd name="connsiteX25" fmla="*/ 65279 w 1236043"/>
              <a:gd name="connsiteY25" fmla="*/ 290565 h 736842"/>
              <a:gd name="connsiteX26" fmla="*/ 68795 w 1236043"/>
              <a:gd name="connsiteY26" fmla="*/ 286002 h 736842"/>
              <a:gd name="connsiteX27" fmla="*/ 72398 w 1236043"/>
              <a:gd name="connsiteY27" fmla="*/ 283268 h 736842"/>
              <a:gd name="connsiteX28" fmla="*/ 76094 w 1236043"/>
              <a:gd name="connsiteY28" fmla="*/ 272637 h 736842"/>
              <a:gd name="connsiteX29" fmla="*/ 79879 w 1236043"/>
              <a:gd name="connsiteY29" fmla="*/ 279055 h 736842"/>
              <a:gd name="connsiteX30" fmla="*/ 83756 w 1236043"/>
              <a:gd name="connsiteY30" fmla="*/ 272498 h 736842"/>
              <a:gd name="connsiteX31" fmla="*/ 87724 w 1236043"/>
              <a:gd name="connsiteY31" fmla="*/ 267734 h 736842"/>
              <a:gd name="connsiteX32" fmla="*/ 91782 w 1236043"/>
              <a:gd name="connsiteY32" fmla="*/ 265595 h 736842"/>
              <a:gd name="connsiteX33" fmla="*/ 95931 w 1236043"/>
              <a:gd name="connsiteY33" fmla="*/ 256506 h 736842"/>
              <a:gd name="connsiteX34" fmla="*/ 100169 w 1236043"/>
              <a:gd name="connsiteY34" fmla="*/ 245534 h 736842"/>
              <a:gd name="connsiteX35" fmla="*/ 104496 w 1236043"/>
              <a:gd name="connsiteY35" fmla="*/ 240044 h 736842"/>
              <a:gd name="connsiteX36" fmla="*/ 108909 w 1236043"/>
              <a:gd name="connsiteY36" fmla="*/ 231952 h 736842"/>
              <a:gd name="connsiteX37" fmla="*/ 113407 w 1236043"/>
              <a:gd name="connsiteY37" fmla="*/ 236835 h 736842"/>
              <a:gd name="connsiteX38" fmla="*/ 117986 w 1236043"/>
              <a:gd name="connsiteY38" fmla="*/ 234688 h 736842"/>
              <a:gd name="connsiteX39" fmla="*/ 122646 w 1236043"/>
              <a:gd name="connsiteY39" fmla="*/ 231024 h 736842"/>
              <a:gd name="connsiteX40" fmla="*/ 127383 w 1236043"/>
              <a:gd name="connsiteY40" fmla="*/ 227778 h 736842"/>
              <a:gd name="connsiteX41" fmla="*/ 132194 w 1236043"/>
              <a:gd name="connsiteY41" fmla="*/ 216401 h 736842"/>
              <a:gd name="connsiteX42" fmla="*/ 137074 w 1236043"/>
              <a:gd name="connsiteY42" fmla="*/ 218256 h 736842"/>
              <a:gd name="connsiteX43" fmla="*/ 142022 w 1236043"/>
              <a:gd name="connsiteY43" fmla="*/ 224118 h 736842"/>
              <a:gd name="connsiteX44" fmla="*/ 147032 w 1236043"/>
              <a:gd name="connsiteY44" fmla="*/ 223026 h 736842"/>
              <a:gd name="connsiteX45" fmla="*/ 152101 w 1236043"/>
              <a:gd name="connsiteY45" fmla="*/ 224908 h 736842"/>
              <a:gd name="connsiteX46" fmla="*/ 157226 w 1236043"/>
              <a:gd name="connsiteY46" fmla="*/ 217734 h 736842"/>
              <a:gd name="connsiteX47" fmla="*/ 162400 w 1236043"/>
              <a:gd name="connsiteY47" fmla="*/ 223748 h 736842"/>
              <a:gd name="connsiteX48" fmla="*/ 167621 w 1236043"/>
              <a:gd name="connsiteY48" fmla="*/ 225736 h 736842"/>
              <a:gd name="connsiteX49" fmla="*/ 172883 w 1236043"/>
              <a:gd name="connsiteY49" fmla="*/ 237293 h 736842"/>
              <a:gd name="connsiteX50" fmla="*/ 178183 w 1236043"/>
              <a:gd name="connsiteY50" fmla="*/ 241496 h 736842"/>
              <a:gd name="connsiteX51" fmla="*/ 183517 w 1236043"/>
              <a:gd name="connsiteY51" fmla="*/ 242140 h 736842"/>
              <a:gd name="connsiteX52" fmla="*/ 188878 w 1236043"/>
              <a:gd name="connsiteY52" fmla="*/ 260068 h 736842"/>
              <a:gd name="connsiteX53" fmla="*/ 194265 w 1236043"/>
              <a:gd name="connsiteY53" fmla="*/ 248058 h 736842"/>
              <a:gd name="connsiteX54" fmla="*/ 199674 w 1236043"/>
              <a:gd name="connsiteY54" fmla="*/ 253899 h 736842"/>
              <a:gd name="connsiteX55" fmla="*/ 205098 w 1236043"/>
              <a:gd name="connsiteY55" fmla="*/ 266915 h 736842"/>
              <a:gd name="connsiteX56" fmla="*/ 210537 w 1236043"/>
              <a:gd name="connsiteY56" fmla="*/ 244803 h 736842"/>
              <a:gd name="connsiteX57" fmla="*/ 215985 w 1236043"/>
              <a:gd name="connsiteY57" fmla="*/ 240261 h 736842"/>
              <a:gd name="connsiteX58" fmla="*/ 221441 w 1236043"/>
              <a:gd name="connsiteY58" fmla="*/ 270424 h 736842"/>
              <a:gd name="connsiteX59" fmla="*/ 226899 w 1236043"/>
              <a:gd name="connsiteY59" fmla="*/ 274990 h 736842"/>
              <a:gd name="connsiteX60" fmla="*/ 232357 w 1236043"/>
              <a:gd name="connsiteY60" fmla="*/ 272839 h 736842"/>
              <a:gd name="connsiteX61" fmla="*/ 237813 w 1236043"/>
              <a:gd name="connsiteY61" fmla="*/ 244116 h 736842"/>
              <a:gd name="connsiteX62" fmla="*/ 243264 w 1236043"/>
              <a:gd name="connsiteY62" fmla="*/ 261165 h 736842"/>
              <a:gd name="connsiteX63" fmla="*/ 248705 w 1236043"/>
              <a:gd name="connsiteY63" fmla="*/ 267907 h 736842"/>
              <a:gd name="connsiteX64" fmla="*/ 254138 w 1236043"/>
              <a:gd name="connsiteY64" fmla="*/ 261535 h 736842"/>
              <a:gd name="connsiteX65" fmla="*/ 259560 w 1236043"/>
              <a:gd name="connsiteY65" fmla="*/ 260785 h 736842"/>
              <a:gd name="connsiteX66" fmla="*/ 264967 w 1236043"/>
              <a:gd name="connsiteY66" fmla="*/ 254749 h 736842"/>
              <a:gd name="connsiteX67" fmla="*/ 270359 w 1236043"/>
              <a:gd name="connsiteY67" fmla="*/ 246206 h 736842"/>
              <a:gd name="connsiteX68" fmla="*/ 275734 w 1236043"/>
              <a:gd name="connsiteY68" fmla="*/ 243370 h 736842"/>
              <a:gd name="connsiteX69" fmla="*/ 281090 w 1236043"/>
              <a:gd name="connsiteY69" fmla="*/ 254060 h 736842"/>
              <a:gd name="connsiteX70" fmla="*/ 286426 w 1236043"/>
              <a:gd name="connsiteY70" fmla="*/ 263065 h 736842"/>
              <a:gd name="connsiteX71" fmla="*/ 291741 w 1236043"/>
              <a:gd name="connsiteY71" fmla="*/ 262510 h 736842"/>
              <a:gd name="connsiteX72" fmla="*/ 297036 w 1236043"/>
              <a:gd name="connsiteY72" fmla="*/ 278307 h 736842"/>
              <a:gd name="connsiteX73" fmla="*/ 302304 w 1236043"/>
              <a:gd name="connsiteY73" fmla="*/ 259199 h 736842"/>
              <a:gd name="connsiteX74" fmla="*/ 307550 w 1236043"/>
              <a:gd name="connsiteY74" fmla="*/ 259021 h 736842"/>
              <a:gd name="connsiteX75" fmla="*/ 312771 w 1236043"/>
              <a:gd name="connsiteY75" fmla="*/ 269983 h 736842"/>
              <a:gd name="connsiteX76" fmla="*/ 317969 w 1236043"/>
              <a:gd name="connsiteY76" fmla="*/ 240056 h 736842"/>
              <a:gd name="connsiteX77" fmla="*/ 323139 w 1236043"/>
              <a:gd name="connsiteY77" fmla="*/ 254191 h 736842"/>
              <a:gd name="connsiteX78" fmla="*/ 328283 w 1236043"/>
              <a:gd name="connsiteY78" fmla="*/ 239615 h 736842"/>
              <a:gd name="connsiteX79" fmla="*/ 333403 w 1236043"/>
              <a:gd name="connsiteY79" fmla="*/ 255736 h 736842"/>
              <a:gd name="connsiteX80" fmla="*/ 338493 w 1236043"/>
              <a:gd name="connsiteY80" fmla="*/ 242871 h 736842"/>
              <a:gd name="connsiteX81" fmla="*/ 343556 w 1236043"/>
              <a:gd name="connsiteY81" fmla="*/ 254296 h 736842"/>
              <a:gd name="connsiteX82" fmla="*/ 348593 w 1236043"/>
              <a:gd name="connsiteY82" fmla="*/ 246021 h 736842"/>
              <a:gd name="connsiteX83" fmla="*/ 353602 w 1236043"/>
              <a:gd name="connsiteY83" fmla="*/ 228911 h 736842"/>
              <a:gd name="connsiteX84" fmla="*/ 358583 w 1236043"/>
              <a:gd name="connsiteY84" fmla="*/ 224069 h 736842"/>
              <a:gd name="connsiteX85" fmla="*/ 363537 w 1236043"/>
              <a:gd name="connsiteY85" fmla="*/ 229564 h 736842"/>
              <a:gd name="connsiteX86" fmla="*/ 368461 w 1236043"/>
              <a:gd name="connsiteY86" fmla="*/ 213053 h 736842"/>
              <a:gd name="connsiteX87" fmla="*/ 373359 w 1236043"/>
              <a:gd name="connsiteY87" fmla="*/ 214683 h 736842"/>
              <a:gd name="connsiteX88" fmla="*/ 378230 w 1236043"/>
              <a:gd name="connsiteY88" fmla="*/ 212271 h 736842"/>
              <a:gd name="connsiteX89" fmla="*/ 383071 w 1236043"/>
              <a:gd name="connsiteY89" fmla="*/ 203749 h 736842"/>
              <a:gd name="connsiteX90" fmla="*/ 387886 w 1236043"/>
              <a:gd name="connsiteY90" fmla="*/ 197205 h 736842"/>
              <a:gd name="connsiteX91" fmla="*/ 392674 w 1236043"/>
              <a:gd name="connsiteY91" fmla="*/ 192165 h 736842"/>
              <a:gd name="connsiteX92" fmla="*/ 397435 w 1236043"/>
              <a:gd name="connsiteY92" fmla="*/ 182670 h 736842"/>
              <a:gd name="connsiteX93" fmla="*/ 402167 w 1236043"/>
              <a:gd name="connsiteY93" fmla="*/ 181314 h 736842"/>
              <a:gd name="connsiteX94" fmla="*/ 406872 w 1236043"/>
              <a:gd name="connsiteY94" fmla="*/ 175228 h 736842"/>
              <a:gd name="connsiteX95" fmla="*/ 411551 w 1236043"/>
              <a:gd name="connsiteY95" fmla="*/ 172873 h 736842"/>
              <a:gd name="connsiteX96" fmla="*/ 416205 w 1236043"/>
              <a:gd name="connsiteY96" fmla="*/ 162817 h 736842"/>
              <a:gd name="connsiteX97" fmla="*/ 420829 w 1236043"/>
              <a:gd name="connsiteY97" fmla="*/ 163795 h 736842"/>
              <a:gd name="connsiteX98" fmla="*/ 425430 w 1236043"/>
              <a:gd name="connsiteY98" fmla="*/ 152120 h 736842"/>
              <a:gd name="connsiteX99" fmla="*/ 430003 w 1236043"/>
              <a:gd name="connsiteY99" fmla="*/ 159860 h 736842"/>
              <a:gd name="connsiteX100" fmla="*/ 434550 w 1236043"/>
              <a:gd name="connsiteY100" fmla="*/ 161083 h 736842"/>
              <a:gd name="connsiteX101" fmla="*/ 439073 w 1236043"/>
              <a:gd name="connsiteY101" fmla="*/ 157709 h 736842"/>
              <a:gd name="connsiteX102" fmla="*/ 443568 w 1236043"/>
              <a:gd name="connsiteY102" fmla="*/ 151553 h 736842"/>
              <a:gd name="connsiteX103" fmla="*/ 448042 w 1236043"/>
              <a:gd name="connsiteY103" fmla="*/ 157974 h 736842"/>
              <a:gd name="connsiteX104" fmla="*/ 452486 w 1236043"/>
              <a:gd name="connsiteY104" fmla="*/ 140253 h 736842"/>
              <a:gd name="connsiteX105" fmla="*/ 456909 w 1236043"/>
              <a:gd name="connsiteY105" fmla="*/ 160478 h 736842"/>
              <a:gd name="connsiteX106" fmla="*/ 461307 w 1236043"/>
              <a:gd name="connsiteY106" fmla="*/ 164502 h 736842"/>
              <a:gd name="connsiteX107" fmla="*/ 465681 w 1236043"/>
              <a:gd name="connsiteY107" fmla="*/ 168955 h 736842"/>
              <a:gd name="connsiteX108" fmla="*/ 470033 w 1236043"/>
              <a:gd name="connsiteY108" fmla="*/ 175929 h 736842"/>
              <a:gd name="connsiteX109" fmla="*/ 474358 w 1236043"/>
              <a:gd name="connsiteY109" fmla="*/ 201829 h 736842"/>
              <a:gd name="connsiteX110" fmla="*/ 478661 w 1236043"/>
              <a:gd name="connsiteY110" fmla="*/ 189646 h 736842"/>
              <a:gd name="connsiteX111" fmla="*/ 482942 w 1236043"/>
              <a:gd name="connsiteY111" fmla="*/ 253665 h 736842"/>
              <a:gd name="connsiteX112" fmla="*/ 487199 w 1236043"/>
              <a:gd name="connsiteY112" fmla="*/ 235402 h 736842"/>
              <a:gd name="connsiteX113" fmla="*/ 491434 w 1236043"/>
              <a:gd name="connsiteY113" fmla="*/ 234798 h 736842"/>
              <a:gd name="connsiteX114" fmla="*/ 495644 w 1236043"/>
              <a:gd name="connsiteY114" fmla="*/ 220963 h 736842"/>
              <a:gd name="connsiteX115" fmla="*/ 499835 w 1236043"/>
              <a:gd name="connsiteY115" fmla="*/ 232622 h 736842"/>
              <a:gd name="connsiteX116" fmla="*/ 504004 w 1236043"/>
              <a:gd name="connsiteY116" fmla="*/ 221494 h 736842"/>
              <a:gd name="connsiteX117" fmla="*/ 508152 w 1236043"/>
              <a:gd name="connsiteY117" fmla="*/ 215843 h 736842"/>
              <a:gd name="connsiteX118" fmla="*/ 512277 w 1236043"/>
              <a:gd name="connsiteY118" fmla="*/ 188703 h 736842"/>
              <a:gd name="connsiteX119" fmla="*/ 516383 w 1236043"/>
              <a:gd name="connsiteY119" fmla="*/ 201709 h 736842"/>
              <a:gd name="connsiteX120" fmla="*/ 520466 w 1236043"/>
              <a:gd name="connsiteY120" fmla="*/ 181616 h 736842"/>
              <a:gd name="connsiteX121" fmla="*/ 524528 w 1236043"/>
              <a:gd name="connsiteY121" fmla="*/ 174309 h 736842"/>
              <a:gd name="connsiteX122" fmla="*/ 528573 w 1236043"/>
              <a:gd name="connsiteY122" fmla="*/ 188344 h 736842"/>
              <a:gd name="connsiteX123" fmla="*/ 532596 w 1236043"/>
              <a:gd name="connsiteY123" fmla="*/ 203425 h 736842"/>
              <a:gd name="connsiteX124" fmla="*/ 536597 w 1236043"/>
              <a:gd name="connsiteY124" fmla="*/ 199930 h 736842"/>
              <a:gd name="connsiteX125" fmla="*/ 540581 w 1236043"/>
              <a:gd name="connsiteY125" fmla="*/ 201273 h 736842"/>
              <a:gd name="connsiteX126" fmla="*/ 544545 w 1236043"/>
              <a:gd name="connsiteY126" fmla="*/ 187732 h 736842"/>
              <a:gd name="connsiteX127" fmla="*/ 548490 w 1236043"/>
              <a:gd name="connsiteY127" fmla="*/ 205384 h 736842"/>
              <a:gd name="connsiteX128" fmla="*/ 552416 w 1236043"/>
              <a:gd name="connsiteY128" fmla="*/ 196116 h 736842"/>
              <a:gd name="connsiteX129" fmla="*/ 556322 w 1236043"/>
              <a:gd name="connsiteY129" fmla="*/ 212098 h 736842"/>
              <a:gd name="connsiteX130" fmla="*/ 560211 w 1236043"/>
              <a:gd name="connsiteY130" fmla="*/ 224301 h 736842"/>
              <a:gd name="connsiteX131" fmla="*/ 564082 w 1236043"/>
              <a:gd name="connsiteY131" fmla="*/ 204109 h 736842"/>
              <a:gd name="connsiteX132" fmla="*/ 567935 w 1236043"/>
              <a:gd name="connsiteY132" fmla="*/ 202066 h 736842"/>
              <a:gd name="connsiteX133" fmla="*/ 571768 w 1236043"/>
              <a:gd name="connsiteY133" fmla="*/ 215802 h 736842"/>
              <a:gd name="connsiteX134" fmla="*/ 575583 w 1236043"/>
              <a:gd name="connsiteY134" fmla="*/ 215461 h 736842"/>
              <a:gd name="connsiteX135" fmla="*/ 579382 w 1236043"/>
              <a:gd name="connsiteY135" fmla="*/ 203027 h 736842"/>
              <a:gd name="connsiteX136" fmla="*/ 583164 w 1236043"/>
              <a:gd name="connsiteY136" fmla="*/ 209644 h 736842"/>
              <a:gd name="connsiteX137" fmla="*/ 586928 w 1236043"/>
              <a:gd name="connsiteY137" fmla="*/ 204213 h 736842"/>
              <a:gd name="connsiteX138" fmla="*/ 590676 w 1236043"/>
              <a:gd name="connsiteY138" fmla="*/ 174370 h 736842"/>
              <a:gd name="connsiteX139" fmla="*/ 594409 w 1236043"/>
              <a:gd name="connsiteY139" fmla="*/ 215621 h 736842"/>
              <a:gd name="connsiteX140" fmla="*/ 598122 w 1236043"/>
              <a:gd name="connsiteY140" fmla="*/ 197077 h 736842"/>
              <a:gd name="connsiteX141" fmla="*/ 601821 w 1236043"/>
              <a:gd name="connsiteY141" fmla="*/ 206361 h 736842"/>
              <a:gd name="connsiteX142" fmla="*/ 605503 w 1236043"/>
              <a:gd name="connsiteY142" fmla="*/ 206473 h 736842"/>
              <a:gd name="connsiteX143" fmla="*/ 609168 w 1236043"/>
              <a:gd name="connsiteY143" fmla="*/ 212064 h 736842"/>
              <a:gd name="connsiteX144" fmla="*/ 612818 w 1236043"/>
              <a:gd name="connsiteY144" fmla="*/ 195104 h 736842"/>
              <a:gd name="connsiteX145" fmla="*/ 616451 w 1236043"/>
              <a:gd name="connsiteY145" fmla="*/ 191697 h 736842"/>
              <a:gd name="connsiteX146" fmla="*/ 620072 w 1236043"/>
              <a:gd name="connsiteY146" fmla="*/ 206807 h 736842"/>
              <a:gd name="connsiteX147" fmla="*/ 623675 w 1236043"/>
              <a:gd name="connsiteY147" fmla="*/ 184129 h 736842"/>
              <a:gd name="connsiteX148" fmla="*/ 627262 w 1236043"/>
              <a:gd name="connsiteY148" fmla="*/ 194637 h 736842"/>
              <a:gd name="connsiteX149" fmla="*/ 630837 w 1236043"/>
              <a:gd name="connsiteY149" fmla="*/ 212885 h 736842"/>
              <a:gd name="connsiteX150" fmla="*/ 634394 w 1236043"/>
              <a:gd name="connsiteY150" fmla="*/ 181051 h 736842"/>
              <a:gd name="connsiteX151" fmla="*/ 637940 w 1236043"/>
              <a:gd name="connsiteY151" fmla="*/ 207649 h 736842"/>
              <a:gd name="connsiteX152" fmla="*/ 641468 w 1236043"/>
              <a:gd name="connsiteY152" fmla="*/ 190918 h 736842"/>
              <a:gd name="connsiteX153" fmla="*/ 644984 w 1236043"/>
              <a:gd name="connsiteY153" fmla="*/ 177450 h 736842"/>
              <a:gd name="connsiteX154" fmla="*/ 648483 w 1236043"/>
              <a:gd name="connsiteY154" fmla="*/ 177792 h 736842"/>
              <a:gd name="connsiteX155" fmla="*/ 651970 w 1236043"/>
              <a:gd name="connsiteY155" fmla="*/ 167861 h 736842"/>
              <a:gd name="connsiteX156" fmla="*/ 655444 w 1236043"/>
              <a:gd name="connsiteY156" fmla="*/ 197173 h 736842"/>
              <a:gd name="connsiteX157" fmla="*/ 658902 w 1236043"/>
              <a:gd name="connsiteY157" fmla="*/ 171808 h 736842"/>
              <a:gd name="connsiteX158" fmla="*/ 662347 w 1236043"/>
              <a:gd name="connsiteY158" fmla="*/ 164839 h 736842"/>
              <a:gd name="connsiteX159" fmla="*/ 665781 w 1236043"/>
              <a:gd name="connsiteY159" fmla="*/ 178011 h 736842"/>
              <a:gd name="connsiteX160" fmla="*/ 669199 w 1236043"/>
              <a:gd name="connsiteY160" fmla="*/ 177723 h 736842"/>
              <a:gd name="connsiteX161" fmla="*/ 672603 w 1236043"/>
              <a:gd name="connsiteY161" fmla="*/ 171253 h 736842"/>
              <a:gd name="connsiteX162" fmla="*/ 675995 w 1236043"/>
              <a:gd name="connsiteY162" fmla="*/ 146657 h 736842"/>
              <a:gd name="connsiteX163" fmla="*/ 679375 w 1236043"/>
              <a:gd name="connsiteY163" fmla="*/ 162562 h 736842"/>
              <a:gd name="connsiteX164" fmla="*/ 682742 w 1236043"/>
              <a:gd name="connsiteY164" fmla="*/ 160074 h 736842"/>
              <a:gd name="connsiteX165" fmla="*/ 686095 w 1236043"/>
              <a:gd name="connsiteY165" fmla="*/ 153354 h 736842"/>
              <a:gd name="connsiteX166" fmla="*/ 689438 w 1236043"/>
              <a:gd name="connsiteY166" fmla="*/ 143034 h 736842"/>
              <a:gd name="connsiteX167" fmla="*/ 692767 w 1236043"/>
              <a:gd name="connsiteY167" fmla="*/ 136482 h 736842"/>
              <a:gd name="connsiteX168" fmla="*/ 696083 w 1236043"/>
              <a:gd name="connsiteY168" fmla="*/ 144136 h 736842"/>
              <a:gd name="connsiteX169" fmla="*/ 699387 w 1236043"/>
              <a:gd name="connsiteY169" fmla="*/ 137587 h 736842"/>
              <a:gd name="connsiteX170" fmla="*/ 702679 w 1236043"/>
              <a:gd name="connsiteY170" fmla="*/ 135179 h 736842"/>
              <a:gd name="connsiteX171" fmla="*/ 705959 w 1236043"/>
              <a:gd name="connsiteY171" fmla="*/ 118774 h 736842"/>
              <a:gd name="connsiteX172" fmla="*/ 709229 w 1236043"/>
              <a:gd name="connsiteY172" fmla="*/ 137707 h 736842"/>
              <a:gd name="connsiteX173" fmla="*/ 712484 w 1236043"/>
              <a:gd name="connsiteY173" fmla="*/ 121249 h 736842"/>
              <a:gd name="connsiteX174" fmla="*/ 715729 w 1236043"/>
              <a:gd name="connsiteY174" fmla="*/ 116120 h 736842"/>
              <a:gd name="connsiteX175" fmla="*/ 718963 w 1236043"/>
              <a:gd name="connsiteY175" fmla="*/ 118112 h 736842"/>
              <a:gd name="connsiteX176" fmla="*/ 722184 w 1236043"/>
              <a:gd name="connsiteY176" fmla="*/ 121765 h 736842"/>
              <a:gd name="connsiteX177" fmla="*/ 725396 w 1236043"/>
              <a:gd name="connsiteY177" fmla="*/ 113237 h 736842"/>
              <a:gd name="connsiteX178" fmla="*/ 728595 w 1236043"/>
              <a:gd name="connsiteY178" fmla="*/ 106002 h 736842"/>
              <a:gd name="connsiteX179" fmla="*/ 731785 w 1236043"/>
              <a:gd name="connsiteY179" fmla="*/ 109131 h 736842"/>
              <a:gd name="connsiteX180" fmla="*/ 734962 w 1236043"/>
              <a:gd name="connsiteY180" fmla="*/ 109331 h 736842"/>
              <a:gd name="connsiteX181" fmla="*/ 738127 w 1236043"/>
              <a:gd name="connsiteY181" fmla="*/ 105555 h 736842"/>
              <a:gd name="connsiteX182" fmla="*/ 741285 w 1236043"/>
              <a:gd name="connsiteY182" fmla="*/ 100246 h 736842"/>
              <a:gd name="connsiteX183" fmla="*/ 744428 w 1236043"/>
              <a:gd name="connsiteY183" fmla="*/ 102226 h 736842"/>
              <a:gd name="connsiteX184" fmla="*/ 747564 w 1236043"/>
              <a:gd name="connsiteY184" fmla="*/ 93972 h 736842"/>
              <a:gd name="connsiteX185" fmla="*/ 750688 w 1236043"/>
              <a:gd name="connsiteY185" fmla="*/ 96540 h 736842"/>
              <a:gd name="connsiteX186" fmla="*/ 753802 w 1236043"/>
              <a:gd name="connsiteY186" fmla="*/ 102883 h 736842"/>
              <a:gd name="connsiteX187" fmla="*/ 756904 w 1236043"/>
              <a:gd name="connsiteY187" fmla="*/ 111753 h 736842"/>
              <a:gd name="connsiteX188" fmla="*/ 759998 w 1236043"/>
              <a:gd name="connsiteY188" fmla="*/ 90922 h 736842"/>
              <a:gd name="connsiteX189" fmla="*/ 763081 w 1236043"/>
              <a:gd name="connsiteY189" fmla="*/ 83623 h 736842"/>
              <a:gd name="connsiteX190" fmla="*/ 766153 w 1236043"/>
              <a:gd name="connsiteY190" fmla="*/ 97404 h 736842"/>
              <a:gd name="connsiteX191" fmla="*/ 769216 w 1236043"/>
              <a:gd name="connsiteY191" fmla="*/ 88849 h 736842"/>
              <a:gd name="connsiteX192" fmla="*/ 772269 w 1236043"/>
              <a:gd name="connsiteY192" fmla="*/ 97455 h 736842"/>
              <a:gd name="connsiteX193" fmla="*/ 775313 w 1236043"/>
              <a:gd name="connsiteY193" fmla="*/ 88157 h 736842"/>
              <a:gd name="connsiteX194" fmla="*/ 778346 w 1236043"/>
              <a:gd name="connsiteY194" fmla="*/ 81827 h 736842"/>
              <a:gd name="connsiteX195" fmla="*/ 781370 w 1236043"/>
              <a:gd name="connsiteY195" fmla="*/ 79082 h 736842"/>
              <a:gd name="connsiteX196" fmla="*/ 784387 w 1236043"/>
              <a:gd name="connsiteY196" fmla="*/ 82954 h 736842"/>
              <a:gd name="connsiteX197" fmla="*/ 787391 w 1236043"/>
              <a:gd name="connsiteY197" fmla="*/ 75826 h 736842"/>
              <a:gd name="connsiteX198" fmla="*/ 790386 w 1236043"/>
              <a:gd name="connsiteY198" fmla="*/ 78322 h 736842"/>
              <a:gd name="connsiteX199" fmla="*/ 793373 w 1236043"/>
              <a:gd name="connsiteY199" fmla="*/ 80006 h 736842"/>
              <a:gd name="connsiteX200" fmla="*/ 796351 w 1236043"/>
              <a:gd name="connsiteY200" fmla="*/ 83225 h 736842"/>
              <a:gd name="connsiteX201" fmla="*/ 799319 w 1236043"/>
              <a:gd name="connsiteY201" fmla="*/ 70484 h 736842"/>
              <a:gd name="connsiteX202" fmla="*/ 802277 w 1236043"/>
              <a:gd name="connsiteY202" fmla="*/ 60900 h 736842"/>
              <a:gd name="connsiteX203" fmla="*/ 805228 w 1236043"/>
              <a:gd name="connsiteY203" fmla="*/ 70338 h 736842"/>
              <a:gd name="connsiteX204" fmla="*/ 808169 w 1236043"/>
              <a:gd name="connsiteY204" fmla="*/ 72809 h 736842"/>
              <a:gd name="connsiteX205" fmla="*/ 811100 w 1236043"/>
              <a:gd name="connsiteY205" fmla="*/ 70990 h 736842"/>
              <a:gd name="connsiteX206" fmla="*/ 814024 w 1236043"/>
              <a:gd name="connsiteY206" fmla="*/ 65424 h 736842"/>
              <a:gd name="connsiteX207" fmla="*/ 816938 w 1236043"/>
              <a:gd name="connsiteY207" fmla="*/ 64458 h 736842"/>
              <a:gd name="connsiteX208" fmla="*/ 819845 w 1236043"/>
              <a:gd name="connsiteY208" fmla="*/ 61620 h 736842"/>
              <a:gd name="connsiteX209" fmla="*/ 822742 w 1236043"/>
              <a:gd name="connsiteY209" fmla="*/ 65383 h 736842"/>
              <a:gd name="connsiteX210" fmla="*/ 825630 w 1236043"/>
              <a:gd name="connsiteY210" fmla="*/ 66401 h 736842"/>
              <a:gd name="connsiteX211" fmla="*/ 828512 w 1236043"/>
              <a:gd name="connsiteY211" fmla="*/ 56616 h 736842"/>
              <a:gd name="connsiteX212" fmla="*/ 834248 w 1236043"/>
              <a:gd name="connsiteY212" fmla="*/ 58831 h 736842"/>
              <a:gd name="connsiteX213" fmla="*/ 837104 w 1236043"/>
              <a:gd name="connsiteY213" fmla="*/ 62402 h 736842"/>
              <a:gd name="connsiteX214" fmla="*/ 842791 w 1236043"/>
              <a:gd name="connsiteY214" fmla="*/ 58261 h 736842"/>
              <a:gd name="connsiteX215" fmla="*/ 845622 w 1236043"/>
              <a:gd name="connsiteY215" fmla="*/ 58331 h 736842"/>
              <a:gd name="connsiteX216" fmla="*/ 848444 w 1236043"/>
              <a:gd name="connsiteY216" fmla="*/ 70475 h 736842"/>
              <a:gd name="connsiteX217" fmla="*/ 851261 w 1236043"/>
              <a:gd name="connsiteY217" fmla="*/ 50734 h 736842"/>
              <a:gd name="connsiteX218" fmla="*/ 854068 w 1236043"/>
              <a:gd name="connsiteY218" fmla="*/ 54467 h 736842"/>
              <a:gd name="connsiteX219" fmla="*/ 856867 w 1236043"/>
              <a:gd name="connsiteY219" fmla="*/ 52342 h 736842"/>
              <a:gd name="connsiteX220" fmla="*/ 859660 w 1236043"/>
              <a:gd name="connsiteY220" fmla="*/ 59335 h 736842"/>
              <a:gd name="connsiteX221" fmla="*/ 862445 w 1236043"/>
              <a:gd name="connsiteY221" fmla="*/ 61632 h 736842"/>
              <a:gd name="connsiteX222" fmla="*/ 865220 w 1236043"/>
              <a:gd name="connsiteY222" fmla="*/ 57601 h 736842"/>
              <a:gd name="connsiteX223" fmla="*/ 867991 w 1236043"/>
              <a:gd name="connsiteY223" fmla="*/ 52293 h 736842"/>
              <a:gd name="connsiteX224" fmla="*/ 870751 w 1236043"/>
              <a:gd name="connsiteY224" fmla="*/ 53474 h 736842"/>
              <a:gd name="connsiteX225" fmla="*/ 873505 w 1236043"/>
              <a:gd name="connsiteY225" fmla="*/ 50793 h 736842"/>
              <a:gd name="connsiteX226" fmla="*/ 876253 w 1236043"/>
              <a:gd name="connsiteY226" fmla="*/ 49546 h 736842"/>
              <a:gd name="connsiteX227" fmla="*/ 878992 w 1236043"/>
              <a:gd name="connsiteY227" fmla="*/ 52895 h 736842"/>
              <a:gd name="connsiteX228" fmla="*/ 884448 w 1236043"/>
              <a:gd name="connsiteY228" fmla="*/ 52212 h 736842"/>
              <a:gd name="connsiteX229" fmla="*/ 887167 w 1236043"/>
              <a:gd name="connsiteY229" fmla="*/ 50589 h 736842"/>
              <a:gd name="connsiteX230" fmla="*/ 889877 w 1236043"/>
              <a:gd name="connsiteY230" fmla="*/ 50300 h 736842"/>
              <a:gd name="connsiteX231" fmla="*/ 892581 w 1236043"/>
              <a:gd name="connsiteY231" fmla="*/ 49020 h 736842"/>
              <a:gd name="connsiteX232" fmla="*/ 895276 w 1236043"/>
              <a:gd name="connsiteY232" fmla="*/ 48983 h 736842"/>
              <a:gd name="connsiteX233" fmla="*/ 897966 w 1236043"/>
              <a:gd name="connsiteY233" fmla="*/ 50300 h 736842"/>
              <a:gd name="connsiteX234" fmla="*/ 900649 w 1236043"/>
              <a:gd name="connsiteY234" fmla="*/ 50259 h 736842"/>
              <a:gd name="connsiteX235" fmla="*/ 903325 w 1236043"/>
              <a:gd name="connsiteY235" fmla="*/ 61302 h 736842"/>
              <a:gd name="connsiteX236" fmla="*/ 905993 w 1236043"/>
              <a:gd name="connsiteY236" fmla="*/ 45524 h 736842"/>
              <a:gd name="connsiteX237" fmla="*/ 908653 w 1236043"/>
              <a:gd name="connsiteY237" fmla="*/ 49958 h 736842"/>
              <a:gd name="connsiteX238" fmla="*/ 911309 w 1236043"/>
              <a:gd name="connsiteY238" fmla="*/ 51023 h 736842"/>
              <a:gd name="connsiteX239" fmla="*/ 913958 w 1236043"/>
              <a:gd name="connsiteY239" fmla="*/ 49780 h 736842"/>
              <a:gd name="connsiteX240" fmla="*/ 916599 w 1236043"/>
              <a:gd name="connsiteY240" fmla="*/ 46790 h 736842"/>
              <a:gd name="connsiteX241" fmla="*/ 919236 w 1236043"/>
              <a:gd name="connsiteY241" fmla="*/ 54872 h 736842"/>
              <a:gd name="connsiteX242" fmla="*/ 921863 w 1236043"/>
              <a:gd name="connsiteY242" fmla="*/ 52323 h 736842"/>
              <a:gd name="connsiteX243" fmla="*/ 924484 w 1236043"/>
              <a:gd name="connsiteY243" fmla="*/ 52418 h 736842"/>
              <a:gd name="connsiteX244" fmla="*/ 927101 w 1236043"/>
              <a:gd name="connsiteY244" fmla="*/ 50566 h 736842"/>
              <a:gd name="connsiteX245" fmla="*/ 929711 w 1236043"/>
              <a:gd name="connsiteY245" fmla="*/ 56135 h 736842"/>
              <a:gd name="connsiteX246" fmla="*/ 932313 w 1236043"/>
              <a:gd name="connsiteY246" fmla="*/ 54008 h 736842"/>
              <a:gd name="connsiteX247" fmla="*/ 934908 w 1236043"/>
              <a:gd name="connsiteY247" fmla="*/ 49752 h 736842"/>
              <a:gd name="connsiteX248" fmla="*/ 937499 w 1236043"/>
              <a:gd name="connsiteY248" fmla="*/ 48369 h 736842"/>
              <a:gd name="connsiteX249" fmla="*/ 940084 w 1236043"/>
              <a:gd name="connsiteY249" fmla="*/ 40097 h 736842"/>
              <a:gd name="connsiteX250" fmla="*/ 942659 w 1236043"/>
              <a:gd name="connsiteY250" fmla="*/ 27635 h 736842"/>
              <a:gd name="connsiteX251" fmla="*/ 945232 w 1236043"/>
              <a:gd name="connsiteY251" fmla="*/ 51290 h 736842"/>
              <a:gd name="connsiteX252" fmla="*/ 947796 w 1236043"/>
              <a:gd name="connsiteY252" fmla="*/ 45655 h 736842"/>
              <a:gd name="connsiteX253" fmla="*/ 950357 w 1236043"/>
              <a:gd name="connsiteY253" fmla="*/ 48369 h 736842"/>
              <a:gd name="connsiteX254" fmla="*/ 952908 w 1236043"/>
              <a:gd name="connsiteY254" fmla="*/ 54753 h 736842"/>
              <a:gd name="connsiteX255" fmla="*/ 955457 w 1236043"/>
              <a:gd name="connsiteY255" fmla="*/ 52796 h 736842"/>
              <a:gd name="connsiteX256" fmla="*/ 957998 w 1236043"/>
              <a:gd name="connsiteY256" fmla="*/ 52741 h 736842"/>
              <a:gd name="connsiteX257" fmla="*/ 960532 w 1236043"/>
              <a:gd name="connsiteY257" fmla="*/ 45242 h 736842"/>
              <a:gd name="connsiteX258" fmla="*/ 963061 w 1236043"/>
              <a:gd name="connsiteY258" fmla="*/ 44982 h 736842"/>
              <a:gd name="connsiteX259" fmla="*/ 965583 w 1236043"/>
              <a:gd name="connsiteY259" fmla="*/ 50264 h 736842"/>
              <a:gd name="connsiteX260" fmla="*/ 968100 w 1236043"/>
              <a:gd name="connsiteY260" fmla="*/ 56544 h 736842"/>
              <a:gd name="connsiteX261" fmla="*/ 970613 w 1236043"/>
              <a:gd name="connsiteY261" fmla="*/ 42833 h 736842"/>
              <a:gd name="connsiteX262" fmla="*/ 973120 w 1236043"/>
              <a:gd name="connsiteY262" fmla="*/ 48184 h 736842"/>
              <a:gd name="connsiteX263" fmla="*/ 975620 w 1236043"/>
              <a:gd name="connsiteY263" fmla="*/ 55917 h 736842"/>
              <a:gd name="connsiteX264" fmla="*/ 978113 w 1236043"/>
              <a:gd name="connsiteY264" fmla="*/ 40956 h 736842"/>
              <a:gd name="connsiteX265" fmla="*/ 980603 w 1236043"/>
              <a:gd name="connsiteY265" fmla="*/ 57172 h 736842"/>
              <a:gd name="connsiteX266" fmla="*/ 983086 w 1236043"/>
              <a:gd name="connsiteY266" fmla="*/ 49920 h 736842"/>
              <a:gd name="connsiteX267" fmla="*/ 985561 w 1236043"/>
              <a:gd name="connsiteY267" fmla="*/ 39674 h 736842"/>
              <a:gd name="connsiteX268" fmla="*/ 988035 w 1236043"/>
              <a:gd name="connsiteY268" fmla="*/ 74868 h 736842"/>
              <a:gd name="connsiteX269" fmla="*/ 990500 w 1236043"/>
              <a:gd name="connsiteY269" fmla="*/ 40835 h 736842"/>
              <a:gd name="connsiteX270" fmla="*/ 992961 w 1236043"/>
              <a:gd name="connsiteY270" fmla="*/ 37866 h 736842"/>
              <a:gd name="connsiteX271" fmla="*/ 995418 w 1236043"/>
              <a:gd name="connsiteY271" fmla="*/ 38361 h 736842"/>
              <a:gd name="connsiteX272" fmla="*/ 997866 w 1236043"/>
              <a:gd name="connsiteY272" fmla="*/ 35860 h 736842"/>
              <a:gd name="connsiteX273" fmla="*/ 1000310 w 1236043"/>
              <a:gd name="connsiteY273" fmla="*/ 46980 h 736842"/>
              <a:gd name="connsiteX274" fmla="*/ 1002749 w 1236043"/>
              <a:gd name="connsiteY274" fmla="*/ 26447 h 736842"/>
              <a:gd name="connsiteX275" fmla="*/ 1005184 w 1236043"/>
              <a:gd name="connsiteY275" fmla="*/ 41165 h 736842"/>
              <a:gd name="connsiteX276" fmla="*/ 1010035 w 1236043"/>
              <a:gd name="connsiteY276" fmla="*/ 17402 h 736842"/>
              <a:gd name="connsiteX277" fmla="*/ 1012455 w 1236043"/>
              <a:gd name="connsiteY277" fmla="*/ 20427 h 736842"/>
              <a:gd name="connsiteX278" fmla="*/ 1014867 w 1236043"/>
              <a:gd name="connsiteY278" fmla="*/ 31040 h 736842"/>
              <a:gd name="connsiteX279" fmla="*/ 1017274 w 1236043"/>
              <a:gd name="connsiteY279" fmla="*/ 33792 h 736842"/>
              <a:gd name="connsiteX280" fmla="*/ 1019677 w 1236043"/>
              <a:gd name="connsiteY280" fmla="*/ 52427 h 736842"/>
              <a:gd name="connsiteX281" fmla="*/ 1022074 w 1236043"/>
              <a:gd name="connsiteY281" fmla="*/ 57416 h 736842"/>
              <a:gd name="connsiteX282" fmla="*/ 1026853 w 1236043"/>
              <a:gd name="connsiteY282" fmla="*/ 54109 h 736842"/>
              <a:gd name="connsiteX283" fmla="*/ 1029236 w 1236043"/>
              <a:gd name="connsiteY283" fmla="*/ 14829 h 736842"/>
              <a:gd name="connsiteX284" fmla="*/ 1031614 w 1236043"/>
              <a:gd name="connsiteY284" fmla="*/ 14953 h 736842"/>
              <a:gd name="connsiteX285" fmla="*/ 1033985 w 1236043"/>
              <a:gd name="connsiteY285" fmla="*/ 45803 h 736842"/>
              <a:gd name="connsiteX286" fmla="*/ 1036353 w 1236043"/>
              <a:gd name="connsiteY286" fmla="*/ 35321 h 736842"/>
              <a:gd name="connsiteX287" fmla="*/ 1038714 w 1236043"/>
              <a:gd name="connsiteY287" fmla="*/ 42077 h 736842"/>
              <a:gd name="connsiteX288" fmla="*/ 1041073 w 1236043"/>
              <a:gd name="connsiteY288" fmla="*/ 36814 h 736842"/>
              <a:gd name="connsiteX289" fmla="*/ 1043424 w 1236043"/>
              <a:gd name="connsiteY289" fmla="*/ 14284 h 736842"/>
              <a:gd name="connsiteX290" fmla="*/ 1045773 w 1236043"/>
              <a:gd name="connsiteY290" fmla="*/ 10341 h 736842"/>
              <a:gd name="connsiteX291" fmla="*/ 1048115 w 1236043"/>
              <a:gd name="connsiteY291" fmla="*/ 2516 h 736842"/>
              <a:gd name="connsiteX292" fmla="*/ 1052786 w 1236043"/>
              <a:gd name="connsiteY292" fmla="*/ 41885 h 736842"/>
              <a:gd name="connsiteX293" fmla="*/ 1055115 w 1236043"/>
              <a:gd name="connsiteY293" fmla="*/ 43091 h 736842"/>
              <a:gd name="connsiteX294" fmla="*/ 1057440 w 1236043"/>
              <a:gd name="connsiteY294" fmla="*/ 31064 h 736842"/>
              <a:gd name="connsiteX295" fmla="*/ 1059757 w 1236043"/>
              <a:gd name="connsiteY295" fmla="*/ 42145 h 736842"/>
              <a:gd name="connsiteX296" fmla="*/ 1062072 w 1236043"/>
              <a:gd name="connsiteY296" fmla="*/ 11973 h 736842"/>
              <a:gd name="connsiteX297" fmla="*/ 1064382 w 1236043"/>
              <a:gd name="connsiteY297" fmla="*/ 42721 h 736842"/>
              <a:gd name="connsiteX298" fmla="*/ 1066687 w 1236043"/>
              <a:gd name="connsiteY298" fmla="*/ 36144 h 736842"/>
              <a:gd name="connsiteX299" fmla="*/ 1068990 w 1236043"/>
              <a:gd name="connsiteY299" fmla="*/ 38273 h 736842"/>
              <a:gd name="connsiteX300" fmla="*/ 1071285 w 1236043"/>
              <a:gd name="connsiteY300" fmla="*/ 41687 h 736842"/>
              <a:gd name="connsiteX301" fmla="*/ 1073578 w 1236043"/>
              <a:gd name="connsiteY301" fmla="*/ 50549 h 736842"/>
              <a:gd name="connsiteX302" fmla="*/ 1075864 w 1236043"/>
              <a:gd name="connsiteY302" fmla="*/ 46633 h 736842"/>
              <a:gd name="connsiteX303" fmla="*/ 1078147 w 1236043"/>
              <a:gd name="connsiteY303" fmla="*/ 35609 h 736842"/>
              <a:gd name="connsiteX304" fmla="*/ 1080425 w 1236043"/>
              <a:gd name="connsiteY304" fmla="*/ 32552 h 736842"/>
              <a:gd name="connsiteX305" fmla="*/ 1082698 w 1236043"/>
              <a:gd name="connsiteY305" fmla="*/ 30496 h 736842"/>
              <a:gd name="connsiteX306" fmla="*/ 1084967 w 1236043"/>
              <a:gd name="connsiteY306" fmla="*/ 21100 h 736842"/>
              <a:gd name="connsiteX307" fmla="*/ 1087233 w 1236043"/>
              <a:gd name="connsiteY307" fmla="*/ 32435 h 736842"/>
              <a:gd name="connsiteX308" fmla="*/ 1089494 w 1236043"/>
              <a:gd name="connsiteY308" fmla="*/ 36198 h 736842"/>
              <a:gd name="connsiteX309" fmla="*/ 1091750 w 1236043"/>
              <a:gd name="connsiteY309" fmla="*/ 53450 h 736842"/>
              <a:gd name="connsiteX310" fmla="*/ 1094002 w 1236043"/>
              <a:gd name="connsiteY310" fmla="*/ 30918 h 736842"/>
              <a:gd name="connsiteX311" fmla="*/ 1096249 w 1236043"/>
              <a:gd name="connsiteY311" fmla="*/ 16760 h 736842"/>
              <a:gd name="connsiteX312" fmla="*/ 1098493 w 1236043"/>
              <a:gd name="connsiteY312" fmla="*/ 49478 h 736842"/>
              <a:gd name="connsiteX313" fmla="*/ 1100732 w 1236043"/>
              <a:gd name="connsiteY313" fmla="*/ 39023 h 736842"/>
              <a:gd name="connsiteX314" fmla="*/ 1102966 w 1236043"/>
              <a:gd name="connsiteY314" fmla="*/ 44721 h 736842"/>
              <a:gd name="connsiteX315" fmla="*/ 1105196 w 1236043"/>
              <a:gd name="connsiteY315" fmla="*/ 26997 h 736842"/>
              <a:gd name="connsiteX316" fmla="*/ 1107423 w 1236043"/>
              <a:gd name="connsiteY316" fmla="*/ 21138 h 736842"/>
              <a:gd name="connsiteX317" fmla="*/ 1109645 w 1236043"/>
              <a:gd name="connsiteY317" fmla="*/ 39560 h 736842"/>
              <a:gd name="connsiteX318" fmla="*/ 1111863 w 1236043"/>
              <a:gd name="connsiteY318" fmla="*/ 33221 h 736842"/>
              <a:gd name="connsiteX319" fmla="*/ 1114077 w 1236043"/>
              <a:gd name="connsiteY319" fmla="*/ 44344 h 736842"/>
              <a:gd name="connsiteX320" fmla="*/ 1116288 w 1236043"/>
              <a:gd name="connsiteY320" fmla="*/ 51107 h 736842"/>
              <a:gd name="connsiteX321" fmla="*/ 1118493 w 1236043"/>
              <a:gd name="connsiteY321" fmla="*/ 37582 h 736842"/>
              <a:gd name="connsiteX322" fmla="*/ 1120695 w 1236043"/>
              <a:gd name="connsiteY322" fmla="*/ 44870 h 736842"/>
              <a:gd name="connsiteX323" fmla="*/ 1122893 w 1236043"/>
              <a:gd name="connsiteY323" fmla="*/ 32915 h 736842"/>
              <a:gd name="connsiteX324" fmla="*/ 1125086 w 1236043"/>
              <a:gd name="connsiteY324" fmla="*/ 36730 h 736842"/>
              <a:gd name="connsiteX325" fmla="*/ 1127274 w 1236043"/>
              <a:gd name="connsiteY325" fmla="*/ 50165 h 736842"/>
              <a:gd name="connsiteX326" fmla="*/ 1129460 w 1236043"/>
              <a:gd name="connsiteY326" fmla="*/ 42446 h 736842"/>
              <a:gd name="connsiteX327" fmla="*/ 1131643 w 1236043"/>
              <a:gd name="connsiteY327" fmla="*/ 45775 h 736842"/>
              <a:gd name="connsiteX328" fmla="*/ 1133819 w 1236043"/>
              <a:gd name="connsiteY328" fmla="*/ 15932 h 736842"/>
              <a:gd name="connsiteX329" fmla="*/ 1135993 w 1236043"/>
              <a:gd name="connsiteY329" fmla="*/ 36438 h 736842"/>
              <a:gd name="connsiteX330" fmla="*/ 1138164 w 1236043"/>
              <a:gd name="connsiteY330" fmla="*/ 36136 h 736842"/>
              <a:gd name="connsiteX331" fmla="*/ 1140330 w 1236043"/>
              <a:gd name="connsiteY331" fmla="*/ 15391 h 736842"/>
              <a:gd name="connsiteX332" fmla="*/ 1142491 w 1236043"/>
              <a:gd name="connsiteY332" fmla="*/ 25532 h 736842"/>
              <a:gd name="connsiteX333" fmla="*/ 1144650 w 1236043"/>
              <a:gd name="connsiteY333" fmla="*/ 46020 h 736842"/>
              <a:gd name="connsiteX334" fmla="*/ 1146804 w 1236043"/>
              <a:gd name="connsiteY334" fmla="*/ 21496 h 736842"/>
              <a:gd name="connsiteX335" fmla="*/ 1148956 w 1236043"/>
              <a:gd name="connsiteY335" fmla="*/ 61403 h 736842"/>
              <a:gd name="connsiteX336" fmla="*/ 1151102 w 1236043"/>
              <a:gd name="connsiteY336" fmla="*/ 40331 h 736842"/>
              <a:gd name="connsiteX337" fmla="*/ 1153244 w 1236043"/>
              <a:gd name="connsiteY337" fmla="*/ 32577 h 736842"/>
              <a:gd name="connsiteX338" fmla="*/ 1155383 w 1236043"/>
              <a:gd name="connsiteY338" fmla="*/ 56061 h 736842"/>
              <a:gd name="connsiteX339" fmla="*/ 1157518 w 1236043"/>
              <a:gd name="connsiteY339" fmla="*/ 39862 h 736842"/>
              <a:gd name="connsiteX340" fmla="*/ 1159650 w 1236043"/>
              <a:gd name="connsiteY340" fmla="*/ 45108 h 736842"/>
              <a:gd name="connsiteX341" fmla="*/ 1161780 w 1236043"/>
              <a:gd name="connsiteY341" fmla="*/ 56742 h 736842"/>
              <a:gd name="connsiteX342" fmla="*/ 1163902 w 1236043"/>
              <a:gd name="connsiteY342" fmla="*/ 47945 h 736842"/>
              <a:gd name="connsiteX343" fmla="*/ 1166024 w 1236043"/>
              <a:gd name="connsiteY343" fmla="*/ 55487 h 736842"/>
              <a:gd name="connsiteX344" fmla="*/ 1168139 w 1236043"/>
              <a:gd name="connsiteY344" fmla="*/ 49210 h 736842"/>
              <a:gd name="connsiteX345" fmla="*/ 1170254 w 1236043"/>
              <a:gd name="connsiteY345" fmla="*/ 45582 h 736842"/>
              <a:gd name="connsiteX346" fmla="*/ 1172362 w 1236043"/>
              <a:gd name="connsiteY346" fmla="*/ 68856 h 736842"/>
              <a:gd name="connsiteX347" fmla="*/ 1174470 w 1236043"/>
              <a:gd name="connsiteY347" fmla="*/ 46530 h 736842"/>
              <a:gd name="connsiteX348" fmla="*/ 1176573 w 1236043"/>
              <a:gd name="connsiteY348" fmla="*/ 46559 h 736842"/>
              <a:gd name="connsiteX349" fmla="*/ 1178671 w 1236043"/>
              <a:gd name="connsiteY349" fmla="*/ 53385 h 736842"/>
              <a:gd name="connsiteX350" fmla="*/ 1180766 w 1236043"/>
              <a:gd name="connsiteY350" fmla="*/ 35025 h 736842"/>
              <a:gd name="connsiteX351" fmla="*/ 1182857 w 1236043"/>
              <a:gd name="connsiteY351" fmla="*/ 38951 h 736842"/>
              <a:gd name="connsiteX352" fmla="*/ 1184945 w 1236043"/>
              <a:gd name="connsiteY352" fmla="*/ 38246 h 736842"/>
              <a:gd name="connsiteX353" fmla="*/ 1187031 w 1236043"/>
              <a:gd name="connsiteY353" fmla="*/ 20779 h 736842"/>
              <a:gd name="connsiteX354" fmla="*/ 1189112 w 1236043"/>
              <a:gd name="connsiteY354" fmla="*/ 30454 h 736842"/>
              <a:gd name="connsiteX355" fmla="*/ 1191188 w 1236043"/>
              <a:gd name="connsiteY355" fmla="*/ 28009 h 736842"/>
              <a:gd name="connsiteX356" fmla="*/ 1193264 w 1236043"/>
              <a:gd name="connsiteY356" fmla="*/ 23644 h 736842"/>
              <a:gd name="connsiteX357" fmla="*/ 1195332 w 1236043"/>
              <a:gd name="connsiteY357" fmla="*/ 45759 h 736842"/>
              <a:gd name="connsiteX358" fmla="*/ 1197401 w 1236043"/>
              <a:gd name="connsiteY358" fmla="*/ 28823 h 736842"/>
              <a:gd name="connsiteX359" fmla="*/ 1199465 w 1236043"/>
              <a:gd name="connsiteY359" fmla="*/ 53184 h 736842"/>
              <a:gd name="connsiteX360" fmla="*/ 1201524 w 1236043"/>
              <a:gd name="connsiteY360" fmla="*/ 53049 h 736842"/>
              <a:gd name="connsiteX361" fmla="*/ 1203583 w 1236043"/>
              <a:gd name="connsiteY361" fmla="*/ 31075 h 736842"/>
              <a:gd name="connsiteX362" fmla="*/ 1205637 w 1236043"/>
              <a:gd name="connsiteY362" fmla="*/ 34535 h 736842"/>
              <a:gd name="connsiteX363" fmla="*/ 1207686 w 1236043"/>
              <a:gd name="connsiteY363" fmla="*/ 31606 h 736842"/>
              <a:gd name="connsiteX364" fmla="*/ 1209733 w 1236043"/>
              <a:gd name="connsiteY364" fmla="*/ 19289 h 736842"/>
              <a:gd name="connsiteX365" fmla="*/ 1211777 w 1236043"/>
              <a:gd name="connsiteY365" fmla="*/ 32274 h 736842"/>
              <a:gd name="connsiteX366" fmla="*/ 1213817 w 1236043"/>
              <a:gd name="connsiteY366" fmla="*/ 63093 h 736842"/>
              <a:gd name="connsiteX367" fmla="*/ 1215854 w 1236043"/>
              <a:gd name="connsiteY367" fmla="*/ 183392 h 736842"/>
              <a:gd name="connsiteX368" fmla="*/ 1217888 w 1236043"/>
              <a:gd name="connsiteY368" fmla="*/ 30228 h 736842"/>
              <a:gd name="connsiteX369" fmla="*/ 1219918 w 1236043"/>
              <a:gd name="connsiteY369" fmla="*/ 0 h 736842"/>
              <a:gd name="connsiteX370" fmla="*/ 1221945 w 1236043"/>
              <a:gd name="connsiteY370" fmla="*/ 5821 h 736842"/>
              <a:gd name="connsiteX371" fmla="*/ 1223970 w 1236043"/>
              <a:gd name="connsiteY371" fmla="*/ 89495 h 736842"/>
              <a:gd name="connsiteX372" fmla="*/ 1225990 w 1236043"/>
              <a:gd name="connsiteY372" fmla="*/ 10972 h 736842"/>
              <a:gd name="connsiteX373" fmla="*/ 1228008 w 1236043"/>
              <a:gd name="connsiteY373" fmla="*/ 97437 h 736842"/>
              <a:gd name="connsiteX374" fmla="*/ 1230020 w 1236043"/>
              <a:gd name="connsiteY374" fmla="*/ 62573 h 736842"/>
              <a:gd name="connsiteX375" fmla="*/ 1232033 w 1236043"/>
              <a:gd name="connsiteY375" fmla="*/ 32634 h 736842"/>
              <a:gd name="connsiteX376" fmla="*/ 1234041 w 1236043"/>
              <a:gd name="connsiteY376" fmla="*/ 46446 h 736842"/>
              <a:gd name="connsiteX377" fmla="*/ 1236044 w 1236043"/>
              <a:gd name="connsiteY377" fmla="*/ 47257 h 736842"/>
              <a:gd name="connsiteX378" fmla="*/ 1236044 w 1236043"/>
              <a:gd name="connsiteY378" fmla="*/ 47257 h 736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</a:cxnLst>
            <a:rect l="l" t="t" r="r" b="b"/>
            <a:pathLst>
              <a:path w="1236043" h="736842">
                <a:moveTo>
                  <a:pt x="0" y="634304"/>
                </a:moveTo>
                <a:lnTo>
                  <a:pt x="1782" y="582581"/>
                </a:lnTo>
                <a:lnTo>
                  <a:pt x="3607" y="736843"/>
                </a:lnTo>
                <a:lnTo>
                  <a:pt x="5476" y="678626"/>
                </a:lnTo>
                <a:lnTo>
                  <a:pt x="7395" y="593575"/>
                </a:lnTo>
                <a:lnTo>
                  <a:pt x="9364" y="439511"/>
                </a:lnTo>
                <a:lnTo>
                  <a:pt x="11381" y="407069"/>
                </a:lnTo>
                <a:lnTo>
                  <a:pt x="13452" y="405782"/>
                </a:lnTo>
                <a:lnTo>
                  <a:pt x="15578" y="402098"/>
                </a:lnTo>
                <a:lnTo>
                  <a:pt x="19999" y="489513"/>
                </a:lnTo>
                <a:lnTo>
                  <a:pt x="22297" y="444991"/>
                </a:lnTo>
                <a:lnTo>
                  <a:pt x="24657" y="424126"/>
                </a:lnTo>
                <a:lnTo>
                  <a:pt x="27083" y="381131"/>
                </a:lnTo>
                <a:lnTo>
                  <a:pt x="29572" y="353134"/>
                </a:lnTo>
                <a:lnTo>
                  <a:pt x="32129" y="348857"/>
                </a:lnTo>
                <a:lnTo>
                  <a:pt x="34757" y="347054"/>
                </a:lnTo>
                <a:lnTo>
                  <a:pt x="37456" y="344072"/>
                </a:lnTo>
                <a:lnTo>
                  <a:pt x="40229" y="385721"/>
                </a:lnTo>
                <a:lnTo>
                  <a:pt x="43076" y="352208"/>
                </a:lnTo>
                <a:lnTo>
                  <a:pt x="46001" y="331562"/>
                </a:lnTo>
                <a:lnTo>
                  <a:pt x="49006" y="313124"/>
                </a:lnTo>
                <a:lnTo>
                  <a:pt x="52092" y="333555"/>
                </a:lnTo>
                <a:lnTo>
                  <a:pt x="55261" y="306506"/>
                </a:lnTo>
                <a:lnTo>
                  <a:pt x="58514" y="297737"/>
                </a:lnTo>
                <a:lnTo>
                  <a:pt x="61851" y="292581"/>
                </a:lnTo>
                <a:lnTo>
                  <a:pt x="65279" y="290565"/>
                </a:lnTo>
                <a:lnTo>
                  <a:pt x="68795" y="286002"/>
                </a:lnTo>
                <a:lnTo>
                  <a:pt x="72398" y="283268"/>
                </a:lnTo>
                <a:lnTo>
                  <a:pt x="76094" y="272637"/>
                </a:lnTo>
                <a:lnTo>
                  <a:pt x="79879" y="279055"/>
                </a:lnTo>
                <a:lnTo>
                  <a:pt x="83756" y="272498"/>
                </a:lnTo>
                <a:lnTo>
                  <a:pt x="87724" y="267734"/>
                </a:lnTo>
                <a:lnTo>
                  <a:pt x="91782" y="265595"/>
                </a:lnTo>
                <a:lnTo>
                  <a:pt x="95931" y="256506"/>
                </a:lnTo>
                <a:lnTo>
                  <a:pt x="100169" y="245534"/>
                </a:lnTo>
                <a:lnTo>
                  <a:pt x="104496" y="240044"/>
                </a:lnTo>
                <a:lnTo>
                  <a:pt x="108909" y="231952"/>
                </a:lnTo>
                <a:lnTo>
                  <a:pt x="113407" y="236835"/>
                </a:lnTo>
                <a:lnTo>
                  <a:pt x="117986" y="234688"/>
                </a:lnTo>
                <a:lnTo>
                  <a:pt x="122646" y="231024"/>
                </a:lnTo>
                <a:lnTo>
                  <a:pt x="127383" y="227778"/>
                </a:lnTo>
                <a:lnTo>
                  <a:pt x="132194" y="216401"/>
                </a:lnTo>
                <a:lnTo>
                  <a:pt x="137074" y="218256"/>
                </a:lnTo>
                <a:lnTo>
                  <a:pt x="142022" y="224118"/>
                </a:lnTo>
                <a:lnTo>
                  <a:pt x="147032" y="223026"/>
                </a:lnTo>
                <a:lnTo>
                  <a:pt x="152101" y="224908"/>
                </a:lnTo>
                <a:lnTo>
                  <a:pt x="157226" y="217734"/>
                </a:lnTo>
                <a:lnTo>
                  <a:pt x="162400" y="223748"/>
                </a:lnTo>
                <a:lnTo>
                  <a:pt x="167621" y="225736"/>
                </a:lnTo>
                <a:lnTo>
                  <a:pt x="172883" y="237293"/>
                </a:lnTo>
                <a:lnTo>
                  <a:pt x="178183" y="241496"/>
                </a:lnTo>
                <a:lnTo>
                  <a:pt x="183517" y="242140"/>
                </a:lnTo>
                <a:lnTo>
                  <a:pt x="188878" y="260068"/>
                </a:lnTo>
                <a:lnTo>
                  <a:pt x="194265" y="248058"/>
                </a:lnTo>
                <a:lnTo>
                  <a:pt x="199674" y="253899"/>
                </a:lnTo>
                <a:lnTo>
                  <a:pt x="205098" y="266915"/>
                </a:lnTo>
                <a:lnTo>
                  <a:pt x="210537" y="244803"/>
                </a:lnTo>
                <a:lnTo>
                  <a:pt x="215985" y="240261"/>
                </a:lnTo>
                <a:lnTo>
                  <a:pt x="221441" y="270424"/>
                </a:lnTo>
                <a:lnTo>
                  <a:pt x="226899" y="274990"/>
                </a:lnTo>
                <a:lnTo>
                  <a:pt x="232357" y="272839"/>
                </a:lnTo>
                <a:lnTo>
                  <a:pt x="237813" y="244116"/>
                </a:lnTo>
                <a:lnTo>
                  <a:pt x="243264" y="261165"/>
                </a:lnTo>
                <a:lnTo>
                  <a:pt x="248705" y="267907"/>
                </a:lnTo>
                <a:lnTo>
                  <a:pt x="254138" y="261535"/>
                </a:lnTo>
                <a:lnTo>
                  <a:pt x="259560" y="260785"/>
                </a:lnTo>
                <a:lnTo>
                  <a:pt x="264967" y="254749"/>
                </a:lnTo>
                <a:lnTo>
                  <a:pt x="270359" y="246206"/>
                </a:lnTo>
                <a:lnTo>
                  <a:pt x="275734" y="243370"/>
                </a:lnTo>
                <a:lnTo>
                  <a:pt x="281090" y="254060"/>
                </a:lnTo>
                <a:lnTo>
                  <a:pt x="286426" y="263065"/>
                </a:lnTo>
                <a:lnTo>
                  <a:pt x="291741" y="262510"/>
                </a:lnTo>
                <a:lnTo>
                  <a:pt x="297036" y="278307"/>
                </a:lnTo>
                <a:lnTo>
                  <a:pt x="302304" y="259199"/>
                </a:lnTo>
                <a:lnTo>
                  <a:pt x="307550" y="259021"/>
                </a:lnTo>
                <a:lnTo>
                  <a:pt x="312771" y="269983"/>
                </a:lnTo>
                <a:lnTo>
                  <a:pt x="317969" y="240056"/>
                </a:lnTo>
                <a:lnTo>
                  <a:pt x="323139" y="254191"/>
                </a:lnTo>
                <a:lnTo>
                  <a:pt x="328283" y="239615"/>
                </a:lnTo>
                <a:lnTo>
                  <a:pt x="333403" y="255736"/>
                </a:lnTo>
                <a:lnTo>
                  <a:pt x="338493" y="242871"/>
                </a:lnTo>
                <a:lnTo>
                  <a:pt x="343556" y="254296"/>
                </a:lnTo>
                <a:lnTo>
                  <a:pt x="348593" y="246021"/>
                </a:lnTo>
                <a:lnTo>
                  <a:pt x="353602" y="228911"/>
                </a:lnTo>
                <a:lnTo>
                  <a:pt x="358583" y="224069"/>
                </a:lnTo>
                <a:lnTo>
                  <a:pt x="363537" y="229564"/>
                </a:lnTo>
                <a:lnTo>
                  <a:pt x="368461" y="213053"/>
                </a:lnTo>
                <a:lnTo>
                  <a:pt x="373359" y="214683"/>
                </a:lnTo>
                <a:lnTo>
                  <a:pt x="378230" y="212271"/>
                </a:lnTo>
                <a:lnTo>
                  <a:pt x="383071" y="203749"/>
                </a:lnTo>
                <a:lnTo>
                  <a:pt x="387886" y="197205"/>
                </a:lnTo>
                <a:lnTo>
                  <a:pt x="392674" y="192165"/>
                </a:lnTo>
                <a:lnTo>
                  <a:pt x="397435" y="182670"/>
                </a:lnTo>
                <a:lnTo>
                  <a:pt x="402167" y="181314"/>
                </a:lnTo>
                <a:lnTo>
                  <a:pt x="406872" y="175228"/>
                </a:lnTo>
                <a:lnTo>
                  <a:pt x="411551" y="172873"/>
                </a:lnTo>
                <a:lnTo>
                  <a:pt x="416205" y="162817"/>
                </a:lnTo>
                <a:lnTo>
                  <a:pt x="420829" y="163795"/>
                </a:lnTo>
                <a:lnTo>
                  <a:pt x="425430" y="152120"/>
                </a:lnTo>
                <a:lnTo>
                  <a:pt x="430003" y="159860"/>
                </a:lnTo>
                <a:lnTo>
                  <a:pt x="434550" y="161083"/>
                </a:lnTo>
                <a:lnTo>
                  <a:pt x="439073" y="157709"/>
                </a:lnTo>
                <a:lnTo>
                  <a:pt x="443568" y="151553"/>
                </a:lnTo>
                <a:lnTo>
                  <a:pt x="448042" y="157974"/>
                </a:lnTo>
                <a:lnTo>
                  <a:pt x="452486" y="140253"/>
                </a:lnTo>
                <a:lnTo>
                  <a:pt x="456909" y="160478"/>
                </a:lnTo>
                <a:lnTo>
                  <a:pt x="461307" y="164502"/>
                </a:lnTo>
                <a:lnTo>
                  <a:pt x="465681" y="168955"/>
                </a:lnTo>
                <a:lnTo>
                  <a:pt x="470033" y="175929"/>
                </a:lnTo>
                <a:lnTo>
                  <a:pt x="474358" y="201829"/>
                </a:lnTo>
                <a:lnTo>
                  <a:pt x="478661" y="189646"/>
                </a:lnTo>
                <a:lnTo>
                  <a:pt x="482942" y="253665"/>
                </a:lnTo>
                <a:lnTo>
                  <a:pt x="487199" y="235402"/>
                </a:lnTo>
                <a:lnTo>
                  <a:pt x="491434" y="234798"/>
                </a:lnTo>
                <a:lnTo>
                  <a:pt x="495644" y="220963"/>
                </a:lnTo>
                <a:lnTo>
                  <a:pt x="499835" y="232622"/>
                </a:lnTo>
                <a:lnTo>
                  <a:pt x="504004" y="221494"/>
                </a:lnTo>
                <a:lnTo>
                  <a:pt x="508152" y="215843"/>
                </a:lnTo>
                <a:lnTo>
                  <a:pt x="512277" y="188703"/>
                </a:lnTo>
                <a:lnTo>
                  <a:pt x="516383" y="201709"/>
                </a:lnTo>
                <a:lnTo>
                  <a:pt x="520466" y="181616"/>
                </a:lnTo>
                <a:lnTo>
                  <a:pt x="524528" y="174309"/>
                </a:lnTo>
                <a:lnTo>
                  <a:pt x="528573" y="188344"/>
                </a:lnTo>
                <a:lnTo>
                  <a:pt x="532596" y="203425"/>
                </a:lnTo>
                <a:lnTo>
                  <a:pt x="536597" y="199930"/>
                </a:lnTo>
                <a:lnTo>
                  <a:pt x="540581" y="201273"/>
                </a:lnTo>
                <a:lnTo>
                  <a:pt x="544545" y="187732"/>
                </a:lnTo>
                <a:lnTo>
                  <a:pt x="548490" y="205384"/>
                </a:lnTo>
                <a:lnTo>
                  <a:pt x="552416" y="196116"/>
                </a:lnTo>
                <a:lnTo>
                  <a:pt x="556322" y="212098"/>
                </a:lnTo>
                <a:lnTo>
                  <a:pt x="560211" y="224301"/>
                </a:lnTo>
                <a:lnTo>
                  <a:pt x="564082" y="204109"/>
                </a:lnTo>
                <a:lnTo>
                  <a:pt x="567935" y="202066"/>
                </a:lnTo>
                <a:lnTo>
                  <a:pt x="571768" y="215802"/>
                </a:lnTo>
                <a:lnTo>
                  <a:pt x="575583" y="215461"/>
                </a:lnTo>
                <a:lnTo>
                  <a:pt x="579382" y="203027"/>
                </a:lnTo>
                <a:lnTo>
                  <a:pt x="583164" y="209644"/>
                </a:lnTo>
                <a:lnTo>
                  <a:pt x="586928" y="204213"/>
                </a:lnTo>
                <a:lnTo>
                  <a:pt x="590676" y="174370"/>
                </a:lnTo>
                <a:lnTo>
                  <a:pt x="594409" y="215621"/>
                </a:lnTo>
                <a:lnTo>
                  <a:pt x="598122" y="197077"/>
                </a:lnTo>
                <a:lnTo>
                  <a:pt x="601821" y="206361"/>
                </a:lnTo>
                <a:lnTo>
                  <a:pt x="605503" y="206473"/>
                </a:lnTo>
                <a:lnTo>
                  <a:pt x="609168" y="212064"/>
                </a:lnTo>
                <a:lnTo>
                  <a:pt x="612818" y="195104"/>
                </a:lnTo>
                <a:lnTo>
                  <a:pt x="616451" y="191697"/>
                </a:lnTo>
                <a:lnTo>
                  <a:pt x="620072" y="206807"/>
                </a:lnTo>
                <a:lnTo>
                  <a:pt x="623675" y="184129"/>
                </a:lnTo>
                <a:lnTo>
                  <a:pt x="627262" y="194637"/>
                </a:lnTo>
                <a:lnTo>
                  <a:pt x="630837" y="212885"/>
                </a:lnTo>
                <a:lnTo>
                  <a:pt x="634394" y="181051"/>
                </a:lnTo>
                <a:lnTo>
                  <a:pt x="637940" y="207649"/>
                </a:lnTo>
                <a:lnTo>
                  <a:pt x="641468" y="190918"/>
                </a:lnTo>
                <a:lnTo>
                  <a:pt x="644984" y="177450"/>
                </a:lnTo>
                <a:lnTo>
                  <a:pt x="648483" y="177792"/>
                </a:lnTo>
                <a:lnTo>
                  <a:pt x="651970" y="167861"/>
                </a:lnTo>
                <a:lnTo>
                  <a:pt x="655444" y="197173"/>
                </a:lnTo>
                <a:lnTo>
                  <a:pt x="658902" y="171808"/>
                </a:lnTo>
                <a:lnTo>
                  <a:pt x="662347" y="164839"/>
                </a:lnTo>
                <a:lnTo>
                  <a:pt x="665781" y="178011"/>
                </a:lnTo>
                <a:lnTo>
                  <a:pt x="669199" y="177723"/>
                </a:lnTo>
                <a:lnTo>
                  <a:pt x="672603" y="171253"/>
                </a:lnTo>
                <a:lnTo>
                  <a:pt x="675995" y="146657"/>
                </a:lnTo>
                <a:lnTo>
                  <a:pt x="679375" y="162562"/>
                </a:lnTo>
                <a:lnTo>
                  <a:pt x="682742" y="160074"/>
                </a:lnTo>
                <a:lnTo>
                  <a:pt x="686095" y="153354"/>
                </a:lnTo>
                <a:lnTo>
                  <a:pt x="689438" y="143034"/>
                </a:lnTo>
                <a:lnTo>
                  <a:pt x="692767" y="136482"/>
                </a:lnTo>
                <a:lnTo>
                  <a:pt x="696083" y="144136"/>
                </a:lnTo>
                <a:lnTo>
                  <a:pt x="699387" y="137587"/>
                </a:lnTo>
                <a:lnTo>
                  <a:pt x="702679" y="135179"/>
                </a:lnTo>
                <a:lnTo>
                  <a:pt x="705959" y="118774"/>
                </a:lnTo>
                <a:lnTo>
                  <a:pt x="709229" y="137707"/>
                </a:lnTo>
                <a:lnTo>
                  <a:pt x="712484" y="121249"/>
                </a:lnTo>
                <a:lnTo>
                  <a:pt x="715729" y="116120"/>
                </a:lnTo>
                <a:lnTo>
                  <a:pt x="718963" y="118112"/>
                </a:lnTo>
                <a:lnTo>
                  <a:pt x="722184" y="121765"/>
                </a:lnTo>
                <a:lnTo>
                  <a:pt x="725396" y="113237"/>
                </a:lnTo>
                <a:lnTo>
                  <a:pt x="728595" y="106002"/>
                </a:lnTo>
                <a:lnTo>
                  <a:pt x="731785" y="109131"/>
                </a:lnTo>
                <a:lnTo>
                  <a:pt x="734962" y="109331"/>
                </a:lnTo>
                <a:lnTo>
                  <a:pt x="738127" y="105555"/>
                </a:lnTo>
                <a:lnTo>
                  <a:pt x="741285" y="100246"/>
                </a:lnTo>
                <a:lnTo>
                  <a:pt x="744428" y="102226"/>
                </a:lnTo>
                <a:lnTo>
                  <a:pt x="747564" y="93972"/>
                </a:lnTo>
                <a:lnTo>
                  <a:pt x="750688" y="96540"/>
                </a:lnTo>
                <a:lnTo>
                  <a:pt x="753802" y="102883"/>
                </a:lnTo>
                <a:lnTo>
                  <a:pt x="756904" y="111753"/>
                </a:lnTo>
                <a:lnTo>
                  <a:pt x="759998" y="90922"/>
                </a:lnTo>
                <a:lnTo>
                  <a:pt x="763081" y="83623"/>
                </a:lnTo>
                <a:lnTo>
                  <a:pt x="766153" y="97404"/>
                </a:lnTo>
                <a:lnTo>
                  <a:pt x="769216" y="88849"/>
                </a:lnTo>
                <a:lnTo>
                  <a:pt x="772269" y="97455"/>
                </a:lnTo>
                <a:lnTo>
                  <a:pt x="775313" y="88157"/>
                </a:lnTo>
                <a:lnTo>
                  <a:pt x="778346" y="81827"/>
                </a:lnTo>
                <a:lnTo>
                  <a:pt x="781370" y="79082"/>
                </a:lnTo>
                <a:lnTo>
                  <a:pt x="784387" y="82954"/>
                </a:lnTo>
                <a:lnTo>
                  <a:pt x="787391" y="75826"/>
                </a:lnTo>
                <a:lnTo>
                  <a:pt x="790386" y="78322"/>
                </a:lnTo>
                <a:lnTo>
                  <a:pt x="793373" y="80006"/>
                </a:lnTo>
                <a:lnTo>
                  <a:pt x="796351" y="83225"/>
                </a:lnTo>
                <a:lnTo>
                  <a:pt x="799319" y="70484"/>
                </a:lnTo>
                <a:lnTo>
                  <a:pt x="802277" y="60900"/>
                </a:lnTo>
                <a:lnTo>
                  <a:pt x="805228" y="70338"/>
                </a:lnTo>
                <a:lnTo>
                  <a:pt x="808169" y="72809"/>
                </a:lnTo>
                <a:lnTo>
                  <a:pt x="811100" y="70990"/>
                </a:lnTo>
                <a:lnTo>
                  <a:pt x="814024" y="65424"/>
                </a:lnTo>
                <a:lnTo>
                  <a:pt x="816938" y="64458"/>
                </a:lnTo>
                <a:lnTo>
                  <a:pt x="819845" y="61620"/>
                </a:lnTo>
                <a:lnTo>
                  <a:pt x="822742" y="65383"/>
                </a:lnTo>
                <a:lnTo>
                  <a:pt x="825630" y="66401"/>
                </a:lnTo>
                <a:lnTo>
                  <a:pt x="828512" y="56616"/>
                </a:lnTo>
                <a:lnTo>
                  <a:pt x="834248" y="58831"/>
                </a:lnTo>
                <a:lnTo>
                  <a:pt x="837104" y="62402"/>
                </a:lnTo>
                <a:lnTo>
                  <a:pt x="842791" y="58261"/>
                </a:lnTo>
                <a:lnTo>
                  <a:pt x="845622" y="58331"/>
                </a:lnTo>
                <a:lnTo>
                  <a:pt x="848444" y="70475"/>
                </a:lnTo>
                <a:lnTo>
                  <a:pt x="851261" y="50734"/>
                </a:lnTo>
                <a:lnTo>
                  <a:pt x="854068" y="54467"/>
                </a:lnTo>
                <a:lnTo>
                  <a:pt x="856867" y="52342"/>
                </a:lnTo>
                <a:lnTo>
                  <a:pt x="859660" y="59335"/>
                </a:lnTo>
                <a:lnTo>
                  <a:pt x="862445" y="61632"/>
                </a:lnTo>
                <a:lnTo>
                  <a:pt x="865220" y="57601"/>
                </a:lnTo>
                <a:lnTo>
                  <a:pt x="867991" y="52293"/>
                </a:lnTo>
                <a:lnTo>
                  <a:pt x="870751" y="53474"/>
                </a:lnTo>
                <a:lnTo>
                  <a:pt x="873505" y="50793"/>
                </a:lnTo>
                <a:lnTo>
                  <a:pt x="876253" y="49546"/>
                </a:lnTo>
                <a:lnTo>
                  <a:pt x="878992" y="52895"/>
                </a:lnTo>
                <a:lnTo>
                  <a:pt x="884448" y="52212"/>
                </a:lnTo>
                <a:lnTo>
                  <a:pt x="887167" y="50589"/>
                </a:lnTo>
                <a:lnTo>
                  <a:pt x="889877" y="50300"/>
                </a:lnTo>
                <a:lnTo>
                  <a:pt x="892581" y="49020"/>
                </a:lnTo>
                <a:lnTo>
                  <a:pt x="895276" y="48983"/>
                </a:lnTo>
                <a:lnTo>
                  <a:pt x="897966" y="50300"/>
                </a:lnTo>
                <a:lnTo>
                  <a:pt x="900649" y="50259"/>
                </a:lnTo>
                <a:lnTo>
                  <a:pt x="903325" y="61302"/>
                </a:lnTo>
                <a:lnTo>
                  <a:pt x="905993" y="45524"/>
                </a:lnTo>
                <a:lnTo>
                  <a:pt x="908653" y="49958"/>
                </a:lnTo>
                <a:lnTo>
                  <a:pt x="911309" y="51023"/>
                </a:lnTo>
                <a:lnTo>
                  <a:pt x="913958" y="49780"/>
                </a:lnTo>
                <a:lnTo>
                  <a:pt x="916599" y="46790"/>
                </a:lnTo>
                <a:lnTo>
                  <a:pt x="919236" y="54872"/>
                </a:lnTo>
                <a:lnTo>
                  <a:pt x="921863" y="52323"/>
                </a:lnTo>
                <a:lnTo>
                  <a:pt x="924484" y="52418"/>
                </a:lnTo>
                <a:lnTo>
                  <a:pt x="927101" y="50566"/>
                </a:lnTo>
                <a:lnTo>
                  <a:pt x="929711" y="56135"/>
                </a:lnTo>
                <a:lnTo>
                  <a:pt x="932313" y="54008"/>
                </a:lnTo>
                <a:lnTo>
                  <a:pt x="934908" y="49752"/>
                </a:lnTo>
                <a:lnTo>
                  <a:pt x="937499" y="48369"/>
                </a:lnTo>
                <a:lnTo>
                  <a:pt x="940084" y="40097"/>
                </a:lnTo>
                <a:lnTo>
                  <a:pt x="942659" y="27635"/>
                </a:lnTo>
                <a:lnTo>
                  <a:pt x="945232" y="51290"/>
                </a:lnTo>
                <a:lnTo>
                  <a:pt x="947796" y="45655"/>
                </a:lnTo>
                <a:lnTo>
                  <a:pt x="950357" y="48369"/>
                </a:lnTo>
                <a:lnTo>
                  <a:pt x="952908" y="54753"/>
                </a:lnTo>
                <a:lnTo>
                  <a:pt x="955457" y="52796"/>
                </a:lnTo>
                <a:lnTo>
                  <a:pt x="957998" y="52741"/>
                </a:lnTo>
                <a:lnTo>
                  <a:pt x="960532" y="45242"/>
                </a:lnTo>
                <a:lnTo>
                  <a:pt x="963061" y="44982"/>
                </a:lnTo>
                <a:lnTo>
                  <a:pt x="965583" y="50264"/>
                </a:lnTo>
                <a:lnTo>
                  <a:pt x="968100" y="56544"/>
                </a:lnTo>
                <a:lnTo>
                  <a:pt x="970613" y="42833"/>
                </a:lnTo>
                <a:lnTo>
                  <a:pt x="973120" y="48184"/>
                </a:lnTo>
                <a:lnTo>
                  <a:pt x="975620" y="55917"/>
                </a:lnTo>
                <a:lnTo>
                  <a:pt x="978113" y="40956"/>
                </a:lnTo>
                <a:lnTo>
                  <a:pt x="980603" y="57172"/>
                </a:lnTo>
                <a:lnTo>
                  <a:pt x="983086" y="49920"/>
                </a:lnTo>
                <a:lnTo>
                  <a:pt x="985561" y="39674"/>
                </a:lnTo>
                <a:lnTo>
                  <a:pt x="988035" y="74868"/>
                </a:lnTo>
                <a:lnTo>
                  <a:pt x="990500" y="40835"/>
                </a:lnTo>
                <a:lnTo>
                  <a:pt x="992961" y="37866"/>
                </a:lnTo>
                <a:lnTo>
                  <a:pt x="995418" y="38361"/>
                </a:lnTo>
                <a:lnTo>
                  <a:pt x="997866" y="35860"/>
                </a:lnTo>
                <a:lnTo>
                  <a:pt x="1000310" y="46980"/>
                </a:lnTo>
                <a:lnTo>
                  <a:pt x="1002749" y="26447"/>
                </a:lnTo>
                <a:lnTo>
                  <a:pt x="1005184" y="41165"/>
                </a:lnTo>
                <a:lnTo>
                  <a:pt x="1010035" y="17402"/>
                </a:lnTo>
                <a:lnTo>
                  <a:pt x="1012455" y="20427"/>
                </a:lnTo>
                <a:lnTo>
                  <a:pt x="1014867" y="31040"/>
                </a:lnTo>
                <a:lnTo>
                  <a:pt x="1017274" y="33792"/>
                </a:lnTo>
                <a:lnTo>
                  <a:pt x="1019677" y="52427"/>
                </a:lnTo>
                <a:lnTo>
                  <a:pt x="1022074" y="57416"/>
                </a:lnTo>
                <a:lnTo>
                  <a:pt x="1026853" y="54109"/>
                </a:lnTo>
                <a:lnTo>
                  <a:pt x="1029236" y="14829"/>
                </a:lnTo>
                <a:lnTo>
                  <a:pt x="1031614" y="14953"/>
                </a:lnTo>
                <a:lnTo>
                  <a:pt x="1033985" y="45803"/>
                </a:lnTo>
                <a:lnTo>
                  <a:pt x="1036353" y="35321"/>
                </a:lnTo>
                <a:lnTo>
                  <a:pt x="1038714" y="42077"/>
                </a:lnTo>
                <a:lnTo>
                  <a:pt x="1041073" y="36814"/>
                </a:lnTo>
                <a:lnTo>
                  <a:pt x="1043424" y="14284"/>
                </a:lnTo>
                <a:lnTo>
                  <a:pt x="1045773" y="10341"/>
                </a:lnTo>
                <a:lnTo>
                  <a:pt x="1048115" y="2516"/>
                </a:lnTo>
                <a:lnTo>
                  <a:pt x="1052786" y="41885"/>
                </a:lnTo>
                <a:lnTo>
                  <a:pt x="1055115" y="43091"/>
                </a:lnTo>
                <a:lnTo>
                  <a:pt x="1057440" y="31064"/>
                </a:lnTo>
                <a:lnTo>
                  <a:pt x="1059757" y="42145"/>
                </a:lnTo>
                <a:lnTo>
                  <a:pt x="1062072" y="11973"/>
                </a:lnTo>
                <a:lnTo>
                  <a:pt x="1064382" y="42721"/>
                </a:lnTo>
                <a:lnTo>
                  <a:pt x="1066687" y="36144"/>
                </a:lnTo>
                <a:lnTo>
                  <a:pt x="1068990" y="38273"/>
                </a:lnTo>
                <a:lnTo>
                  <a:pt x="1071285" y="41687"/>
                </a:lnTo>
                <a:lnTo>
                  <a:pt x="1073578" y="50549"/>
                </a:lnTo>
                <a:lnTo>
                  <a:pt x="1075864" y="46633"/>
                </a:lnTo>
                <a:lnTo>
                  <a:pt x="1078147" y="35609"/>
                </a:lnTo>
                <a:lnTo>
                  <a:pt x="1080425" y="32552"/>
                </a:lnTo>
                <a:lnTo>
                  <a:pt x="1082698" y="30496"/>
                </a:lnTo>
                <a:lnTo>
                  <a:pt x="1084967" y="21100"/>
                </a:lnTo>
                <a:lnTo>
                  <a:pt x="1087233" y="32435"/>
                </a:lnTo>
                <a:lnTo>
                  <a:pt x="1089494" y="36198"/>
                </a:lnTo>
                <a:lnTo>
                  <a:pt x="1091750" y="53450"/>
                </a:lnTo>
                <a:lnTo>
                  <a:pt x="1094002" y="30918"/>
                </a:lnTo>
                <a:lnTo>
                  <a:pt x="1096249" y="16760"/>
                </a:lnTo>
                <a:lnTo>
                  <a:pt x="1098493" y="49478"/>
                </a:lnTo>
                <a:lnTo>
                  <a:pt x="1100732" y="39023"/>
                </a:lnTo>
                <a:lnTo>
                  <a:pt x="1102966" y="44721"/>
                </a:lnTo>
                <a:lnTo>
                  <a:pt x="1105196" y="26997"/>
                </a:lnTo>
                <a:lnTo>
                  <a:pt x="1107423" y="21138"/>
                </a:lnTo>
                <a:lnTo>
                  <a:pt x="1109645" y="39560"/>
                </a:lnTo>
                <a:lnTo>
                  <a:pt x="1111863" y="33221"/>
                </a:lnTo>
                <a:lnTo>
                  <a:pt x="1114077" y="44344"/>
                </a:lnTo>
                <a:lnTo>
                  <a:pt x="1116288" y="51107"/>
                </a:lnTo>
                <a:lnTo>
                  <a:pt x="1118493" y="37582"/>
                </a:lnTo>
                <a:lnTo>
                  <a:pt x="1120695" y="44870"/>
                </a:lnTo>
                <a:lnTo>
                  <a:pt x="1122893" y="32915"/>
                </a:lnTo>
                <a:lnTo>
                  <a:pt x="1125086" y="36730"/>
                </a:lnTo>
                <a:lnTo>
                  <a:pt x="1127274" y="50165"/>
                </a:lnTo>
                <a:lnTo>
                  <a:pt x="1129460" y="42446"/>
                </a:lnTo>
                <a:lnTo>
                  <a:pt x="1131643" y="45775"/>
                </a:lnTo>
                <a:lnTo>
                  <a:pt x="1133819" y="15932"/>
                </a:lnTo>
                <a:lnTo>
                  <a:pt x="1135993" y="36438"/>
                </a:lnTo>
                <a:lnTo>
                  <a:pt x="1138164" y="36136"/>
                </a:lnTo>
                <a:lnTo>
                  <a:pt x="1140330" y="15391"/>
                </a:lnTo>
                <a:lnTo>
                  <a:pt x="1142491" y="25532"/>
                </a:lnTo>
                <a:lnTo>
                  <a:pt x="1144650" y="46020"/>
                </a:lnTo>
                <a:lnTo>
                  <a:pt x="1146804" y="21496"/>
                </a:lnTo>
                <a:lnTo>
                  <a:pt x="1148956" y="61403"/>
                </a:lnTo>
                <a:lnTo>
                  <a:pt x="1151102" y="40331"/>
                </a:lnTo>
                <a:lnTo>
                  <a:pt x="1153244" y="32577"/>
                </a:lnTo>
                <a:lnTo>
                  <a:pt x="1155383" y="56061"/>
                </a:lnTo>
                <a:lnTo>
                  <a:pt x="1157518" y="39862"/>
                </a:lnTo>
                <a:lnTo>
                  <a:pt x="1159650" y="45108"/>
                </a:lnTo>
                <a:lnTo>
                  <a:pt x="1161780" y="56742"/>
                </a:lnTo>
                <a:lnTo>
                  <a:pt x="1163902" y="47945"/>
                </a:lnTo>
                <a:lnTo>
                  <a:pt x="1166024" y="55487"/>
                </a:lnTo>
                <a:lnTo>
                  <a:pt x="1168139" y="49210"/>
                </a:lnTo>
                <a:lnTo>
                  <a:pt x="1170254" y="45582"/>
                </a:lnTo>
                <a:lnTo>
                  <a:pt x="1172362" y="68856"/>
                </a:lnTo>
                <a:lnTo>
                  <a:pt x="1174470" y="46530"/>
                </a:lnTo>
                <a:lnTo>
                  <a:pt x="1176573" y="46559"/>
                </a:lnTo>
                <a:lnTo>
                  <a:pt x="1178671" y="53385"/>
                </a:lnTo>
                <a:lnTo>
                  <a:pt x="1180766" y="35025"/>
                </a:lnTo>
                <a:lnTo>
                  <a:pt x="1182857" y="38951"/>
                </a:lnTo>
                <a:lnTo>
                  <a:pt x="1184945" y="38246"/>
                </a:lnTo>
                <a:lnTo>
                  <a:pt x="1187031" y="20779"/>
                </a:lnTo>
                <a:lnTo>
                  <a:pt x="1189112" y="30454"/>
                </a:lnTo>
                <a:lnTo>
                  <a:pt x="1191188" y="28009"/>
                </a:lnTo>
                <a:lnTo>
                  <a:pt x="1193264" y="23644"/>
                </a:lnTo>
                <a:lnTo>
                  <a:pt x="1195332" y="45759"/>
                </a:lnTo>
                <a:lnTo>
                  <a:pt x="1197401" y="28823"/>
                </a:lnTo>
                <a:lnTo>
                  <a:pt x="1199465" y="53184"/>
                </a:lnTo>
                <a:lnTo>
                  <a:pt x="1201524" y="53049"/>
                </a:lnTo>
                <a:lnTo>
                  <a:pt x="1203583" y="31075"/>
                </a:lnTo>
                <a:lnTo>
                  <a:pt x="1205637" y="34535"/>
                </a:lnTo>
                <a:lnTo>
                  <a:pt x="1207686" y="31606"/>
                </a:lnTo>
                <a:lnTo>
                  <a:pt x="1209733" y="19289"/>
                </a:lnTo>
                <a:lnTo>
                  <a:pt x="1211777" y="32274"/>
                </a:lnTo>
                <a:lnTo>
                  <a:pt x="1213817" y="63093"/>
                </a:lnTo>
                <a:lnTo>
                  <a:pt x="1215854" y="183392"/>
                </a:lnTo>
                <a:lnTo>
                  <a:pt x="1217888" y="30228"/>
                </a:lnTo>
                <a:lnTo>
                  <a:pt x="1219918" y="0"/>
                </a:lnTo>
                <a:lnTo>
                  <a:pt x="1221945" y="5821"/>
                </a:lnTo>
                <a:lnTo>
                  <a:pt x="1223970" y="89495"/>
                </a:lnTo>
                <a:lnTo>
                  <a:pt x="1225990" y="10972"/>
                </a:lnTo>
                <a:lnTo>
                  <a:pt x="1228008" y="97437"/>
                </a:lnTo>
                <a:lnTo>
                  <a:pt x="1230020" y="62573"/>
                </a:lnTo>
                <a:lnTo>
                  <a:pt x="1232033" y="32634"/>
                </a:lnTo>
                <a:lnTo>
                  <a:pt x="1234041" y="46446"/>
                </a:lnTo>
                <a:lnTo>
                  <a:pt x="1236044" y="47257"/>
                </a:lnTo>
                <a:lnTo>
                  <a:pt x="1236044" y="47257"/>
                </a:lnTo>
              </a:path>
            </a:pathLst>
          </a:custGeom>
          <a:noFill/>
          <a:ln w="38100" cap="sq">
            <a:solidFill>
              <a:srgbClr val="E9C46A"/>
            </a:solidFill>
            <a:prstDash val="solid"/>
            <a:round/>
          </a:ln>
        </p:spPr>
        <p:txBody>
          <a:bodyPr rtlCol="0" anchor="ctr"/>
          <a:lstStyle/>
          <a:p>
            <a:endParaRPr lang="es-ES" dirty="0"/>
          </a:p>
        </p:txBody>
      </p:sp>
      <p:sp>
        <p:nvSpPr>
          <p:cNvPr id="189" name="Forma libre: forma 188">
            <a:extLst>
              <a:ext uri="{FF2B5EF4-FFF2-40B4-BE49-F238E27FC236}">
                <a16:creationId xmlns:a16="http://schemas.microsoft.com/office/drawing/2014/main" id="{3143F884-B3E8-33B4-56F3-312849C3CE67}"/>
              </a:ext>
            </a:extLst>
          </p:cNvPr>
          <p:cNvSpPr/>
          <p:nvPr/>
        </p:nvSpPr>
        <p:spPr>
          <a:xfrm>
            <a:off x="4874679" y="6832912"/>
            <a:ext cx="1321853" cy="787787"/>
          </a:xfrm>
          <a:custGeom>
            <a:avLst/>
            <a:gdLst>
              <a:gd name="connsiteX0" fmla="*/ 1321854 w 1321853"/>
              <a:gd name="connsiteY0" fmla="*/ 771325 h 787787"/>
              <a:gd name="connsiteX1" fmla="*/ 1319712 w 1321853"/>
              <a:gd name="connsiteY1" fmla="*/ 771042 h 787787"/>
              <a:gd name="connsiteX2" fmla="*/ 1317564 w 1321853"/>
              <a:gd name="connsiteY2" fmla="*/ 751727 h 787787"/>
              <a:gd name="connsiteX3" fmla="*/ 1315412 w 1321853"/>
              <a:gd name="connsiteY3" fmla="*/ 725048 h 787787"/>
              <a:gd name="connsiteX4" fmla="*/ 1313260 w 1321853"/>
              <a:gd name="connsiteY4" fmla="*/ 679055 h 787787"/>
              <a:gd name="connsiteX5" fmla="*/ 1311102 w 1321853"/>
              <a:gd name="connsiteY5" fmla="*/ 678570 h 787787"/>
              <a:gd name="connsiteX6" fmla="*/ 1308942 w 1321853"/>
              <a:gd name="connsiteY6" fmla="*/ 651136 h 787787"/>
              <a:gd name="connsiteX7" fmla="*/ 1306776 w 1321853"/>
              <a:gd name="connsiteY7" fmla="*/ 665029 h 787787"/>
              <a:gd name="connsiteX8" fmla="*/ 1304608 w 1321853"/>
              <a:gd name="connsiteY8" fmla="*/ 624058 h 787787"/>
              <a:gd name="connsiteX9" fmla="*/ 1302438 w 1321853"/>
              <a:gd name="connsiteY9" fmla="*/ 622143 h 787787"/>
              <a:gd name="connsiteX10" fmla="*/ 1300262 w 1321853"/>
              <a:gd name="connsiteY10" fmla="*/ 616308 h 787787"/>
              <a:gd name="connsiteX11" fmla="*/ 1298084 w 1321853"/>
              <a:gd name="connsiteY11" fmla="*/ 557891 h 787787"/>
              <a:gd name="connsiteX12" fmla="*/ 1295902 w 1321853"/>
              <a:gd name="connsiteY12" fmla="*/ 608654 h 787787"/>
              <a:gd name="connsiteX13" fmla="*/ 1293716 w 1321853"/>
              <a:gd name="connsiteY13" fmla="*/ 644217 h 787787"/>
              <a:gd name="connsiteX14" fmla="*/ 1291527 w 1321853"/>
              <a:gd name="connsiteY14" fmla="*/ 650943 h 787787"/>
              <a:gd name="connsiteX15" fmla="*/ 1289336 w 1321853"/>
              <a:gd name="connsiteY15" fmla="*/ 653322 h 787787"/>
              <a:gd name="connsiteX16" fmla="*/ 1287139 w 1321853"/>
              <a:gd name="connsiteY16" fmla="*/ 550784 h 787787"/>
              <a:gd name="connsiteX17" fmla="*/ 1284940 w 1321853"/>
              <a:gd name="connsiteY17" fmla="*/ 536680 h 787787"/>
              <a:gd name="connsiteX18" fmla="*/ 1282735 w 1321853"/>
              <a:gd name="connsiteY18" fmla="*/ 705090 h 787787"/>
              <a:gd name="connsiteX19" fmla="*/ 1280528 w 1321853"/>
              <a:gd name="connsiteY19" fmla="*/ 715730 h 787787"/>
              <a:gd name="connsiteX20" fmla="*/ 1278318 w 1321853"/>
              <a:gd name="connsiteY20" fmla="*/ 766668 h 787787"/>
              <a:gd name="connsiteX21" fmla="*/ 1276103 w 1321853"/>
              <a:gd name="connsiteY21" fmla="*/ 774986 h 787787"/>
              <a:gd name="connsiteX22" fmla="*/ 1273886 w 1321853"/>
              <a:gd name="connsiteY22" fmla="*/ 766738 h 787787"/>
              <a:gd name="connsiteX23" fmla="*/ 1271663 w 1321853"/>
              <a:gd name="connsiteY23" fmla="*/ 728075 h 787787"/>
              <a:gd name="connsiteX24" fmla="*/ 1269438 w 1321853"/>
              <a:gd name="connsiteY24" fmla="*/ 730662 h 787787"/>
              <a:gd name="connsiteX25" fmla="*/ 1267207 w 1321853"/>
              <a:gd name="connsiteY25" fmla="*/ 714821 h 787787"/>
              <a:gd name="connsiteX26" fmla="*/ 1264974 w 1321853"/>
              <a:gd name="connsiteY26" fmla="*/ 734302 h 787787"/>
              <a:gd name="connsiteX27" fmla="*/ 1262738 w 1321853"/>
              <a:gd name="connsiteY27" fmla="*/ 746767 h 787787"/>
              <a:gd name="connsiteX28" fmla="*/ 1260497 w 1321853"/>
              <a:gd name="connsiteY28" fmla="*/ 763601 h 787787"/>
              <a:gd name="connsiteX29" fmla="*/ 1258254 w 1321853"/>
              <a:gd name="connsiteY29" fmla="*/ 764104 h 787787"/>
              <a:gd name="connsiteX30" fmla="*/ 1256005 w 1321853"/>
              <a:gd name="connsiteY30" fmla="*/ 767936 h 787787"/>
              <a:gd name="connsiteX31" fmla="*/ 1253753 w 1321853"/>
              <a:gd name="connsiteY31" fmla="*/ 775929 h 787787"/>
              <a:gd name="connsiteX32" fmla="*/ 1251497 w 1321853"/>
              <a:gd name="connsiteY32" fmla="*/ 781235 h 787787"/>
              <a:gd name="connsiteX33" fmla="*/ 1246973 w 1321853"/>
              <a:gd name="connsiteY33" fmla="*/ 785628 h 787787"/>
              <a:gd name="connsiteX34" fmla="*/ 1244703 w 1321853"/>
              <a:gd name="connsiteY34" fmla="*/ 783741 h 787787"/>
              <a:gd name="connsiteX35" fmla="*/ 1242434 w 1321853"/>
              <a:gd name="connsiteY35" fmla="*/ 783322 h 787787"/>
              <a:gd name="connsiteX36" fmla="*/ 1240156 w 1321853"/>
              <a:gd name="connsiteY36" fmla="*/ 785039 h 787787"/>
              <a:gd name="connsiteX37" fmla="*/ 1237876 w 1321853"/>
              <a:gd name="connsiteY37" fmla="*/ 786386 h 787787"/>
              <a:gd name="connsiteX38" fmla="*/ 1235594 w 1321853"/>
              <a:gd name="connsiteY38" fmla="*/ 785375 h 787787"/>
              <a:gd name="connsiteX39" fmla="*/ 1233306 w 1321853"/>
              <a:gd name="connsiteY39" fmla="*/ 777685 h 787787"/>
              <a:gd name="connsiteX40" fmla="*/ 1231015 w 1321853"/>
              <a:gd name="connsiteY40" fmla="*/ 787076 h 787787"/>
              <a:gd name="connsiteX41" fmla="*/ 1226419 w 1321853"/>
              <a:gd name="connsiteY41" fmla="*/ 787592 h 787787"/>
              <a:gd name="connsiteX42" fmla="*/ 1224115 w 1321853"/>
              <a:gd name="connsiteY42" fmla="*/ 787548 h 787787"/>
              <a:gd name="connsiteX43" fmla="*/ 1221806 w 1321853"/>
              <a:gd name="connsiteY43" fmla="*/ 786615 h 787787"/>
              <a:gd name="connsiteX44" fmla="*/ 1219495 w 1321853"/>
              <a:gd name="connsiteY44" fmla="*/ 785206 h 787787"/>
              <a:gd name="connsiteX45" fmla="*/ 1217178 w 1321853"/>
              <a:gd name="connsiteY45" fmla="*/ 781102 h 787787"/>
              <a:gd name="connsiteX46" fmla="*/ 1214857 w 1321853"/>
              <a:gd name="connsiteY46" fmla="*/ 771002 h 787787"/>
              <a:gd name="connsiteX47" fmla="*/ 1212535 w 1321853"/>
              <a:gd name="connsiteY47" fmla="*/ 749041 h 787787"/>
              <a:gd name="connsiteX48" fmla="*/ 1210205 w 1321853"/>
              <a:gd name="connsiteY48" fmla="*/ 686584 h 787787"/>
              <a:gd name="connsiteX49" fmla="*/ 1207873 w 1321853"/>
              <a:gd name="connsiteY49" fmla="*/ 675517 h 787787"/>
              <a:gd name="connsiteX50" fmla="*/ 1205536 w 1321853"/>
              <a:gd name="connsiteY50" fmla="*/ 643448 h 787787"/>
              <a:gd name="connsiteX51" fmla="*/ 1203193 w 1321853"/>
              <a:gd name="connsiteY51" fmla="*/ 606346 h 787787"/>
              <a:gd name="connsiteX52" fmla="*/ 1200848 w 1321853"/>
              <a:gd name="connsiteY52" fmla="*/ 544099 h 787787"/>
              <a:gd name="connsiteX53" fmla="*/ 1198497 w 1321853"/>
              <a:gd name="connsiteY53" fmla="*/ 555510 h 787787"/>
              <a:gd name="connsiteX54" fmla="*/ 1196142 w 1321853"/>
              <a:gd name="connsiteY54" fmla="*/ 515821 h 787787"/>
              <a:gd name="connsiteX55" fmla="*/ 1193783 w 1321853"/>
              <a:gd name="connsiteY55" fmla="*/ 527057 h 787787"/>
              <a:gd name="connsiteX56" fmla="*/ 1191420 w 1321853"/>
              <a:gd name="connsiteY56" fmla="*/ 486886 h 787787"/>
              <a:gd name="connsiteX57" fmla="*/ 1189051 w 1321853"/>
              <a:gd name="connsiteY57" fmla="*/ 539121 h 787787"/>
              <a:gd name="connsiteX58" fmla="*/ 1186680 w 1321853"/>
              <a:gd name="connsiteY58" fmla="*/ 529310 h 787787"/>
              <a:gd name="connsiteX59" fmla="*/ 1184303 w 1321853"/>
              <a:gd name="connsiteY59" fmla="*/ 530905 h 787787"/>
              <a:gd name="connsiteX60" fmla="*/ 1181922 w 1321853"/>
              <a:gd name="connsiteY60" fmla="*/ 375884 h 787787"/>
              <a:gd name="connsiteX61" fmla="*/ 1179537 w 1321853"/>
              <a:gd name="connsiteY61" fmla="*/ 563104 h 787787"/>
              <a:gd name="connsiteX62" fmla="*/ 1177148 w 1321853"/>
              <a:gd name="connsiteY62" fmla="*/ 597879 h 787787"/>
              <a:gd name="connsiteX63" fmla="*/ 1174753 w 1321853"/>
              <a:gd name="connsiteY63" fmla="*/ 612239 h 787787"/>
              <a:gd name="connsiteX64" fmla="*/ 1172353 w 1321853"/>
              <a:gd name="connsiteY64" fmla="*/ 561991 h 787787"/>
              <a:gd name="connsiteX65" fmla="*/ 1169951 w 1321853"/>
              <a:gd name="connsiteY65" fmla="*/ 701099 h 787787"/>
              <a:gd name="connsiteX66" fmla="*/ 1167543 w 1321853"/>
              <a:gd name="connsiteY66" fmla="*/ 680594 h 787787"/>
              <a:gd name="connsiteX67" fmla="*/ 1165130 w 1321853"/>
              <a:gd name="connsiteY67" fmla="*/ 651579 h 787787"/>
              <a:gd name="connsiteX68" fmla="*/ 1162712 w 1321853"/>
              <a:gd name="connsiteY68" fmla="*/ 662124 h 787787"/>
              <a:gd name="connsiteX69" fmla="*/ 1160291 w 1321853"/>
              <a:gd name="connsiteY69" fmla="*/ 660084 h 787787"/>
              <a:gd name="connsiteX70" fmla="*/ 1157862 w 1321853"/>
              <a:gd name="connsiteY70" fmla="*/ 695926 h 787787"/>
              <a:gd name="connsiteX71" fmla="*/ 1155431 w 1321853"/>
              <a:gd name="connsiteY71" fmla="*/ 706495 h 787787"/>
              <a:gd name="connsiteX72" fmla="*/ 1152995 w 1321853"/>
              <a:gd name="connsiteY72" fmla="*/ 725449 h 787787"/>
              <a:gd name="connsiteX73" fmla="*/ 1150553 w 1321853"/>
              <a:gd name="connsiteY73" fmla="*/ 724259 h 787787"/>
              <a:gd name="connsiteX74" fmla="*/ 1148109 w 1321853"/>
              <a:gd name="connsiteY74" fmla="*/ 685802 h 787787"/>
              <a:gd name="connsiteX75" fmla="*/ 1145657 w 1321853"/>
              <a:gd name="connsiteY75" fmla="*/ 763476 h 787787"/>
              <a:gd name="connsiteX76" fmla="*/ 1143202 w 1321853"/>
              <a:gd name="connsiteY76" fmla="*/ 768989 h 787787"/>
              <a:gd name="connsiteX77" fmla="*/ 1140740 w 1321853"/>
              <a:gd name="connsiteY77" fmla="*/ 765071 h 787787"/>
              <a:gd name="connsiteX78" fmla="*/ 1138274 w 1321853"/>
              <a:gd name="connsiteY78" fmla="*/ 782817 h 787787"/>
              <a:gd name="connsiteX79" fmla="*/ 1135804 w 1321853"/>
              <a:gd name="connsiteY79" fmla="*/ 780574 h 787787"/>
              <a:gd name="connsiteX80" fmla="*/ 1133331 w 1321853"/>
              <a:gd name="connsiteY80" fmla="*/ 781777 h 787787"/>
              <a:gd name="connsiteX81" fmla="*/ 1130851 w 1321853"/>
              <a:gd name="connsiteY81" fmla="*/ 781407 h 787787"/>
              <a:gd name="connsiteX82" fmla="*/ 1128365 w 1321853"/>
              <a:gd name="connsiteY82" fmla="*/ 779188 h 787787"/>
              <a:gd name="connsiteX83" fmla="*/ 1125873 w 1321853"/>
              <a:gd name="connsiteY83" fmla="*/ 779581 h 787787"/>
              <a:gd name="connsiteX84" fmla="*/ 1123380 w 1321853"/>
              <a:gd name="connsiteY84" fmla="*/ 786857 h 787787"/>
              <a:gd name="connsiteX85" fmla="*/ 1120878 w 1321853"/>
              <a:gd name="connsiteY85" fmla="*/ 787292 h 787787"/>
              <a:gd name="connsiteX86" fmla="*/ 1118374 w 1321853"/>
              <a:gd name="connsiteY86" fmla="*/ 787021 h 787787"/>
              <a:gd name="connsiteX87" fmla="*/ 1115862 w 1321853"/>
              <a:gd name="connsiteY87" fmla="*/ 787123 h 787787"/>
              <a:gd name="connsiteX88" fmla="*/ 1110825 w 1321853"/>
              <a:gd name="connsiteY88" fmla="*/ 785179 h 787787"/>
              <a:gd name="connsiteX89" fmla="*/ 1108300 w 1321853"/>
              <a:gd name="connsiteY89" fmla="*/ 784734 h 787787"/>
              <a:gd name="connsiteX90" fmla="*/ 1105767 w 1321853"/>
              <a:gd name="connsiteY90" fmla="*/ 782757 h 787787"/>
              <a:gd name="connsiteX91" fmla="*/ 1103232 w 1321853"/>
              <a:gd name="connsiteY91" fmla="*/ 776854 h 787787"/>
              <a:gd name="connsiteX92" fmla="*/ 1100688 w 1321853"/>
              <a:gd name="connsiteY92" fmla="*/ 776499 h 787787"/>
              <a:gd name="connsiteX93" fmla="*/ 1098140 w 1321853"/>
              <a:gd name="connsiteY93" fmla="*/ 775215 h 787787"/>
              <a:gd name="connsiteX94" fmla="*/ 1095589 w 1321853"/>
              <a:gd name="connsiteY94" fmla="*/ 763963 h 787787"/>
              <a:gd name="connsiteX95" fmla="*/ 1093030 w 1321853"/>
              <a:gd name="connsiteY95" fmla="*/ 774582 h 787787"/>
              <a:gd name="connsiteX96" fmla="*/ 1090466 w 1321853"/>
              <a:gd name="connsiteY96" fmla="*/ 783661 h 787787"/>
              <a:gd name="connsiteX97" fmla="*/ 1087896 w 1321853"/>
              <a:gd name="connsiteY97" fmla="*/ 761481 h 787787"/>
              <a:gd name="connsiteX98" fmla="*/ 1085322 w 1321853"/>
              <a:gd name="connsiteY98" fmla="*/ 771609 h 787787"/>
              <a:gd name="connsiteX99" fmla="*/ 1082742 w 1321853"/>
              <a:gd name="connsiteY99" fmla="*/ 753561 h 787787"/>
              <a:gd name="connsiteX100" fmla="*/ 1080155 w 1321853"/>
              <a:gd name="connsiteY100" fmla="*/ 777528 h 787787"/>
              <a:gd name="connsiteX101" fmla="*/ 1077564 w 1321853"/>
              <a:gd name="connsiteY101" fmla="*/ 783557 h 787787"/>
              <a:gd name="connsiteX102" fmla="*/ 1074966 w 1321853"/>
              <a:gd name="connsiteY102" fmla="*/ 785417 h 787787"/>
              <a:gd name="connsiteX103" fmla="*/ 1072363 w 1321853"/>
              <a:gd name="connsiteY103" fmla="*/ 780662 h 787787"/>
              <a:gd name="connsiteX104" fmla="*/ 1069755 w 1321853"/>
              <a:gd name="connsiteY104" fmla="*/ 759647 h 787787"/>
              <a:gd name="connsiteX105" fmla="*/ 1064522 w 1321853"/>
              <a:gd name="connsiteY105" fmla="*/ 653590 h 787787"/>
              <a:gd name="connsiteX106" fmla="*/ 1061896 w 1321853"/>
              <a:gd name="connsiteY106" fmla="*/ 565222 h 787787"/>
              <a:gd name="connsiteX107" fmla="*/ 1059264 w 1321853"/>
              <a:gd name="connsiteY107" fmla="*/ 511658 h 787787"/>
              <a:gd name="connsiteX108" fmla="*/ 1056627 w 1321853"/>
              <a:gd name="connsiteY108" fmla="*/ 451610 h 787787"/>
              <a:gd name="connsiteX109" fmla="*/ 1053982 w 1321853"/>
              <a:gd name="connsiteY109" fmla="*/ 402144 h 787787"/>
              <a:gd name="connsiteX110" fmla="*/ 1051334 w 1321853"/>
              <a:gd name="connsiteY110" fmla="*/ 307961 h 787787"/>
              <a:gd name="connsiteX111" fmla="*/ 1048679 w 1321853"/>
              <a:gd name="connsiteY111" fmla="*/ 268819 h 787787"/>
              <a:gd name="connsiteX112" fmla="*/ 1046016 w 1321853"/>
              <a:gd name="connsiteY112" fmla="*/ 177796 h 787787"/>
              <a:gd name="connsiteX113" fmla="*/ 1043350 w 1321853"/>
              <a:gd name="connsiteY113" fmla="*/ 170901 h 787787"/>
              <a:gd name="connsiteX114" fmla="*/ 1040677 w 1321853"/>
              <a:gd name="connsiteY114" fmla="*/ 139910 h 787787"/>
              <a:gd name="connsiteX115" fmla="*/ 1035311 w 1321853"/>
              <a:gd name="connsiteY115" fmla="*/ 49648 h 787787"/>
              <a:gd name="connsiteX116" fmla="*/ 1032617 w 1321853"/>
              <a:gd name="connsiteY116" fmla="*/ 50735 h 787787"/>
              <a:gd name="connsiteX117" fmla="*/ 1029920 w 1321853"/>
              <a:gd name="connsiteY117" fmla="*/ 0 h 787787"/>
              <a:gd name="connsiteX118" fmla="*/ 1027215 w 1321853"/>
              <a:gd name="connsiteY118" fmla="*/ 31976 h 787787"/>
              <a:gd name="connsiteX119" fmla="*/ 1024505 w 1321853"/>
              <a:gd name="connsiteY119" fmla="*/ 56868 h 787787"/>
              <a:gd name="connsiteX120" fmla="*/ 1021787 w 1321853"/>
              <a:gd name="connsiteY120" fmla="*/ 28330 h 787787"/>
              <a:gd name="connsiteX121" fmla="*/ 1019064 w 1321853"/>
              <a:gd name="connsiteY121" fmla="*/ 31087 h 787787"/>
              <a:gd name="connsiteX122" fmla="*/ 1016333 w 1321853"/>
              <a:gd name="connsiteY122" fmla="*/ 19150 h 787787"/>
              <a:gd name="connsiteX123" fmla="*/ 1013597 w 1321853"/>
              <a:gd name="connsiteY123" fmla="*/ 47476 h 787787"/>
              <a:gd name="connsiteX124" fmla="*/ 1010853 w 1321853"/>
              <a:gd name="connsiteY124" fmla="*/ 105925 h 787787"/>
              <a:gd name="connsiteX125" fmla="*/ 1008104 w 1321853"/>
              <a:gd name="connsiteY125" fmla="*/ 190394 h 787787"/>
              <a:gd name="connsiteX126" fmla="*/ 1005347 w 1321853"/>
              <a:gd name="connsiteY126" fmla="*/ 313343 h 787787"/>
              <a:gd name="connsiteX127" fmla="*/ 999812 w 1321853"/>
              <a:gd name="connsiteY127" fmla="*/ 625989 h 787787"/>
              <a:gd name="connsiteX128" fmla="*/ 997037 w 1321853"/>
              <a:gd name="connsiteY128" fmla="*/ 662439 h 787787"/>
              <a:gd name="connsiteX129" fmla="*/ 994254 w 1321853"/>
              <a:gd name="connsiteY129" fmla="*/ 722388 h 787787"/>
              <a:gd name="connsiteX130" fmla="*/ 991463 w 1321853"/>
              <a:gd name="connsiteY130" fmla="*/ 770648 h 787787"/>
              <a:gd name="connsiteX131" fmla="*/ 988667 w 1321853"/>
              <a:gd name="connsiteY131" fmla="*/ 761952 h 787787"/>
              <a:gd name="connsiteX132" fmla="*/ 985861 w 1321853"/>
              <a:gd name="connsiteY132" fmla="*/ 766644 h 787787"/>
              <a:gd name="connsiteX133" fmla="*/ 983052 w 1321853"/>
              <a:gd name="connsiteY133" fmla="*/ 784432 h 787787"/>
              <a:gd name="connsiteX134" fmla="*/ 980232 w 1321853"/>
              <a:gd name="connsiteY134" fmla="*/ 776945 h 787787"/>
              <a:gd name="connsiteX135" fmla="*/ 977408 w 1321853"/>
              <a:gd name="connsiteY135" fmla="*/ 764946 h 787787"/>
              <a:gd name="connsiteX136" fmla="*/ 974575 w 1321853"/>
              <a:gd name="connsiteY136" fmla="*/ 775869 h 787787"/>
              <a:gd name="connsiteX137" fmla="*/ 971737 w 1321853"/>
              <a:gd name="connsiteY137" fmla="*/ 780581 h 787787"/>
              <a:gd name="connsiteX138" fmla="*/ 968889 w 1321853"/>
              <a:gd name="connsiteY138" fmla="*/ 786959 h 787787"/>
              <a:gd name="connsiteX139" fmla="*/ 966036 w 1321853"/>
              <a:gd name="connsiteY139" fmla="*/ 787675 h 787787"/>
              <a:gd name="connsiteX140" fmla="*/ 960306 w 1321853"/>
              <a:gd name="connsiteY140" fmla="*/ 787696 h 787787"/>
              <a:gd name="connsiteX141" fmla="*/ 945849 w 1321853"/>
              <a:gd name="connsiteY141" fmla="*/ 787787 h 787787"/>
              <a:gd name="connsiteX142" fmla="*/ 719297 w 1321853"/>
              <a:gd name="connsiteY142" fmla="*/ 787587 h 787787"/>
              <a:gd name="connsiteX143" fmla="*/ 715657 w 1321853"/>
              <a:gd name="connsiteY143" fmla="*/ 786511 h 787787"/>
              <a:gd name="connsiteX144" fmla="*/ 712001 w 1321853"/>
              <a:gd name="connsiteY144" fmla="*/ 782374 h 787787"/>
              <a:gd name="connsiteX145" fmla="*/ 708329 w 1321853"/>
              <a:gd name="connsiteY145" fmla="*/ 764419 h 787787"/>
              <a:gd name="connsiteX146" fmla="*/ 704645 w 1321853"/>
              <a:gd name="connsiteY146" fmla="*/ 782481 h 787787"/>
              <a:gd name="connsiteX147" fmla="*/ 700947 w 1321853"/>
              <a:gd name="connsiteY147" fmla="*/ 769338 h 787787"/>
              <a:gd name="connsiteX148" fmla="*/ 697231 w 1321853"/>
              <a:gd name="connsiteY148" fmla="*/ 757977 h 787787"/>
              <a:gd name="connsiteX149" fmla="*/ 693502 w 1321853"/>
              <a:gd name="connsiteY149" fmla="*/ 774707 h 787787"/>
              <a:gd name="connsiteX150" fmla="*/ 689760 w 1321853"/>
              <a:gd name="connsiteY150" fmla="*/ 786508 h 787787"/>
              <a:gd name="connsiteX151" fmla="*/ 686000 w 1321853"/>
              <a:gd name="connsiteY151" fmla="*/ 787735 h 787787"/>
              <a:gd name="connsiteX152" fmla="*/ 682227 w 1321853"/>
              <a:gd name="connsiteY152" fmla="*/ 787584 h 787787"/>
              <a:gd name="connsiteX153" fmla="*/ 678435 w 1321853"/>
              <a:gd name="connsiteY153" fmla="*/ 786690 h 787787"/>
              <a:gd name="connsiteX154" fmla="*/ 674631 w 1321853"/>
              <a:gd name="connsiteY154" fmla="*/ 786102 h 787787"/>
              <a:gd name="connsiteX155" fmla="*/ 670808 w 1321853"/>
              <a:gd name="connsiteY155" fmla="*/ 780918 h 787787"/>
              <a:gd name="connsiteX156" fmla="*/ 666973 w 1321853"/>
              <a:gd name="connsiteY156" fmla="*/ 749062 h 787787"/>
              <a:gd name="connsiteX157" fmla="*/ 663119 w 1321853"/>
              <a:gd name="connsiteY157" fmla="*/ 758052 h 787787"/>
              <a:gd name="connsiteX158" fmla="*/ 659249 w 1321853"/>
              <a:gd name="connsiteY158" fmla="*/ 743417 h 787787"/>
              <a:gd name="connsiteX159" fmla="*/ 655361 w 1321853"/>
              <a:gd name="connsiteY159" fmla="*/ 702115 h 787787"/>
              <a:gd name="connsiteX160" fmla="*/ 651458 w 1321853"/>
              <a:gd name="connsiteY160" fmla="*/ 741570 h 787787"/>
              <a:gd name="connsiteX161" fmla="*/ 647538 w 1321853"/>
              <a:gd name="connsiteY161" fmla="*/ 784890 h 787787"/>
              <a:gd name="connsiteX162" fmla="*/ 643601 w 1321853"/>
              <a:gd name="connsiteY162" fmla="*/ 787266 h 787787"/>
              <a:gd name="connsiteX163" fmla="*/ 639645 w 1321853"/>
              <a:gd name="connsiteY163" fmla="*/ 786534 h 787787"/>
              <a:gd name="connsiteX164" fmla="*/ 635674 w 1321853"/>
              <a:gd name="connsiteY164" fmla="*/ 787297 h 787787"/>
              <a:gd name="connsiteX165" fmla="*/ 631682 w 1321853"/>
              <a:gd name="connsiteY165" fmla="*/ 785265 h 787787"/>
              <a:gd name="connsiteX166" fmla="*/ 627677 w 1321853"/>
              <a:gd name="connsiteY166" fmla="*/ 768233 h 787787"/>
              <a:gd name="connsiteX167" fmla="*/ 623651 w 1321853"/>
              <a:gd name="connsiteY167" fmla="*/ 763950 h 787787"/>
              <a:gd name="connsiteX168" fmla="*/ 619607 w 1321853"/>
              <a:gd name="connsiteY168" fmla="*/ 743706 h 787787"/>
              <a:gd name="connsiteX169" fmla="*/ 615542 w 1321853"/>
              <a:gd name="connsiteY169" fmla="*/ 680329 h 787787"/>
              <a:gd name="connsiteX170" fmla="*/ 611461 w 1321853"/>
              <a:gd name="connsiteY170" fmla="*/ 589931 h 787787"/>
              <a:gd name="connsiteX171" fmla="*/ 607362 w 1321853"/>
              <a:gd name="connsiteY171" fmla="*/ 460660 h 787787"/>
              <a:gd name="connsiteX172" fmla="*/ 603242 w 1321853"/>
              <a:gd name="connsiteY172" fmla="*/ 377948 h 787787"/>
              <a:gd name="connsiteX173" fmla="*/ 599102 w 1321853"/>
              <a:gd name="connsiteY173" fmla="*/ 276012 h 787787"/>
              <a:gd name="connsiteX174" fmla="*/ 594945 w 1321853"/>
              <a:gd name="connsiteY174" fmla="*/ 283606 h 787787"/>
              <a:gd name="connsiteX175" fmla="*/ 590766 w 1321853"/>
              <a:gd name="connsiteY175" fmla="*/ 283361 h 787787"/>
              <a:gd name="connsiteX176" fmla="*/ 586568 w 1321853"/>
              <a:gd name="connsiteY176" fmla="*/ 539699 h 787787"/>
              <a:gd name="connsiteX177" fmla="*/ 582349 w 1321853"/>
              <a:gd name="connsiteY177" fmla="*/ 496309 h 787787"/>
              <a:gd name="connsiteX178" fmla="*/ 578109 w 1321853"/>
              <a:gd name="connsiteY178" fmla="*/ 302636 h 787787"/>
              <a:gd name="connsiteX179" fmla="*/ 573851 w 1321853"/>
              <a:gd name="connsiteY179" fmla="*/ 249586 h 787787"/>
              <a:gd name="connsiteX180" fmla="*/ 569570 w 1321853"/>
              <a:gd name="connsiteY180" fmla="*/ 250823 h 787787"/>
              <a:gd name="connsiteX181" fmla="*/ 560945 w 1321853"/>
              <a:gd name="connsiteY181" fmla="*/ 775999 h 787787"/>
              <a:gd name="connsiteX182" fmla="*/ 556598 w 1321853"/>
              <a:gd name="connsiteY182" fmla="*/ 783137 h 787787"/>
              <a:gd name="connsiteX183" fmla="*/ 552231 w 1321853"/>
              <a:gd name="connsiteY183" fmla="*/ 778906 h 787787"/>
              <a:gd name="connsiteX184" fmla="*/ 547840 w 1321853"/>
              <a:gd name="connsiteY184" fmla="*/ 784625 h 787787"/>
              <a:gd name="connsiteX185" fmla="*/ 543429 w 1321853"/>
              <a:gd name="connsiteY185" fmla="*/ 787686 h 787787"/>
              <a:gd name="connsiteX186" fmla="*/ 530056 w 1321853"/>
              <a:gd name="connsiteY186" fmla="*/ 787753 h 787787"/>
              <a:gd name="connsiteX187" fmla="*/ 525550 w 1321853"/>
              <a:gd name="connsiteY187" fmla="*/ 787501 h 787787"/>
              <a:gd name="connsiteX188" fmla="*/ 521021 w 1321853"/>
              <a:gd name="connsiteY188" fmla="*/ 786928 h 787787"/>
              <a:gd name="connsiteX189" fmla="*/ 516469 w 1321853"/>
              <a:gd name="connsiteY189" fmla="*/ 784942 h 787787"/>
              <a:gd name="connsiteX190" fmla="*/ 511891 w 1321853"/>
              <a:gd name="connsiteY190" fmla="*/ 785036 h 787787"/>
              <a:gd name="connsiteX191" fmla="*/ 507289 w 1321853"/>
              <a:gd name="connsiteY191" fmla="*/ 787774 h 787787"/>
              <a:gd name="connsiteX192" fmla="*/ 454964 w 1321853"/>
              <a:gd name="connsiteY192" fmla="*/ 787613 h 787787"/>
              <a:gd name="connsiteX193" fmla="*/ 445098 w 1321853"/>
              <a:gd name="connsiteY193" fmla="*/ 787378 h 787787"/>
              <a:gd name="connsiteX194" fmla="*/ 440121 w 1321853"/>
              <a:gd name="connsiteY194" fmla="*/ 787777 h 787787"/>
              <a:gd name="connsiteX195" fmla="*/ 435118 w 1321853"/>
              <a:gd name="connsiteY195" fmla="*/ 787759 h 787787"/>
              <a:gd name="connsiteX196" fmla="*/ 430086 w 1321853"/>
              <a:gd name="connsiteY196" fmla="*/ 786737 h 787787"/>
              <a:gd name="connsiteX197" fmla="*/ 425026 w 1321853"/>
              <a:gd name="connsiteY197" fmla="*/ 785010 h 787787"/>
              <a:gd name="connsiteX198" fmla="*/ 419934 w 1321853"/>
              <a:gd name="connsiteY198" fmla="*/ 785661 h 787787"/>
              <a:gd name="connsiteX199" fmla="*/ 414814 w 1321853"/>
              <a:gd name="connsiteY199" fmla="*/ 787725 h 787787"/>
              <a:gd name="connsiteX200" fmla="*/ 409665 w 1321853"/>
              <a:gd name="connsiteY200" fmla="*/ 787152 h 787787"/>
              <a:gd name="connsiteX201" fmla="*/ 404487 w 1321853"/>
              <a:gd name="connsiteY201" fmla="*/ 776796 h 787787"/>
              <a:gd name="connsiteX202" fmla="*/ 399278 w 1321853"/>
              <a:gd name="connsiteY202" fmla="*/ 688999 h 787787"/>
              <a:gd name="connsiteX203" fmla="*/ 394040 w 1321853"/>
              <a:gd name="connsiteY203" fmla="*/ 558091 h 787787"/>
              <a:gd name="connsiteX204" fmla="*/ 388774 w 1321853"/>
              <a:gd name="connsiteY204" fmla="*/ 591914 h 787787"/>
              <a:gd name="connsiteX205" fmla="*/ 383476 w 1321853"/>
              <a:gd name="connsiteY205" fmla="*/ 710454 h 787787"/>
              <a:gd name="connsiteX206" fmla="*/ 378150 w 1321853"/>
              <a:gd name="connsiteY206" fmla="*/ 443545 h 787787"/>
              <a:gd name="connsiteX207" fmla="*/ 372793 w 1321853"/>
              <a:gd name="connsiteY207" fmla="*/ 615203 h 787787"/>
              <a:gd name="connsiteX208" fmla="*/ 367406 w 1321853"/>
              <a:gd name="connsiteY208" fmla="*/ 672183 h 787787"/>
              <a:gd name="connsiteX209" fmla="*/ 361991 w 1321853"/>
              <a:gd name="connsiteY209" fmla="*/ 499555 h 787787"/>
              <a:gd name="connsiteX210" fmla="*/ 356548 w 1321853"/>
              <a:gd name="connsiteY210" fmla="*/ 730295 h 787787"/>
              <a:gd name="connsiteX211" fmla="*/ 351073 w 1321853"/>
              <a:gd name="connsiteY211" fmla="*/ 787422 h 787787"/>
              <a:gd name="connsiteX212" fmla="*/ 345572 w 1321853"/>
              <a:gd name="connsiteY212" fmla="*/ 783343 h 787787"/>
              <a:gd name="connsiteX213" fmla="*/ 340043 w 1321853"/>
              <a:gd name="connsiteY213" fmla="*/ 735758 h 787787"/>
              <a:gd name="connsiteX214" fmla="*/ 334485 w 1321853"/>
              <a:gd name="connsiteY214" fmla="*/ 787428 h 787787"/>
              <a:gd name="connsiteX215" fmla="*/ 328903 w 1321853"/>
              <a:gd name="connsiteY215" fmla="*/ 787772 h 787787"/>
              <a:gd name="connsiteX216" fmla="*/ 283361 w 1321853"/>
              <a:gd name="connsiteY216" fmla="*/ 787738 h 787787"/>
              <a:gd name="connsiteX217" fmla="*/ 277579 w 1321853"/>
              <a:gd name="connsiteY217" fmla="*/ 784700 h 787787"/>
              <a:gd name="connsiteX218" fmla="*/ 271781 w 1321853"/>
              <a:gd name="connsiteY218" fmla="*/ 751404 h 787787"/>
              <a:gd name="connsiteX219" fmla="*/ 265973 w 1321853"/>
              <a:gd name="connsiteY219" fmla="*/ 774454 h 787787"/>
              <a:gd name="connsiteX220" fmla="*/ 260151 w 1321853"/>
              <a:gd name="connsiteY220" fmla="*/ 688887 h 787787"/>
              <a:gd name="connsiteX221" fmla="*/ 254322 w 1321853"/>
              <a:gd name="connsiteY221" fmla="*/ 721951 h 787787"/>
              <a:gd name="connsiteX222" fmla="*/ 248488 w 1321853"/>
              <a:gd name="connsiteY222" fmla="*/ 747814 h 787787"/>
              <a:gd name="connsiteX223" fmla="*/ 242651 w 1321853"/>
              <a:gd name="connsiteY223" fmla="*/ 753861 h 787787"/>
              <a:gd name="connsiteX224" fmla="*/ 236814 w 1321853"/>
              <a:gd name="connsiteY224" fmla="*/ 778427 h 787787"/>
              <a:gd name="connsiteX225" fmla="*/ 230979 w 1321853"/>
              <a:gd name="connsiteY225" fmla="*/ 781584 h 787787"/>
              <a:gd name="connsiteX226" fmla="*/ 225153 w 1321853"/>
              <a:gd name="connsiteY226" fmla="*/ 787670 h 787787"/>
              <a:gd name="connsiteX227" fmla="*/ 219337 w 1321853"/>
              <a:gd name="connsiteY227" fmla="*/ 787485 h 787787"/>
              <a:gd name="connsiteX228" fmla="*/ 213536 w 1321853"/>
              <a:gd name="connsiteY228" fmla="*/ 664946 h 787787"/>
              <a:gd name="connsiteX229" fmla="*/ 207751 w 1321853"/>
              <a:gd name="connsiteY229" fmla="*/ 770786 h 787787"/>
              <a:gd name="connsiteX230" fmla="*/ 201990 w 1321853"/>
              <a:gd name="connsiteY230" fmla="*/ 787735 h 787787"/>
              <a:gd name="connsiteX231" fmla="*/ 196257 w 1321853"/>
              <a:gd name="connsiteY231" fmla="*/ 787297 h 787787"/>
              <a:gd name="connsiteX232" fmla="*/ 190553 w 1321853"/>
              <a:gd name="connsiteY232" fmla="*/ 787355 h 787787"/>
              <a:gd name="connsiteX233" fmla="*/ 184885 w 1321853"/>
              <a:gd name="connsiteY233" fmla="*/ 780443 h 787787"/>
              <a:gd name="connsiteX234" fmla="*/ 179257 w 1321853"/>
              <a:gd name="connsiteY234" fmla="*/ 775950 h 787787"/>
              <a:gd name="connsiteX235" fmla="*/ 173672 w 1321853"/>
              <a:gd name="connsiteY235" fmla="*/ 785008 h 787787"/>
              <a:gd name="connsiteX236" fmla="*/ 168140 w 1321853"/>
              <a:gd name="connsiteY236" fmla="*/ 784223 h 787787"/>
              <a:gd name="connsiteX237" fmla="*/ 162660 w 1321853"/>
              <a:gd name="connsiteY237" fmla="*/ 787219 h 787787"/>
              <a:gd name="connsiteX238" fmla="*/ 157240 w 1321853"/>
              <a:gd name="connsiteY238" fmla="*/ 787592 h 787787"/>
              <a:gd name="connsiteX239" fmla="*/ 151883 w 1321853"/>
              <a:gd name="connsiteY239" fmla="*/ 765672 h 787787"/>
              <a:gd name="connsiteX240" fmla="*/ 146590 w 1321853"/>
              <a:gd name="connsiteY240" fmla="*/ 756278 h 787787"/>
              <a:gd name="connsiteX241" fmla="*/ 141371 w 1321853"/>
              <a:gd name="connsiteY241" fmla="*/ 787688 h 787787"/>
              <a:gd name="connsiteX242" fmla="*/ 111751 w 1321853"/>
              <a:gd name="connsiteY242" fmla="*/ 787623 h 787787"/>
              <a:gd name="connsiteX243" fmla="*/ 107123 w 1321853"/>
              <a:gd name="connsiteY243" fmla="*/ 787154 h 787787"/>
              <a:gd name="connsiteX244" fmla="*/ 102590 w 1321853"/>
              <a:gd name="connsiteY244" fmla="*/ 784453 h 787787"/>
              <a:gd name="connsiteX245" fmla="*/ 98154 w 1321853"/>
              <a:gd name="connsiteY245" fmla="*/ 786352 h 787787"/>
              <a:gd name="connsiteX246" fmla="*/ 93814 w 1321853"/>
              <a:gd name="connsiteY246" fmla="*/ 787605 h 787787"/>
              <a:gd name="connsiteX247" fmla="*/ 52408 w 1321853"/>
              <a:gd name="connsiteY247" fmla="*/ 787449 h 787787"/>
              <a:gd name="connsiteX248" fmla="*/ 49195 w 1321853"/>
              <a:gd name="connsiteY248" fmla="*/ 786677 h 787787"/>
              <a:gd name="connsiteX249" fmla="*/ 46067 w 1321853"/>
              <a:gd name="connsiteY249" fmla="*/ 787415 h 787787"/>
              <a:gd name="connsiteX250" fmla="*/ 0 w 1321853"/>
              <a:gd name="connsiteY250" fmla="*/ 786928 h 787787"/>
              <a:gd name="connsiteX251" fmla="*/ 0 w 1321853"/>
              <a:gd name="connsiteY251" fmla="*/ 786928 h 787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321853" h="787787">
                <a:moveTo>
                  <a:pt x="1321854" y="771325"/>
                </a:moveTo>
                <a:lnTo>
                  <a:pt x="1319712" y="771042"/>
                </a:lnTo>
                <a:lnTo>
                  <a:pt x="1317564" y="751727"/>
                </a:lnTo>
                <a:lnTo>
                  <a:pt x="1315412" y="725048"/>
                </a:lnTo>
                <a:lnTo>
                  <a:pt x="1313260" y="679055"/>
                </a:lnTo>
                <a:lnTo>
                  <a:pt x="1311102" y="678570"/>
                </a:lnTo>
                <a:lnTo>
                  <a:pt x="1308942" y="651136"/>
                </a:lnTo>
                <a:lnTo>
                  <a:pt x="1306776" y="665029"/>
                </a:lnTo>
                <a:lnTo>
                  <a:pt x="1304608" y="624058"/>
                </a:lnTo>
                <a:lnTo>
                  <a:pt x="1302438" y="622143"/>
                </a:lnTo>
                <a:lnTo>
                  <a:pt x="1300262" y="616308"/>
                </a:lnTo>
                <a:lnTo>
                  <a:pt x="1298084" y="557891"/>
                </a:lnTo>
                <a:lnTo>
                  <a:pt x="1295902" y="608654"/>
                </a:lnTo>
                <a:lnTo>
                  <a:pt x="1293716" y="644217"/>
                </a:lnTo>
                <a:lnTo>
                  <a:pt x="1291527" y="650943"/>
                </a:lnTo>
                <a:lnTo>
                  <a:pt x="1289336" y="653322"/>
                </a:lnTo>
                <a:lnTo>
                  <a:pt x="1287139" y="550784"/>
                </a:lnTo>
                <a:lnTo>
                  <a:pt x="1284940" y="536680"/>
                </a:lnTo>
                <a:lnTo>
                  <a:pt x="1282735" y="705090"/>
                </a:lnTo>
                <a:lnTo>
                  <a:pt x="1280528" y="715730"/>
                </a:lnTo>
                <a:lnTo>
                  <a:pt x="1278318" y="766668"/>
                </a:lnTo>
                <a:lnTo>
                  <a:pt x="1276103" y="774986"/>
                </a:lnTo>
                <a:lnTo>
                  <a:pt x="1273886" y="766738"/>
                </a:lnTo>
                <a:lnTo>
                  <a:pt x="1271663" y="728075"/>
                </a:lnTo>
                <a:lnTo>
                  <a:pt x="1269438" y="730662"/>
                </a:lnTo>
                <a:lnTo>
                  <a:pt x="1267207" y="714821"/>
                </a:lnTo>
                <a:lnTo>
                  <a:pt x="1264974" y="734302"/>
                </a:lnTo>
                <a:lnTo>
                  <a:pt x="1262738" y="746767"/>
                </a:lnTo>
                <a:lnTo>
                  <a:pt x="1260497" y="763601"/>
                </a:lnTo>
                <a:lnTo>
                  <a:pt x="1258254" y="764104"/>
                </a:lnTo>
                <a:lnTo>
                  <a:pt x="1256005" y="767936"/>
                </a:lnTo>
                <a:lnTo>
                  <a:pt x="1253753" y="775929"/>
                </a:lnTo>
                <a:lnTo>
                  <a:pt x="1251497" y="781235"/>
                </a:lnTo>
                <a:lnTo>
                  <a:pt x="1246973" y="785628"/>
                </a:lnTo>
                <a:lnTo>
                  <a:pt x="1244703" y="783741"/>
                </a:lnTo>
                <a:lnTo>
                  <a:pt x="1242434" y="783322"/>
                </a:lnTo>
                <a:lnTo>
                  <a:pt x="1240156" y="785039"/>
                </a:lnTo>
                <a:lnTo>
                  <a:pt x="1237876" y="786386"/>
                </a:lnTo>
                <a:lnTo>
                  <a:pt x="1235594" y="785375"/>
                </a:lnTo>
                <a:lnTo>
                  <a:pt x="1233306" y="777685"/>
                </a:lnTo>
                <a:lnTo>
                  <a:pt x="1231015" y="787076"/>
                </a:lnTo>
                <a:lnTo>
                  <a:pt x="1226419" y="787592"/>
                </a:lnTo>
                <a:lnTo>
                  <a:pt x="1224115" y="787548"/>
                </a:lnTo>
                <a:lnTo>
                  <a:pt x="1221806" y="786615"/>
                </a:lnTo>
                <a:lnTo>
                  <a:pt x="1219495" y="785206"/>
                </a:lnTo>
                <a:lnTo>
                  <a:pt x="1217178" y="781102"/>
                </a:lnTo>
                <a:lnTo>
                  <a:pt x="1214857" y="771002"/>
                </a:lnTo>
                <a:lnTo>
                  <a:pt x="1212535" y="749041"/>
                </a:lnTo>
                <a:lnTo>
                  <a:pt x="1210205" y="686584"/>
                </a:lnTo>
                <a:lnTo>
                  <a:pt x="1207873" y="675517"/>
                </a:lnTo>
                <a:lnTo>
                  <a:pt x="1205536" y="643448"/>
                </a:lnTo>
                <a:lnTo>
                  <a:pt x="1203193" y="606346"/>
                </a:lnTo>
                <a:lnTo>
                  <a:pt x="1200848" y="544099"/>
                </a:lnTo>
                <a:lnTo>
                  <a:pt x="1198497" y="555510"/>
                </a:lnTo>
                <a:lnTo>
                  <a:pt x="1196142" y="515821"/>
                </a:lnTo>
                <a:lnTo>
                  <a:pt x="1193783" y="527057"/>
                </a:lnTo>
                <a:lnTo>
                  <a:pt x="1191420" y="486886"/>
                </a:lnTo>
                <a:lnTo>
                  <a:pt x="1189051" y="539121"/>
                </a:lnTo>
                <a:lnTo>
                  <a:pt x="1186680" y="529310"/>
                </a:lnTo>
                <a:lnTo>
                  <a:pt x="1184303" y="530905"/>
                </a:lnTo>
                <a:lnTo>
                  <a:pt x="1181922" y="375884"/>
                </a:lnTo>
                <a:lnTo>
                  <a:pt x="1179537" y="563104"/>
                </a:lnTo>
                <a:lnTo>
                  <a:pt x="1177148" y="597879"/>
                </a:lnTo>
                <a:lnTo>
                  <a:pt x="1174753" y="612239"/>
                </a:lnTo>
                <a:lnTo>
                  <a:pt x="1172353" y="561991"/>
                </a:lnTo>
                <a:lnTo>
                  <a:pt x="1169951" y="701099"/>
                </a:lnTo>
                <a:lnTo>
                  <a:pt x="1167543" y="680594"/>
                </a:lnTo>
                <a:lnTo>
                  <a:pt x="1165130" y="651579"/>
                </a:lnTo>
                <a:lnTo>
                  <a:pt x="1162712" y="662124"/>
                </a:lnTo>
                <a:lnTo>
                  <a:pt x="1160291" y="660084"/>
                </a:lnTo>
                <a:lnTo>
                  <a:pt x="1157862" y="695926"/>
                </a:lnTo>
                <a:lnTo>
                  <a:pt x="1155431" y="706495"/>
                </a:lnTo>
                <a:lnTo>
                  <a:pt x="1152995" y="725449"/>
                </a:lnTo>
                <a:lnTo>
                  <a:pt x="1150553" y="724259"/>
                </a:lnTo>
                <a:lnTo>
                  <a:pt x="1148109" y="685802"/>
                </a:lnTo>
                <a:lnTo>
                  <a:pt x="1145657" y="763476"/>
                </a:lnTo>
                <a:lnTo>
                  <a:pt x="1143202" y="768989"/>
                </a:lnTo>
                <a:lnTo>
                  <a:pt x="1140740" y="765071"/>
                </a:lnTo>
                <a:lnTo>
                  <a:pt x="1138274" y="782817"/>
                </a:lnTo>
                <a:lnTo>
                  <a:pt x="1135804" y="780574"/>
                </a:lnTo>
                <a:lnTo>
                  <a:pt x="1133331" y="781777"/>
                </a:lnTo>
                <a:lnTo>
                  <a:pt x="1130851" y="781407"/>
                </a:lnTo>
                <a:lnTo>
                  <a:pt x="1128365" y="779188"/>
                </a:lnTo>
                <a:lnTo>
                  <a:pt x="1125873" y="779581"/>
                </a:lnTo>
                <a:lnTo>
                  <a:pt x="1123380" y="786857"/>
                </a:lnTo>
                <a:lnTo>
                  <a:pt x="1120878" y="787292"/>
                </a:lnTo>
                <a:lnTo>
                  <a:pt x="1118374" y="787021"/>
                </a:lnTo>
                <a:lnTo>
                  <a:pt x="1115862" y="787123"/>
                </a:lnTo>
                <a:lnTo>
                  <a:pt x="1110825" y="785179"/>
                </a:lnTo>
                <a:lnTo>
                  <a:pt x="1108300" y="784734"/>
                </a:lnTo>
                <a:lnTo>
                  <a:pt x="1105767" y="782757"/>
                </a:lnTo>
                <a:lnTo>
                  <a:pt x="1103232" y="776854"/>
                </a:lnTo>
                <a:lnTo>
                  <a:pt x="1100688" y="776499"/>
                </a:lnTo>
                <a:lnTo>
                  <a:pt x="1098140" y="775215"/>
                </a:lnTo>
                <a:lnTo>
                  <a:pt x="1095589" y="763963"/>
                </a:lnTo>
                <a:lnTo>
                  <a:pt x="1093030" y="774582"/>
                </a:lnTo>
                <a:lnTo>
                  <a:pt x="1090466" y="783661"/>
                </a:lnTo>
                <a:lnTo>
                  <a:pt x="1087896" y="761481"/>
                </a:lnTo>
                <a:lnTo>
                  <a:pt x="1085322" y="771609"/>
                </a:lnTo>
                <a:lnTo>
                  <a:pt x="1082742" y="753561"/>
                </a:lnTo>
                <a:lnTo>
                  <a:pt x="1080155" y="777528"/>
                </a:lnTo>
                <a:lnTo>
                  <a:pt x="1077564" y="783557"/>
                </a:lnTo>
                <a:lnTo>
                  <a:pt x="1074966" y="785417"/>
                </a:lnTo>
                <a:lnTo>
                  <a:pt x="1072363" y="780662"/>
                </a:lnTo>
                <a:lnTo>
                  <a:pt x="1069755" y="759647"/>
                </a:lnTo>
                <a:lnTo>
                  <a:pt x="1064522" y="653590"/>
                </a:lnTo>
                <a:lnTo>
                  <a:pt x="1061896" y="565222"/>
                </a:lnTo>
                <a:lnTo>
                  <a:pt x="1059264" y="511658"/>
                </a:lnTo>
                <a:lnTo>
                  <a:pt x="1056627" y="451610"/>
                </a:lnTo>
                <a:lnTo>
                  <a:pt x="1053982" y="402144"/>
                </a:lnTo>
                <a:lnTo>
                  <a:pt x="1051334" y="307961"/>
                </a:lnTo>
                <a:lnTo>
                  <a:pt x="1048679" y="268819"/>
                </a:lnTo>
                <a:lnTo>
                  <a:pt x="1046016" y="177796"/>
                </a:lnTo>
                <a:lnTo>
                  <a:pt x="1043350" y="170901"/>
                </a:lnTo>
                <a:lnTo>
                  <a:pt x="1040677" y="139910"/>
                </a:lnTo>
                <a:lnTo>
                  <a:pt x="1035311" y="49648"/>
                </a:lnTo>
                <a:lnTo>
                  <a:pt x="1032617" y="50735"/>
                </a:lnTo>
                <a:lnTo>
                  <a:pt x="1029920" y="0"/>
                </a:lnTo>
                <a:lnTo>
                  <a:pt x="1027215" y="31976"/>
                </a:lnTo>
                <a:lnTo>
                  <a:pt x="1024505" y="56868"/>
                </a:lnTo>
                <a:lnTo>
                  <a:pt x="1021787" y="28330"/>
                </a:lnTo>
                <a:lnTo>
                  <a:pt x="1019064" y="31087"/>
                </a:lnTo>
                <a:lnTo>
                  <a:pt x="1016333" y="19150"/>
                </a:lnTo>
                <a:lnTo>
                  <a:pt x="1013597" y="47476"/>
                </a:lnTo>
                <a:lnTo>
                  <a:pt x="1010853" y="105925"/>
                </a:lnTo>
                <a:lnTo>
                  <a:pt x="1008104" y="190394"/>
                </a:lnTo>
                <a:lnTo>
                  <a:pt x="1005347" y="313343"/>
                </a:lnTo>
                <a:lnTo>
                  <a:pt x="999812" y="625989"/>
                </a:lnTo>
                <a:lnTo>
                  <a:pt x="997037" y="662439"/>
                </a:lnTo>
                <a:lnTo>
                  <a:pt x="994254" y="722388"/>
                </a:lnTo>
                <a:lnTo>
                  <a:pt x="991463" y="770648"/>
                </a:lnTo>
                <a:lnTo>
                  <a:pt x="988667" y="761952"/>
                </a:lnTo>
                <a:lnTo>
                  <a:pt x="985861" y="766644"/>
                </a:lnTo>
                <a:lnTo>
                  <a:pt x="983052" y="784432"/>
                </a:lnTo>
                <a:lnTo>
                  <a:pt x="980232" y="776945"/>
                </a:lnTo>
                <a:lnTo>
                  <a:pt x="977408" y="764946"/>
                </a:lnTo>
                <a:lnTo>
                  <a:pt x="974575" y="775869"/>
                </a:lnTo>
                <a:lnTo>
                  <a:pt x="971737" y="780581"/>
                </a:lnTo>
                <a:lnTo>
                  <a:pt x="968889" y="786959"/>
                </a:lnTo>
                <a:lnTo>
                  <a:pt x="966036" y="787675"/>
                </a:lnTo>
                <a:lnTo>
                  <a:pt x="960306" y="787696"/>
                </a:lnTo>
                <a:lnTo>
                  <a:pt x="945849" y="787787"/>
                </a:lnTo>
                <a:lnTo>
                  <a:pt x="719297" y="787587"/>
                </a:lnTo>
                <a:lnTo>
                  <a:pt x="715657" y="786511"/>
                </a:lnTo>
                <a:lnTo>
                  <a:pt x="712001" y="782374"/>
                </a:lnTo>
                <a:lnTo>
                  <a:pt x="708329" y="764419"/>
                </a:lnTo>
                <a:lnTo>
                  <a:pt x="704645" y="782481"/>
                </a:lnTo>
                <a:lnTo>
                  <a:pt x="700947" y="769338"/>
                </a:lnTo>
                <a:lnTo>
                  <a:pt x="697231" y="757977"/>
                </a:lnTo>
                <a:lnTo>
                  <a:pt x="693502" y="774707"/>
                </a:lnTo>
                <a:lnTo>
                  <a:pt x="689760" y="786508"/>
                </a:lnTo>
                <a:lnTo>
                  <a:pt x="686000" y="787735"/>
                </a:lnTo>
                <a:lnTo>
                  <a:pt x="682227" y="787584"/>
                </a:lnTo>
                <a:lnTo>
                  <a:pt x="678435" y="786690"/>
                </a:lnTo>
                <a:lnTo>
                  <a:pt x="674631" y="786102"/>
                </a:lnTo>
                <a:lnTo>
                  <a:pt x="670808" y="780918"/>
                </a:lnTo>
                <a:lnTo>
                  <a:pt x="666973" y="749062"/>
                </a:lnTo>
                <a:lnTo>
                  <a:pt x="663119" y="758052"/>
                </a:lnTo>
                <a:lnTo>
                  <a:pt x="659249" y="743417"/>
                </a:lnTo>
                <a:lnTo>
                  <a:pt x="655361" y="702115"/>
                </a:lnTo>
                <a:lnTo>
                  <a:pt x="651458" y="741570"/>
                </a:lnTo>
                <a:lnTo>
                  <a:pt x="647538" y="784890"/>
                </a:lnTo>
                <a:lnTo>
                  <a:pt x="643601" y="787266"/>
                </a:lnTo>
                <a:lnTo>
                  <a:pt x="639645" y="786534"/>
                </a:lnTo>
                <a:lnTo>
                  <a:pt x="635674" y="787297"/>
                </a:lnTo>
                <a:lnTo>
                  <a:pt x="631682" y="785265"/>
                </a:lnTo>
                <a:lnTo>
                  <a:pt x="627677" y="768233"/>
                </a:lnTo>
                <a:lnTo>
                  <a:pt x="623651" y="763950"/>
                </a:lnTo>
                <a:lnTo>
                  <a:pt x="619607" y="743706"/>
                </a:lnTo>
                <a:lnTo>
                  <a:pt x="615542" y="680329"/>
                </a:lnTo>
                <a:lnTo>
                  <a:pt x="611461" y="589931"/>
                </a:lnTo>
                <a:lnTo>
                  <a:pt x="607362" y="460660"/>
                </a:lnTo>
                <a:lnTo>
                  <a:pt x="603242" y="377948"/>
                </a:lnTo>
                <a:lnTo>
                  <a:pt x="599102" y="276012"/>
                </a:lnTo>
                <a:lnTo>
                  <a:pt x="594945" y="283606"/>
                </a:lnTo>
                <a:lnTo>
                  <a:pt x="590766" y="283361"/>
                </a:lnTo>
                <a:lnTo>
                  <a:pt x="586568" y="539699"/>
                </a:lnTo>
                <a:lnTo>
                  <a:pt x="582349" y="496309"/>
                </a:lnTo>
                <a:lnTo>
                  <a:pt x="578109" y="302636"/>
                </a:lnTo>
                <a:lnTo>
                  <a:pt x="573851" y="249586"/>
                </a:lnTo>
                <a:lnTo>
                  <a:pt x="569570" y="250823"/>
                </a:lnTo>
                <a:lnTo>
                  <a:pt x="560945" y="775999"/>
                </a:lnTo>
                <a:lnTo>
                  <a:pt x="556598" y="783137"/>
                </a:lnTo>
                <a:lnTo>
                  <a:pt x="552231" y="778906"/>
                </a:lnTo>
                <a:lnTo>
                  <a:pt x="547840" y="784625"/>
                </a:lnTo>
                <a:lnTo>
                  <a:pt x="543429" y="787686"/>
                </a:lnTo>
                <a:lnTo>
                  <a:pt x="530056" y="787753"/>
                </a:lnTo>
                <a:lnTo>
                  <a:pt x="525550" y="787501"/>
                </a:lnTo>
                <a:lnTo>
                  <a:pt x="521021" y="786928"/>
                </a:lnTo>
                <a:lnTo>
                  <a:pt x="516469" y="784942"/>
                </a:lnTo>
                <a:lnTo>
                  <a:pt x="511891" y="785036"/>
                </a:lnTo>
                <a:lnTo>
                  <a:pt x="507289" y="787774"/>
                </a:lnTo>
                <a:lnTo>
                  <a:pt x="454964" y="787613"/>
                </a:lnTo>
                <a:lnTo>
                  <a:pt x="445098" y="787378"/>
                </a:lnTo>
                <a:lnTo>
                  <a:pt x="440121" y="787777"/>
                </a:lnTo>
                <a:lnTo>
                  <a:pt x="435118" y="787759"/>
                </a:lnTo>
                <a:lnTo>
                  <a:pt x="430086" y="786737"/>
                </a:lnTo>
                <a:lnTo>
                  <a:pt x="425026" y="785010"/>
                </a:lnTo>
                <a:lnTo>
                  <a:pt x="419934" y="785661"/>
                </a:lnTo>
                <a:lnTo>
                  <a:pt x="414814" y="787725"/>
                </a:lnTo>
                <a:lnTo>
                  <a:pt x="409665" y="787152"/>
                </a:lnTo>
                <a:lnTo>
                  <a:pt x="404487" y="776796"/>
                </a:lnTo>
                <a:lnTo>
                  <a:pt x="399278" y="688999"/>
                </a:lnTo>
                <a:lnTo>
                  <a:pt x="394040" y="558091"/>
                </a:lnTo>
                <a:lnTo>
                  <a:pt x="388774" y="591914"/>
                </a:lnTo>
                <a:lnTo>
                  <a:pt x="383476" y="710454"/>
                </a:lnTo>
                <a:lnTo>
                  <a:pt x="378150" y="443545"/>
                </a:lnTo>
                <a:lnTo>
                  <a:pt x="372793" y="615203"/>
                </a:lnTo>
                <a:lnTo>
                  <a:pt x="367406" y="672183"/>
                </a:lnTo>
                <a:lnTo>
                  <a:pt x="361991" y="499555"/>
                </a:lnTo>
                <a:lnTo>
                  <a:pt x="356548" y="730295"/>
                </a:lnTo>
                <a:lnTo>
                  <a:pt x="351073" y="787422"/>
                </a:lnTo>
                <a:lnTo>
                  <a:pt x="345572" y="783343"/>
                </a:lnTo>
                <a:lnTo>
                  <a:pt x="340043" y="735758"/>
                </a:lnTo>
                <a:lnTo>
                  <a:pt x="334485" y="787428"/>
                </a:lnTo>
                <a:lnTo>
                  <a:pt x="328903" y="787772"/>
                </a:lnTo>
                <a:lnTo>
                  <a:pt x="283361" y="787738"/>
                </a:lnTo>
                <a:lnTo>
                  <a:pt x="277579" y="784700"/>
                </a:lnTo>
                <a:lnTo>
                  <a:pt x="271781" y="751404"/>
                </a:lnTo>
                <a:lnTo>
                  <a:pt x="265973" y="774454"/>
                </a:lnTo>
                <a:lnTo>
                  <a:pt x="260151" y="688887"/>
                </a:lnTo>
                <a:lnTo>
                  <a:pt x="254322" y="721951"/>
                </a:lnTo>
                <a:lnTo>
                  <a:pt x="248488" y="747814"/>
                </a:lnTo>
                <a:lnTo>
                  <a:pt x="242651" y="753861"/>
                </a:lnTo>
                <a:lnTo>
                  <a:pt x="236814" y="778427"/>
                </a:lnTo>
                <a:lnTo>
                  <a:pt x="230979" y="781584"/>
                </a:lnTo>
                <a:lnTo>
                  <a:pt x="225153" y="787670"/>
                </a:lnTo>
                <a:lnTo>
                  <a:pt x="219337" y="787485"/>
                </a:lnTo>
                <a:lnTo>
                  <a:pt x="213536" y="664946"/>
                </a:lnTo>
                <a:lnTo>
                  <a:pt x="207751" y="770786"/>
                </a:lnTo>
                <a:lnTo>
                  <a:pt x="201990" y="787735"/>
                </a:lnTo>
                <a:lnTo>
                  <a:pt x="196257" y="787297"/>
                </a:lnTo>
                <a:lnTo>
                  <a:pt x="190553" y="787355"/>
                </a:lnTo>
                <a:lnTo>
                  <a:pt x="184885" y="780443"/>
                </a:lnTo>
                <a:lnTo>
                  <a:pt x="179257" y="775950"/>
                </a:lnTo>
                <a:lnTo>
                  <a:pt x="173672" y="785008"/>
                </a:lnTo>
                <a:lnTo>
                  <a:pt x="168140" y="784223"/>
                </a:lnTo>
                <a:lnTo>
                  <a:pt x="162660" y="787219"/>
                </a:lnTo>
                <a:lnTo>
                  <a:pt x="157240" y="787592"/>
                </a:lnTo>
                <a:lnTo>
                  <a:pt x="151883" y="765672"/>
                </a:lnTo>
                <a:lnTo>
                  <a:pt x="146590" y="756278"/>
                </a:lnTo>
                <a:lnTo>
                  <a:pt x="141371" y="787688"/>
                </a:lnTo>
                <a:lnTo>
                  <a:pt x="111751" y="787623"/>
                </a:lnTo>
                <a:lnTo>
                  <a:pt x="107123" y="787154"/>
                </a:lnTo>
                <a:lnTo>
                  <a:pt x="102590" y="784453"/>
                </a:lnTo>
                <a:lnTo>
                  <a:pt x="98154" y="786352"/>
                </a:lnTo>
                <a:lnTo>
                  <a:pt x="93814" y="787605"/>
                </a:lnTo>
                <a:lnTo>
                  <a:pt x="52408" y="787449"/>
                </a:lnTo>
                <a:lnTo>
                  <a:pt x="49195" y="786677"/>
                </a:lnTo>
                <a:lnTo>
                  <a:pt x="46067" y="787415"/>
                </a:lnTo>
                <a:lnTo>
                  <a:pt x="0" y="786928"/>
                </a:lnTo>
                <a:lnTo>
                  <a:pt x="0" y="786928"/>
                </a:lnTo>
              </a:path>
            </a:pathLst>
          </a:custGeom>
          <a:noFill/>
          <a:ln w="38100" cap="sq">
            <a:solidFill>
              <a:srgbClr val="2A9D8F"/>
            </a:solidFill>
            <a:prstDash val="solid"/>
            <a:round/>
          </a:ln>
        </p:spPr>
        <p:txBody>
          <a:bodyPr rtlCol="0" anchor="ctr"/>
          <a:lstStyle/>
          <a:p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4" name="CuadroTexto 353">
                <a:extLst>
                  <a:ext uri="{FF2B5EF4-FFF2-40B4-BE49-F238E27FC236}">
                    <a16:creationId xmlns:a16="http://schemas.microsoft.com/office/drawing/2014/main" id="{07F303E8-8C9A-40EB-9530-912055E54BE0}"/>
                  </a:ext>
                </a:extLst>
              </p:cNvPr>
              <p:cNvSpPr txBox="1"/>
              <p:nvPr/>
            </p:nvSpPr>
            <p:spPr>
              <a:xfrm rot="5400000">
                <a:off x="7591219" y="4371939"/>
                <a:ext cx="204405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s-E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s-ES" sz="2800" dirty="0"/>
                  <a:t> </a:t>
                </a:r>
              </a:p>
            </p:txBody>
          </p:sp>
        </mc:Choice>
        <mc:Fallback xmlns="">
          <p:sp>
            <p:nvSpPr>
              <p:cNvPr id="354" name="CuadroTexto 353">
                <a:extLst>
                  <a:ext uri="{FF2B5EF4-FFF2-40B4-BE49-F238E27FC236}">
                    <a16:creationId xmlns:a16="http://schemas.microsoft.com/office/drawing/2014/main" id="{07F303E8-8C9A-40EB-9530-912055E54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591219" y="4371939"/>
                <a:ext cx="2044050" cy="430887"/>
              </a:xfrm>
              <a:prstGeom prst="rect">
                <a:avLst/>
              </a:prstGeom>
              <a:blipFill>
                <a:blip r:embed="rId2"/>
                <a:stretch>
                  <a:fillRect t="-29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" name="CuadroTexto 354">
            <a:extLst>
              <a:ext uri="{FF2B5EF4-FFF2-40B4-BE49-F238E27FC236}">
                <a16:creationId xmlns:a16="http://schemas.microsoft.com/office/drawing/2014/main" id="{D85B609E-EF6F-9512-F399-FFDFDE935F93}"/>
              </a:ext>
            </a:extLst>
          </p:cNvPr>
          <p:cNvSpPr txBox="1"/>
          <p:nvPr/>
        </p:nvSpPr>
        <p:spPr>
          <a:xfrm>
            <a:off x="8397800" y="6131213"/>
            <a:ext cx="3656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latin typeface="FrankRuehl" panose="020E0503060101010101" pitchFamily="34" charset="-79"/>
                <a:cs typeface="FrankRuehl" panose="020E0503060101010101" pitchFamily="34" charset="-79"/>
              </a:rPr>
              <a:t>Z</a:t>
            </a:r>
          </a:p>
        </p:txBody>
      </p:sp>
      <p:sp>
        <p:nvSpPr>
          <p:cNvPr id="356" name="CuadroTexto 355">
            <a:extLst>
              <a:ext uri="{FF2B5EF4-FFF2-40B4-BE49-F238E27FC236}">
                <a16:creationId xmlns:a16="http://schemas.microsoft.com/office/drawing/2014/main" id="{856AE528-7FD1-3E47-10D3-5620FB1846A6}"/>
              </a:ext>
            </a:extLst>
          </p:cNvPr>
          <p:cNvSpPr txBox="1"/>
          <p:nvPr/>
        </p:nvSpPr>
        <p:spPr>
          <a:xfrm>
            <a:off x="271977" y="6081072"/>
            <a:ext cx="1712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>
                <a:latin typeface="FrankRuehl" panose="020E0503060101010101" pitchFamily="34" charset="-79"/>
                <a:cs typeface="FrankRuehl" panose="020E0503060101010101" pitchFamily="34" charset="-79"/>
              </a:rPr>
              <a:t>Latent</a:t>
            </a:r>
            <a:endParaRPr lang="es-ES" sz="2000" b="1" dirty="0">
              <a:latin typeface="FrankRuehl" panose="020E0503060101010101" pitchFamily="34" charset="-79"/>
              <a:cs typeface="FrankRuehl" panose="020E0503060101010101" pitchFamily="34" charset="-79"/>
            </a:endParaRPr>
          </a:p>
          <a:p>
            <a:pPr algn="ctr"/>
            <a:r>
              <a:rPr lang="es-ES" sz="2000" b="1" dirty="0">
                <a:latin typeface="FrankRuehl" panose="020E0503060101010101" pitchFamily="34" charset="-79"/>
                <a:cs typeface="FrankRuehl" panose="020E0503060101010101" pitchFamily="34" charset="-79"/>
              </a:rPr>
              <a:t> </a:t>
            </a:r>
            <a:r>
              <a:rPr lang="es-ES" sz="2000" b="1" dirty="0" err="1">
                <a:latin typeface="FrankRuehl" panose="020E0503060101010101" pitchFamily="34" charset="-79"/>
                <a:cs typeface="FrankRuehl" panose="020E0503060101010101" pitchFamily="34" charset="-79"/>
              </a:rPr>
              <a:t>Space</a:t>
            </a:r>
            <a:endParaRPr lang="es-ES" sz="2000" b="1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p:sp>
        <p:nvSpPr>
          <p:cNvPr id="357" name="CuadroTexto 356">
            <a:extLst>
              <a:ext uri="{FF2B5EF4-FFF2-40B4-BE49-F238E27FC236}">
                <a16:creationId xmlns:a16="http://schemas.microsoft.com/office/drawing/2014/main" id="{1C50C35B-6CE8-4A0B-624B-7FFC26DF98A5}"/>
              </a:ext>
            </a:extLst>
          </p:cNvPr>
          <p:cNvSpPr txBox="1"/>
          <p:nvPr/>
        </p:nvSpPr>
        <p:spPr>
          <a:xfrm>
            <a:off x="481464" y="4004836"/>
            <a:ext cx="1712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>
                <a:latin typeface="FrankRuehl" panose="020E0503060101010101" pitchFamily="34" charset="-79"/>
                <a:cs typeface="FrankRuehl" panose="020E0503060101010101" pitchFamily="34" charset="-79"/>
              </a:rPr>
              <a:t>Encoder</a:t>
            </a:r>
            <a:endParaRPr lang="es-ES" sz="2000" b="1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" name="CuadroTexto 357">
                <a:extLst>
                  <a:ext uri="{FF2B5EF4-FFF2-40B4-BE49-F238E27FC236}">
                    <a16:creationId xmlns:a16="http://schemas.microsoft.com/office/drawing/2014/main" id="{96C958B6-7231-A576-7897-AD2FBD1993AD}"/>
                  </a:ext>
                </a:extLst>
              </p:cNvPr>
              <p:cNvSpPr txBox="1"/>
              <p:nvPr/>
            </p:nvSpPr>
            <p:spPr>
              <a:xfrm rot="5400000">
                <a:off x="7679881" y="7716386"/>
                <a:ext cx="18667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d>
                      <m:dPr>
                        <m:ctrlPr>
                          <a:rPr lang="es-E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s-ES" sz="2800" dirty="0"/>
                  <a:t> </a:t>
                </a:r>
              </a:p>
            </p:txBody>
          </p:sp>
        </mc:Choice>
        <mc:Fallback xmlns="">
          <p:sp>
            <p:nvSpPr>
              <p:cNvPr id="358" name="CuadroTexto 357">
                <a:extLst>
                  <a:ext uri="{FF2B5EF4-FFF2-40B4-BE49-F238E27FC236}">
                    <a16:creationId xmlns:a16="http://schemas.microsoft.com/office/drawing/2014/main" id="{96C958B6-7231-A576-7897-AD2FBD199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679881" y="7716386"/>
                <a:ext cx="1866729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9" name="CuadroTexto 358">
            <a:extLst>
              <a:ext uri="{FF2B5EF4-FFF2-40B4-BE49-F238E27FC236}">
                <a16:creationId xmlns:a16="http://schemas.microsoft.com/office/drawing/2014/main" id="{185052D2-E0B3-D8EA-D37A-071063E264D9}"/>
              </a:ext>
            </a:extLst>
          </p:cNvPr>
          <p:cNvSpPr txBox="1"/>
          <p:nvPr/>
        </p:nvSpPr>
        <p:spPr>
          <a:xfrm>
            <a:off x="333322" y="8465084"/>
            <a:ext cx="1712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>
                <a:latin typeface="FrankRuehl" panose="020E0503060101010101" pitchFamily="34" charset="-79"/>
                <a:cs typeface="FrankRuehl" panose="020E0503060101010101" pitchFamily="34" charset="-79"/>
              </a:rPr>
              <a:t>Decoder</a:t>
            </a:r>
            <a:endParaRPr lang="es-ES" sz="2000" b="1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p:sp>
        <p:nvSpPr>
          <p:cNvPr id="360" name="CuadroTexto 359">
            <a:extLst>
              <a:ext uri="{FF2B5EF4-FFF2-40B4-BE49-F238E27FC236}">
                <a16:creationId xmlns:a16="http://schemas.microsoft.com/office/drawing/2014/main" id="{00BA86FB-320A-40D7-1E69-47790D7AA1CB}"/>
              </a:ext>
            </a:extLst>
          </p:cNvPr>
          <p:cNvSpPr txBox="1"/>
          <p:nvPr/>
        </p:nvSpPr>
        <p:spPr>
          <a:xfrm>
            <a:off x="430396" y="6999767"/>
            <a:ext cx="1712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>
                <a:latin typeface="FrankRuehl" panose="020E0503060101010101" pitchFamily="34" charset="-79"/>
                <a:cs typeface="FrankRuehl" panose="020E0503060101010101" pitchFamily="34" charset="-79"/>
              </a:rPr>
              <a:t>Endmembers</a:t>
            </a:r>
            <a:endParaRPr lang="es-ES" sz="2000" b="1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p:sp>
        <p:nvSpPr>
          <p:cNvPr id="361" name="CuadroTexto 360">
            <a:extLst>
              <a:ext uri="{FF2B5EF4-FFF2-40B4-BE49-F238E27FC236}">
                <a16:creationId xmlns:a16="http://schemas.microsoft.com/office/drawing/2014/main" id="{7C3EB4E0-94B9-D08B-2534-8804E904FADE}"/>
              </a:ext>
            </a:extLst>
          </p:cNvPr>
          <p:cNvSpPr txBox="1"/>
          <p:nvPr/>
        </p:nvSpPr>
        <p:spPr>
          <a:xfrm>
            <a:off x="8463001" y="1914690"/>
            <a:ext cx="3656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latin typeface="FrankRuehl" panose="020E0503060101010101" pitchFamily="34" charset="-79"/>
                <a:cs typeface="FrankRuehl" panose="020E0503060101010101" pitchFamily="34" charset="-79"/>
              </a:rPr>
              <a:t>X</a:t>
            </a:r>
          </a:p>
        </p:txBody>
      </p:sp>
      <p:sp>
        <p:nvSpPr>
          <p:cNvPr id="362" name="CuadroTexto 361">
            <a:extLst>
              <a:ext uri="{FF2B5EF4-FFF2-40B4-BE49-F238E27FC236}">
                <a16:creationId xmlns:a16="http://schemas.microsoft.com/office/drawing/2014/main" id="{8060360A-65FA-0B98-D6A9-C07E016A84F8}"/>
              </a:ext>
            </a:extLst>
          </p:cNvPr>
          <p:cNvSpPr txBox="1"/>
          <p:nvPr/>
        </p:nvSpPr>
        <p:spPr>
          <a:xfrm>
            <a:off x="3732742" y="1430588"/>
            <a:ext cx="2271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FrankRuehl" panose="020E0503060101010101" pitchFamily="34" charset="-79"/>
                <a:cs typeface="FrankRuehl" panose="020E0503060101010101" pitchFamily="34" charset="-79"/>
              </a:rPr>
              <a:t>Input </a:t>
            </a:r>
            <a:r>
              <a:rPr lang="es-ES" sz="2400" b="1" dirty="0" err="1">
                <a:latin typeface="FrankRuehl" panose="020E0503060101010101" pitchFamily="34" charset="-79"/>
                <a:cs typeface="FrankRuehl" panose="020E0503060101010101" pitchFamily="34" charset="-79"/>
              </a:rPr>
              <a:t>Spectrum</a:t>
            </a:r>
            <a:endParaRPr lang="es-ES" sz="2400" b="1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p:sp>
        <p:nvSpPr>
          <p:cNvPr id="363" name="CuadroTexto 362">
            <a:extLst>
              <a:ext uri="{FF2B5EF4-FFF2-40B4-BE49-F238E27FC236}">
                <a16:creationId xmlns:a16="http://schemas.microsoft.com/office/drawing/2014/main" id="{0A03CA6E-AA52-CB13-EFF6-ECE1204C377C}"/>
              </a:ext>
            </a:extLst>
          </p:cNvPr>
          <p:cNvSpPr txBox="1"/>
          <p:nvPr/>
        </p:nvSpPr>
        <p:spPr>
          <a:xfrm>
            <a:off x="3177856" y="10331812"/>
            <a:ext cx="3265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FrankRuehl" panose="020E0503060101010101" pitchFamily="34" charset="-79"/>
                <a:cs typeface="FrankRuehl" panose="020E0503060101010101" pitchFamily="34" charset="-79"/>
              </a:rPr>
              <a:t>Reconstructed</a:t>
            </a:r>
            <a:r>
              <a:rPr lang="es-ES" sz="2400" b="1" dirty="0">
                <a:latin typeface="FrankRuehl" panose="020E0503060101010101" pitchFamily="34" charset="-79"/>
                <a:cs typeface="FrankRuehl" panose="020E0503060101010101" pitchFamily="34" charset="-79"/>
              </a:rPr>
              <a:t> </a:t>
            </a:r>
            <a:r>
              <a:rPr lang="es-ES" sz="2400" b="1" dirty="0" err="1">
                <a:latin typeface="FrankRuehl" panose="020E0503060101010101" pitchFamily="34" charset="-79"/>
                <a:cs typeface="FrankRuehl" panose="020E0503060101010101" pitchFamily="34" charset="-79"/>
              </a:rPr>
              <a:t>Spectrum</a:t>
            </a:r>
            <a:endParaRPr lang="es-ES" sz="2400" b="1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p:pic>
        <p:nvPicPr>
          <p:cNvPr id="364" name="Gráfico 363">
            <a:extLst>
              <a:ext uri="{FF2B5EF4-FFF2-40B4-BE49-F238E27FC236}">
                <a16:creationId xmlns:a16="http://schemas.microsoft.com/office/drawing/2014/main" id="{F94E5404-CE64-1A78-F280-CF4CE27A0F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87625" y="-30518"/>
            <a:ext cx="3561887" cy="2125643"/>
          </a:xfrm>
          <a:prstGeom prst="rect">
            <a:avLst/>
          </a:prstGeom>
        </p:spPr>
      </p:pic>
      <p:grpSp>
        <p:nvGrpSpPr>
          <p:cNvPr id="382" name="Gráfico 365">
            <a:extLst>
              <a:ext uri="{FF2B5EF4-FFF2-40B4-BE49-F238E27FC236}">
                <a16:creationId xmlns:a16="http://schemas.microsoft.com/office/drawing/2014/main" id="{45E6AC3A-0D29-2A3F-DDF8-BC0D5C06EE02}"/>
              </a:ext>
            </a:extLst>
          </p:cNvPr>
          <p:cNvGrpSpPr/>
          <p:nvPr/>
        </p:nvGrpSpPr>
        <p:grpSpPr>
          <a:xfrm>
            <a:off x="3099725" y="10730588"/>
            <a:ext cx="3561886" cy="2123345"/>
            <a:chOff x="2791056" y="10889057"/>
            <a:chExt cx="3561886" cy="2123345"/>
          </a:xfrm>
          <a:noFill/>
        </p:grpSpPr>
        <p:sp>
          <p:nvSpPr>
            <p:cNvPr id="383" name="Forma libre: forma 382">
              <a:extLst>
                <a:ext uri="{FF2B5EF4-FFF2-40B4-BE49-F238E27FC236}">
                  <a16:creationId xmlns:a16="http://schemas.microsoft.com/office/drawing/2014/main" id="{31FFAD06-FEDC-AF56-303B-24F584CCA0CE}"/>
                </a:ext>
              </a:extLst>
            </p:cNvPr>
            <p:cNvSpPr/>
            <p:nvPr/>
          </p:nvSpPr>
          <p:spPr>
            <a:xfrm>
              <a:off x="2791056" y="10889057"/>
              <a:ext cx="3561886" cy="2123345"/>
            </a:xfrm>
            <a:custGeom>
              <a:avLst/>
              <a:gdLst>
                <a:gd name="connsiteX0" fmla="*/ 0 w 3561886"/>
                <a:gd name="connsiteY0" fmla="*/ 2123345 h 2123345"/>
                <a:gd name="connsiteX1" fmla="*/ 3561887 w 3561886"/>
                <a:gd name="connsiteY1" fmla="*/ 2123345 h 2123345"/>
                <a:gd name="connsiteX2" fmla="*/ 3561887 w 3561886"/>
                <a:gd name="connsiteY2" fmla="*/ 0 h 2123345"/>
                <a:gd name="connsiteX3" fmla="*/ 0 w 3561886"/>
                <a:gd name="connsiteY3" fmla="*/ 0 h 2123345"/>
                <a:gd name="connsiteX4" fmla="*/ 0 w 3561886"/>
                <a:gd name="connsiteY4" fmla="*/ 2123345 h 2123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61886" h="2123345">
                  <a:moveTo>
                    <a:pt x="0" y="2123345"/>
                  </a:moveTo>
                  <a:lnTo>
                    <a:pt x="3561887" y="2123345"/>
                  </a:lnTo>
                  <a:lnTo>
                    <a:pt x="3561887" y="0"/>
                  </a:lnTo>
                  <a:lnTo>
                    <a:pt x="0" y="0"/>
                  </a:lnTo>
                  <a:lnTo>
                    <a:pt x="0" y="2123345"/>
                  </a:lnTo>
                  <a:close/>
                </a:path>
              </a:pathLst>
            </a:custGeom>
            <a:noFill/>
            <a:ln w="25468" cap="flat">
              <a:solidFill>
                <a:srgbClr val="E76F51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86" name="Forma libre: forma 385">
              <a:extLst>
                <a:ext uri="{FF2B5EF4-FFF2-40B4-BE49-F238E27FC236}">
                  <a16:creationId xmlns:a16="http://schemas.microsoft.com/office/drawing/2014/main" id="{2B381EC6-D190-9D8C-D13B-DD41E58844A1}"/>
                </a:ext>
              </a:extLst>
            </p:cNvPr>
            <p:cNvSpPr/>
            <p:nvPr/>
          </p:nvSpPr>
          <p:spPr>
            <a:xfrm>
              <a:off x="2952959" y="10985572"/>
              <a:ext cx="3238076" cy="1930313"/>
            </a:xfrm>
            <a:custGeom>
              <a:avLst/>
              <a:gdLst>
                <a:gd name="connsiteX0" fmla="*/ 3238077 w 3238076"/>
                <a:gd name="connsiteY0" fmla="*/ 762334 h 1930313"/>
                <a:gd name="connsiteX1" fmla="*/ 3233034 w 3238076"/>
                <a:gd name="connsiteY1" fmla="*/ 1322964 h 1930313"/>
                <a:gd name="connsiteX2" fmla="*/ 3227570 w 3238076"/>
                <a:gd name="connsiteY2" fmla="*/ 1930314 h 1930313"/>
                <a:gd name="connsiteX3" fmla="*/ 3222298 w 3238076"/>
                <a:gd name="connsiteY3" fmla="*/ 1672013 h 1930313"/>
                <a:gd name="connsiteX4" fmla="*/ 3217025 w 3238076"/>
                <a:gd name="connsiteY4" fmla="*/ 1196616 h 1930313"/>
                <a:gd name="connsiteX5" fmla="*/ 3211740 w 3238076"/>
                <a:gd name="connsiteY5" fmla="*/ 1085750 h 1930313"/>
                <a:gd name="connsiteX6" fmla="*/ 3206448 w 3238076"/>
                <a:gd name="connsiteY6" fmla="*/ 1288006 h 1930313"/>
                <a:gd name="connsiteX7" fmla="*/ 3201143 w 3238076"/>
                <a:gd name="connsiteY7" fmla="*/ 1790800 h 1930313"/>
                <a:gd name="connsiteX8" fmla="*/ 3198488 w 3238076"/>
                <a:gd name="connsiteY8" fmla="*/ 1483591 h 1930313"/>
                <a:gd name="connsiteX9" fmla="*/ 3195832 w 3238076"/>
                <a:gd name="connsiteY9" fmla="*/ 1176381 h 1930313"/>
                <a:gd name="connsiteX10" fmla="*/ 3190515 w 3238076"/>
                <a:gd name="connsiteY10" fmla="*/ 1729814 h 1930313"/>
                <a:gd name="connsiteX11" fmla="*/ 3185185 w 3238076"/>
                <a:gd name="connsiteY11" fmla="*/ 1761399 h 1930313"/>
                <a:gd name="connsiteX12" fmla="*/ 3179848 w 3238076"/>
                <a:gd name="connsiteY12" fmla="*/ 1166059 h 1930313"/>
                <a:gd name="connsiteX13" fmla="*/ 3174506 w 3238076"/>
                <a:gd name="connsiteY13" fmla="*/ 1047112 h 1930313"/>
                <a:gd name="connsiteX14" fmla="*/ 3169150 w 3238076"/>
                <a:gd name="connsiteY14" fmla="*/ 899326 h 1930313"/>
                <a:gd name="connsiteX15" fmla="*/ 3163788 w 3238076"/>
                <a:gd name="connsiteY15" fmla="*/ 1136211 h 1930313"/>
                <a:gd name="connsiteX16" fmla="*/ 3158420 w 3238076"/>
                <a:gd name="connsiteY16" fmla="*/ 1158214 h 1930313"/>
                <a:gd name="connsiteX17" fmla="*/ 3153039 w 3238076"/>
                <a:gd name="connsiteY17" fmla="*/ 933310 h 1930313"/>
                <a:gd name="connsiteX18" fmla="*/ 3147645 w 3238076"/>
                <a:gd name="connsiteY18" fmla="*/ 1007663 h 1930313"/>
                <a:gd name="connsiteX19" fmla="*/ 3142251 w 3238076"/>
                <a:gd name="connsiteY19" fmla="*/ 1172142 h 1930313"/>
                <a:gd name="connsiteX20" fmla="*/ 3131425 w 3238076"/>
                <a:gd name="connsiteY20" fmla="*/ 1062407 h 1930313"/>
                <a:gd name="connsiteX21" fmla="*/ 3126005 w 3238076"/>
                <a:gd name="connsiteY21" fmla="*/ 951880 h 1930313"/>
                <a:gd name="connsiteX22" fmla="*/ 3120567 w 3238076"/>
                <a:gd name="connsiteY22" fmla="*/ 903596 h 1930313"/>
                <a:gd name="connsiteX23" fmla="*/ 3115128 w 3238076"/>
                <a:gd name="connsiteY23" fmla="*/ 1089300 h 1930313"/>
                <a:gd name="connsiteX24" fmla="*/ 3104213 w 3238076"/>
                <a:gd name="connsiteY24" fmla="*/ 1227051 h 1930313"/>
                <a:gd name="connsiteX25" fmla="*/ 3098742 w 3238076"/>
                <a:gd name="connsiteY25" fmla="*/ 1319814 h 1930313"/>
                <a:gd name="connsiteX26" fmla="*/ 3093265 w 3238076"/>
                <a:gd name="connsiteY26" fmla="*/ 1195154 h 1930313"/>
                <a:gd name="connsiteX27" fmla="*/ 3087776 w 3238076"/>
                <a:gd name="connsiteY27" fmla="*/ 1136887 h 1930313"/>
                <a:gd name="connsiteX28" fmla="*/ 3082280 w 3238076"/>
                <a:gd name="connsiteY28" fmla="*/ 1243144 h 1930313"/>
                <a:gd name="connsiteX29" fmla="*/ 3076771 w 3238076"/>
                <a:gd name="connsiteY29" fmla="*/ 1298296 h 1930313"/>
                <a:gd name="connsiteX30" fmla="*/ 3071249 w 3238076"/>
                <a:gd name="connsiteY30" fmla="*/ 1401731 h 1930313"/>
                <a:gd name="connsiteX31" fmla="*/ 3065728 w 3238076"/>
                <a:gd name="connsiteY31" fmla="*/ 1321825 h 1930313"/>
                <a:gd name="connsiteX32" fmla="*/ 3060187 w 3238076"/>
                <a:gd name="connsiteY32" fmla="*/ 898266 h 1930313"/>
                <a:gd name="connsiteX33" fmla="*/ 3054646 w 3238076"/>
                <a:gd name="connsiteY33" fmla="*/ 1329887 h 1930313"/>
                <a:gd name="connsiteX34" fmla="*/ 3043527 w 3238076"/>
                <a:gd name="connsiteY34" fmla="*/ 1086638 h 1930313"/>
                <a:gd name="connsiteX35" fmla="*/ 3037948 w 3238076"/>
                <a:gd name="connsiteY35" fmla="*/ 1270930 h 1930313"/>
                <a:gd name="connsiteX36" fmla="*/ 3032362 w 3238076"/>
                <a:gd name="connsiteY36" fmla="*/ 1326472 h 1930313"/>
                <a:gd name="connsiteX37" fmla="*/ 3026770 w 3238076"/>
                <a:gd name="connsiteY37" fmla="*/ 1298679 h 1930313"/>
                <a:gd name="connsiteX38" fmla="*/ 3021166 w 3238076"/>
                <a:gd name="connsiteY38" fmla="*/ 1321997 h 1930313"/>
                <a:gd name="connsiteX39" fmla="*/ 3015555 w 3238076"/>
                <a:gd name="connsiteY39" fmla="*/ 1128308 h 1930313"/>
                <a:gd name="connsiteX40" fmla="*/ 3009931 w 3238076"/>
                <a:gd name="connsiteY40" fmla="*/ 1393177 h 1930313"/>
                <a:gd name="connsiteX41" fmla="*/ 3004295 w 3238076"/>
                <a:gd name="connsiteY41" fmla="*/ 1036120 h 1930313"/>
                <a:gd name="connsiteX42" fmla="*/ 2998652 w 3238076"/>
                <a:gd name="connsiteY42" fmla="*/ 1305987 h 1930313"/>
                <a:gd name="connsiteX43" fmla="*/ 2992996 w 3238076"/>
                <a:gd name="connsiteY43" fmla="*/ 890715 h 1930313"/>
                <a:gd name="connsiteX44" fmla="*/ 2987334 w 3238076"/>
                <a:gd name="connsiteY44" fmla="*/ 1127829 h 1930313"/>
                <a:gd name="connsiteX45" fmla="*/ 2981660 w 3238076"/>
                <a:gd name="connsiteY45" fmla="*/ 1219404 h 1930313"/>
                <a:gd name="connsiteX46" fmla="*/ 2975972 w 3238076"/>
                <a:gd name="connsiteY46" fmla="*/ 1218402 h 1930313"/>
                <a:gd name="connsiteX47" fmla="*/ 2970278 w 3238076"/>
                <a:gd name="connsiteY47" fmla="*/ 1156605 h 1930313"/>
                <a:gd name="connsiteX48" fmla="*/ 2964578 w 3238076"/>
                <a:gd name="connsiteY48" fmla="*/ 1249010 h 1930313"/>
                <a:gd name="connsiteX49" fmla="*/ 2958858 w 3238076"/>
                <a:gd name="connsiteY49" fmla="*/ 1140098 h 1930313"/>
                <a:gd name="connsiteX50" fmla="*/ 2953133 w 3238076"/>
                <a:gd name="connsiteY50" fmla="*/ 1215670 h 1930313"/>
                <a:gd name="connsiteX51" fmla="*/ 2947400 w 3238076"/>
                <a:gd name="connsiteY51" fmla="*/ 1147988 h 1930313"/>
                <a:gd name="connsiteX52" fmla="*/ 2941655 w 3238076"/>
                <a:gd name="connsiteY52" fmla="*/ 757176 h 1930313"/>
                <a:gd name="connsiteX53" fmla="*/ 2935898 w 3238076"/>
                <a:gd name="connsiteY53" fmla="*/ 1046442 h 1930313"/>
                <a:gd name="connsiteX54" fmla="*/ 2930127 w 3238076"/>
                <a:gd name="connsiteY54" fmla="*/ 1080797 h 1930313"/>
                <a:gd name="connsiteX55" fmla="*/ 2924350 w 3238076"/>
                <a:gd name="connsiteY55" fmla="*/ 1093289 h 1930313"/>
                <a:gd name="connsiteX56" fmla="*/ 2918561 w 3238076"/>
                <a:gd name="connsiteY56" fmla="*/ 982373 h 1930313"/>
                <a:gd name="connsiteX57" fmla="*/ 2912758 w 3238076"/>
                <a:gd name="connsiteY57" fmla="*/ 614911 h 1930313"/>
                <a:gd name="connsiteX58" fmla="*/ 2906949 w 3238076"/>
                <a:gd name="connsiteY58" fmla="*/ 905575 h 1930313"/>
                <a:gd name="connsiteX59" fmla="*/ 2901128 w 3238076"/>
                <a:gd name="connsiteY59" fmla="*/ 770121 h 1930313"/>
                <a:gd name="connsiteX60" fmla="*/ 2895293 w 3238076"/>
                <a:gd name="connsiteY60" fmla="*/ 821513 h 1930313"/>
                <a:gd name="connsiteX61" fmla="*/ 2889453 w 3238076"/>
                <a:gd name="connsiteY61" fmla="*/ 1162733 h 1930313"/>
                <a:gd name="connsiteX62" fmla="*/ 2883599 w 3238076"/>
                <a:gd name="connsiteY62" fmla="*/ 1217119 h 1930313"/>
                <a:gd name="connsiteX63" fmla="*/ 2877733 w 3238076"/>
                <a:gd name="connsiteY63" fmla="*/ 1223624 h 1930313"/>
                <a:gd name="connsiteX64" fmla="*/ 2871854 w 3238076"/>
                <a:gd name="connsiteY64" fmla="*/ 847359 h 1930313"/>
                <a:gd name="connsiteX65" fmla="*/ 2865969 w 3238076"/>
                <a:gd name="connsiteY65" fmla="*/ 800104 h 1930313"/>
                <a:gd name="connsiteX66" fmla="*/ 2860070 w 3238076"/>
                <a:gd name="connsiteY66" fmla="*/ 662192 h 1930313"/>
                <a:gd name="connsiteX67" fmla="*/ 2854159 w 3238076"/>
                <a:gd name="connsiteY67" fmla="*/ 857739 h 1930313"/>
                <a:gd name="connsiteX68" fmla="*/ 2848236 w 3238076"/>
                <a:gd name="connsiteY68" fmla="*/ 1132808 h 1930313"/>
                <a:gd name="connsiteX69" fmla="*/ 2842299 w 3238076"/>
                <a:gd name="connsiteY69" fmla="*/ 1129827 h 1930313"/>
                <a:gd name="connsiteX70" fmla="*/ 2836356 w 3238076"/>
                <a:gd name="connsiteY70" fmla="*/ 1065790 h 1930313"/>
                <a:gd name="connsiteX71" fmla="*/ 2830401 w 3238076"/>
                <a:gd name="connsiteY71" fmla="*/ 770510 h 1930313"/>
                <a:gd name="connsiteX72" fmla="*/ 2824432 w 3238076"/>
                <a:gd name="connsiteY72" fmla="*/ 982296 h 1930313"/>
                <a:gd name="connsiteX73" fmla="*/ 2818451 w 3238076"/>
                <a:gd name="connsiteY73" fmla="*/ 1227766 h 1930313"/>
                <a:gd name="connsiteX74" fmla="*/ 2812463 w 3238076"/>
                <a:gd name="connsiteY74" fmla="*/ 1298551 h 1930313"/>
                <a:gd name="connsiteX75" fmla="*/ 2806457 w 3238076"/>
                <a:gd name="connsiteY75" fmla="*/ 1242805 h 1930313"/>
                <a:gd name="connsiteX76" fmla="*/ 2800444 w 3238076"/>
                <a:gd name="connsiteY76" fmla="*/ 1236250 h 1930313"/>
                <a:gd name="connsiteX77" fmla="*/ 2794411 w 3238076"/>
                <a:gd name="connsiteY77" fmla="*/ 1305975 h 1930313"/>
                <a:gd name="connsiteX78" fmla="*/ 2788373 w 3238076"/>
                <a:gd name="connsiteY78" fmla="*/ 1265849 h 1930313"/>
                <a:gd name="connsiteX79" fmla="*/ 2782322 w 3238076"/>
                <a:gd name="connsiteY79" fmla="*/ 1179106 h 1930313"/>
                <a:gd name="connsiteX80" fmla="*/ 2776257 w 3238076"/>
                <a:gd name="connsiteY80" fmla="*/ 1342245 h 1930313"/>
                <a:gd name="connsiteX81" fmla="*/ 2770187 w 3238076"/>
                <a:gd name="connsiteY81" fmla="*/ 1188586 h 1930313"/>
                <a:gd name="connsiteX82" fmla="*/ 2764097 w 3238076"/>
                <a:gd name="connsiteY82" fmla="*/ 1009291 h 1930313"/>
                <a:gd name="connsiteX83" fmla="*/ 2757995 w 3238076"/>
                <a:gd name="connsiteY83" fmla="*/ 1377659 h 1930313"/>
                <a:gd name="connsiteX84" fmla="*/ 2751886 w 3238076"/>
                <a:gd name="connsiteY84" fmla="*/ 1117565 h 1930313"/>
                <a:gd name="connsiteX85" fmla="*/ 2745758 w 3238076"/>
                <a:gd name="connsiteY85" fmla="*/ 976315 h 1930313"/>
                <a:gd name="connsiteX86" fmla="*/ 2739624 w 3238076"/>
                <a:gd name="connsiteY86" fmla="*/ 1175474 h 1930313"/>
                <a:gd name="connsiteX87" fmla="*/ 2733470 w 3238076"/>
                <a:gd name="connsiteY87" fmla="*/ 988973 h 1930313"/>
                <a:gd name="connsiteX88" fmla="*/ 2727310 w 3238076"/>
                <a:gd name="connsiteY88" fmla="*/ 1059853 h 1930313"/>
                <a:gd name="connsiteX89" fmla="*/ 2721131 w 3238076"/>
                <a:gd name="connsiteY89" fmla="*/ 1183294 h 1930313"/>
                <a:gd name="connsiteX90" fmla="*/ 2714946 w 3238076"/>
                <a:gd name="connsiteY90" fmla="*/ 1108743 h 1930313"/>
                <a:gd name="connsiteX91" fmla="*/ 2708741 w 3238076"/>
                <a:gd name="connsiteY91" fmla="*/ 1211393 h 1930313"/>
                <a:gd name="connsiteX92" fmla="*/ 2702530 w 3238076"/>
                <a:gd name="connsiteY92" fmla="*/ 933393 h 1930313"/>
                <a:gd name="connsiteX93" fmla="*/ 2696300 w 3238076"/>
                <a:gd name="connsiteY93" fmla="*/ 1033171 h 1930313"/>
                <a:gd name="connsiteX94" fmla="*/ 2690057 w 3238076"/>
                <a:gd name="connsiteY94" fmla="*/ 1225870 h 1930313"/>
                <a:gd name="connsiteX95" fmla="*/ 2683808 w 3238076"/>
                <a:gd name="connsiteY95" fmla="*/ 1305043 h 1930313"/>
                <a:gd name="connsiteX96" fmla="*/ 2677540 w 3238076"/>
                <a:gd name="connsiteY96" fmla="*/ 1101479 h 1930313"/>
                <a:gd name="connsiteX97" fmla="*/ 2671258 w 3238076"/>
                <a:gd name="connsiteY97" fmla="*/ 1139977 h 1930313"/>
                <a:gd name="connsiteX98" fmla="*/ 2664964 w 3238076"/>
                <a:gd name="connsiteY98" fmla="*/ 1025332 h 1930313"/>
                <a:gd name="connsiteX99" fmla="*/ 2658658 w 3238076"/>
                <a:gd name="connsiteY99" fmla="*/ 1118522 h 1930313"/>
                <a:gd name="connsiteX100" fmla="*/ 2652338 w 3238076"/>
                <a:gd name="connsiteY100" fmla="*/ 1009349 h 1930313"/>
                <a:gd name="connsiteX101" fmla="*/ 2646000 w 3238076"/>
                <a:gd name="connsiteY101" fmla="*/ 846663 h 1930313"/>
                <a:gd name="connsiteX102" fmla="*/ 2639655 w 3238076"/>
                <a:gd name="connsiteY102" fmla="*/ 1158795 h 1930313"/>
                <a:gd name="connsiteX103" fmla="*/ 2633290 w 3238076"/>
                <a:gd name="connsiteY103" fmla="*/ 1070220 h 1930313"/>
                <a:gd name="connsiteX104" fmla="*/ 2626913 w 3238076"/>
                <a:gd name="connsiteY104" fmla="*/ 1076392 h 1930313"/>
                <a:gd name="connsiteX105" fmla="*/ 2620524 w 3238076"/>
                <a:gd name="connsiteY105" fmla="*/ 1231296 h 1930313"/>
                <a:gd name="connsiteX106" fmla="*/ 2614121 w 3238076"/>
                <a:gd name="connsiteY106" fmla="*/ 1273854 h 1930313"/>
                <a:gd name="connsiteX107" fmla="*/ 2607706 w 3238076"/>
                <a:gd name="connsiteY107" fmla="*/ 1085074 h 1930313"/>
                <a:gd name="connsiteX108" fmla="*/ 2601272 w 3238076"/>
                <a:gd name="connsiteY108" fmla="*/ 1127376 h 1930313"/>
                <a:gd name="connsiteX109" fmla="*/ 2594825 w 3238076"/>
                <a:gd name="connsiteY109" fmla="*/ 1054083 h 1930313"/>
                <a:gd name="connsiteX110" fmla="*/ 2588365 w 3238076"/>
                <a:gd name="connsiteY110" fmla="*/ 1204818 h 1930313"/>
                <a:gd name="connsiteX111" fmla="*/ 2581886 w 3238076"/>
                <a:gd name="connsiteY111" fmla="*/ 906437 h 1930313"/>
                <a:gd name="connsiteX112" fmla="*/ 2575400 w 3238076"/>
                <a:gd name="connsiteY112" fmla="*/ 943103 h 1930313"/>
                <a:gd name="connsiteX113" fmla="*/ 2568896 w 3238076"/>
                <a:gd name="connsiteY113" fmla="*/ 898151 h 1930313"/>
                <a:gd name="connsiteX114" fmla="*/ 2562372 w 3238076"/>
                <a:gd name="connsiteY114" fmla="*/ 730602 h 1930313"/>
                <a:gd name="connsiteX115" fmla="*/ 2555842 w 3238076"/>
                <a:gd name="connsiteY115" fmla="*/ 833016 h 1930313"/>
                <a:gd name="connsiteX116" fmla="*/ 2549292 w 3238076"/>
                <a:gd name="connsiteY116" fmla="*/ 775304 h 1930313"/>
                <a:gd name="connsiteX117" fmla="*/ 2542724 w 3238076"/>
                <a:gd name="connsiteY117" fmla="*/ 687406 h 1930313"/>
                <a:gd name="connsiteX118" fmla="*/ 2536143 w 3238076"/>
                <a:gd name="connsiteY118" fmla="*/ 743324 h 1930313"/>
                <a:gd name="connsiteX119" fmla="*/ 2529549 w 3238076"/>
                <a:gd name="connsiteY119" fmla="*/ 726000 h 1930313"/>
                <a:gd name="connsiteX120" fmla="*/ 2522942 w 3238076"/>
                <a:gd name="connsiteY120" fmla="*/ 554882 h 1930313"/>
                <a:gd name="connsiteX121" fmla="*/ 2516316 w 3238076"/>
                <a:gd name="connsiteY121" fmla="*/ 590795 h 1930313"/>
                <a:gd name="connsiteX122" fmla="*/ 2509678 w 3238076"/>
                <a:gd name="connsiteY122" fmla="*/ 681636 h 1930313"/>
                <a:gd name="connsiteX123" fmla="*/ 2503020 w 3238076"/>
                <a:gd name="connsiteY123" fmla="*/ 638484 h 1930313"/>
                <a:gd name="connsiteX124" fmla="*/ 2496343 w 3238076"/>
                <a:gd name="connsiteY124" fmla="*/ 674997 h 1930313"/>
                <a:gd name="connsiteX125" fmla="*/ 2489660 w 3238076"/>
                <a:gd name="connsiteY125" fmla="*/ 716603 h 1930313"/>
                <a:gd name="connsiteX126" fmla="*/ 2482951 w 3238076"/>
                <a:gd name="connsiteY126" fmla="*/ 645295 h 1930313"/>
                <a:gd name="connsiteX127" fmla="*/ 2476235 w 3238076"/>
                <a:gd name="connsiteY127" fmla="*/ 637195 h 1930313"/>
                <a:gd name="connsiteX128" fmla="*/ 2469495 w 3238076"/>
                <a:gd name="connsiteY128" fmla="*/ 732300 h 1930313"/>
                <a:gd name="connsiteX129" fmla="*/ 2462748 w 3238076"/>
                <a:gd name="connsiteY129" fmla="*/ 915061 h 1930313"/>
                <a:gd name="connsiteX130" fmla="*/ 2455975 w 3238076"/>
                <a:gd name="connsiteY130" fmla="*/ 1066479 h 1930313"/>
                <a:gd name="connsiteX131" fmla="*/ 2449189 w 3238076"/>
                <a:gd name="connsiteY131" fmla="*/ 1170202 h 1930313"/>
                <a:gd name="connsiteX132" fmla="*/ 2442391 w 3238076"/>
                <a:gd name="connsiteY132" fmla="*/ 1084008 h 1930313"/>
                <a:gd name="connsiteX133" fmla="*/ 2435574 w 3238076"/>
                <a:gd name="connsiteY133" fmla="*/ 1280920 h 1930313"/>
                <a:gd name="connsiteX134" fmla="*/ 2428737 w 3238076"/>
                <a:gd name="connsiteY134" fmla="*/ 1210825 h 1930313"/>
                <a:gd name="connsiteX135" fmla="*/ 2421882 w 3238076"/>
                <a:gd name="connsiteY135" fmla="*/ 1254225 h 1930313"/>
                <a:gd name="connsiteX136" fmla="*/ 2415013 w 3238076"/>
                <a:gd name="connsiteY136" fmla="*/ 1205042 h 1930313"/>
                <a:gd name="connsiteX137" fmla="*/ 2408132 w 3238076"/>
                <a:gd name="connsiteY137" fmla="*/ 1234411 h 1930313"/>
                <a:gd name="connsiteX138" fmla="*/ 2401225 w 3238076"/>
                <a:gd name="connsiteY138" fmla="*/ 1231494 h 1930313"/>
                <a:gd name="connsiteX139" fmla="*/ 2387367 w 3238076"/>
                <a:gd name="connsiteY139" fmla="*/ 1086657 h 1930313"/>
                <a:gd name="connsiteX140" fmla="*/ 2380409 w 3238076"/>
                <a:gd name="connsiteY140" fmla="*/ 1094757 h 1930313"/>
                <a:gd name="connsiteX141" fmla="*/ 2373439 w 3238076"/>
                <a:gd name="connsiteY141" fmla="*/ 1300613 h 1930313"/>
                <a:gd name="connsiteX142" fmla="*/ 2366449 w 3238076"/>
                <a:gd name="connsiteY142" fmla="*/ 1343585 h 1930313"/>
                <a:gd name="connsiteX143" fmla="*/ 2359440 w 3238076"/>
                <a:gd name="connsiteY143" fmla="*/ 1224907 h 1930313"/>
                <a:gd name="connsiteX144" fmla="*/ 2352412 w 3238076"/>
                <a:gd name="connsiteY144" fmla="*/ 1197522 h 1930313"/>
                <a:gd name="connsiteX145" fmla="*/ 2345365 w 3238076"/>
                <a:gd name="connsiteY145" fmla="*/ 1225194 h 1930313"/>
                <a:gd name="connsiteX146" fmla="*/ 2338305 w 3238076"/>
                <a:gd name="connsiteY146" fmla="*/ 1328699 h 1930313"/>
                <a:gd name="connsiteX147" fmla="*/ 2331219 w 3238076"/>
                <a:gd name="connsiteY147" fmla="*/ 1290393 h 1930313"/>
                <a:gd name="connsiteX148" fmla="*/ 2324121 w 3238076"/>
                <a:gd name="connsiteY148" fmla="*/ 1306868 h 1930313"/>
                <a:gd name="connsiteX149" fmla="*/ 2316997 w 3238076"/>
                <a:gd name="connsiteY149" fmla="*/ 1334661 h 1930313"/>
                <a:gd name="connsiteX150" fmla="*/ 2309861 w 3238076"/>
                <a:gd name="connsiteY150" fmla="*/ 1288433 h 1930313"/>
                <a:gd name="connsiteX151" fmla="*/ 2302705 w 3238076"/>
                <a:gd name="connsiteY151" fmla="*/ 1350715 h 1930313"/>
                <a:gd name="connsiteX152" fmla="*/ 2295530 w 3238076"/>
                <a:gd name="connsiteY152" fmla="*/ 1303211 h 1930313"/>
                <a:gd name="connsiteX153" fmla="*/ 2288330 w 3238076"/>
                <a:gd name="connsiteY153" fmla="*/ 1287489 h 1930313"/>
                <a:gd name="connsiteX154" fmla="*/ 2281117 w 3238076"/>
                <a:gd name="connsiteY154" fmla="*/ 1252597 h 1930313"/>
                <a:gd name="connsiteX155" fmla="*/ 2273885 w 3238076"/>
                <a:gd name="connsiteY155" fmla="*/ 1232107 h 1930313"/>
                <a:gd name="connsiteX156" fmla="*/ 2266627 w 3238076"/>
                <a:gd name="connsiteY156" fmla="*/ 1222283 h 1930313"/>
                <a:gd name="connsiteX157" fmla="*/ 2259356 w 3238076"/>
                <a:gd name="connsiteY157" fmla="*/ 1350907 h 1930313"/>
                <a:gd name="connsiteX158" fmla="*/ 2252060 w 3238076"/>
                <a:gd name="connsiteY158" fmla="*/ 1273911 h 1930313"/>
                <a:gd name="connsiteX159" fmla="*/ 2244745 w 3238076"/>
                <a:gd name="connsiteY159" fmla="*/ 1204857 h 1930313"/>
                <a:gd name="connsiteX160" fmla="*/ 2237410 w 3238076"/>
                <a:gd name="connsiteY160" fmla="*/ 1232375 h 1930313"/>
                <a:gd name="connsiteX161" fmla="*/ 2230057 w 3238076"/>
                <a:gd name="connsiteY161" fmla="*/ 1243444 h 1930313"/>
                <a:gd name="connsiteX162" fmla="*/ 2222678 w 3238076"/>
                <a:gd name="connsiteY162" fmla="*/ 1369444 h 1930313"/>
                <a:gd name="connsiteX163" fmla="*/ 2215286 w 3238076"/>
                <a:gd name="connsiteY163" fmla="*/ 1203076 h 1930313"/>
                <a:gd name="connsiteX164" fmla="*/ 2207868 w 3238076"/>
                <a:gd name="connsiteY164" fmla="*/ 1246399 h 1930313"/>
                <a:gd name="connsiteX165" fmla="*/ 2200425 w 3238076"/>
                <a:gd name="connsiteY165" fmla="*/ 1314828 h 1930313"/>
                <a:gd name="connsiteX166" fmla="*/ 2192970 w 3238076"/>
                <a:gd name="connsiteY166" fmla="*/ 1265058 h 1930313"/>
                <a:gd name="connsiteX167" fmla="*/ 2185489 w 3238076"/>
                <a:gd name="connsiteY167" fmla="*/ 1206082 h 1930313"/>
                <a:gd name="connsiteX168" fmla="*/ 2177982 w 3238076"/>
                <a:gd name="connsiteY168" fmla="*/ 1167814 h 1930313"/>
                <a:gd name="connsiteX169" fmla="*/ 2170462 w 3238076"/>
                <a:gd name="connsiteY169" fmla="*/ 1204684 h 1930313"/>
                <a:gd name="connsiteX170" fmla="*/ 2162911 w 3238076"/>
                <a:gd name="connsiteY170" fmla="*/ 1177230 h 1930313"/>
                <a:gd name="connsiteX171" fmla="*/ 2155346 w 3238076"/>
                <a:gd name="connsiteY171" fmla="*/ 1195824 h 1930313"/>
                <a:gd name="connsiteX172" fmla="*/ 2147757 w 3238076"/>
                <a:gd name="connsiteY172" fmla="*/ 1208738 h 1930313"/>
                <a:gd name="connsiteX173" fmla="*/ 2140141 w 3238076"/>
                <a:gd name="connsiteY173" fmla="*/ 1139306 h 1930313"/>
                <a:gd name="connsiteX174" fmla="*/ 2132507 w 3238076"/>
                <a:gd name="connsiteY174" fmla="*/ 1122071 h 1930313"/>
                <a:gd name="connsiteX175" fmla="*/ 2124847 w 3238076"/>
                <a:gd name="connsiteY175" fmla="*/ 1133427 h 1930313"/>
                <a:gd name="connsiteX176" fmla="*/ 2117168 w 3238076"/>
                <a:gd name="connsiteY176" fmla="*/ 1203389 h 1930313"/>
                <a:gd name="connsiteX177" fmla="*/ 2109463 w 3238076"/>
                <a:gd name="connsiteY177" fmla="*/ 1042657 h 1930313"/>
                <a:gd name="connsiteX178" fmla="*/ 2101733 w 3238076"/>
                <a:gd name="connsiteY178" fmla="*/ 1096079 h 1930313"/>
                <a:gd name="connsiteX179" fmla="*/ 2093984 w 3238076"/>
                <a:gd name="connsiteY179" fmla="*/ 1100113 h 1930313"/>
                <a:gd name="connsiteX180" fmla="*/ 2086209 w 3238076"/>
                <a:gd name="connsiteY180" fmla="*/ 1055245 h 1930313"/>
                <a:gd name="connsiteX181" fmla="*/ 2078408 w 3238076"/>
                <a:gd name="connsiteY181" fmla="*/ 1051127 h 1930313"/>
                <a:gd name="connsiteX182" fmla="*/ 2070582 w 3238076"/>
                <a:gd name="connsiteY182" fmla="*/ 1107792 h 1930313"/>
                <a:gd name="connsiteX183" fmla="*/ 2062737 w 3238076"/>
                <a:gd name="connsiteY183" fmla="*/ 928025 h 1930313"/>
                <a:gd name="connsiteX184" fmla="*/ 2054867 w 3238076"/>
                <a:gd name="connsiteY184" fmla="*/ 957886 h 1930313"/>
                <a:gd name="connsiteX185" fmla="*/ 2046964 w 3238076"/>
                <a:gd name="connsiteY185" fmla="*/ 959342 h 1930313"/>
                <a:gd name="connsiteX186" fmla="*/ 2039042 w 3238076"/>
                <a:gd name="connsiteY186" fmla="*/ 891149 h 1930313"/>
                <a:gd name="connsiteX187" fmla="*/ 2031095 w 3238076"/>
                <a:gd name="connsiteY187" fmla="*/ 949058 h 1930313"/>
                <a:gd name="connsiteX188" fmla="*/ 2023123 w 3238076"/>
                <a:gd name="connsiteY188" fmla="*/ 886770 h 1930313"/>
                <a:gd name="connsiteX189" fmla="*/ 2015124 w 3238076"/>
                <a:gd name="connsiteY189" fmla="*/ 902268 h 1930313"/>
                <a:gd name="connsiteX190" fmla="*/ 2007100 w 3238076"/>
                <a:gd name="connsiteY190" fmla="*/ 934102 h 1930313"/>
                <a:gd name="connsiteX191" fmla="*/ 1999051 w 3238076"/>
                <a:gd name="connsiteY191" fmla="*/ 788384 h 1930313"/>
                <a:gd name="connsiteX192" fmla="*/ 1990976 w 3238076"/>
                <a:gd name="connsiteY192" fmla="*/ 910439 h 1930313"/>
                <a:gd name="connsiteX193" fmla="*/ 1982869 w 3238076"/>
                <a:gd name="connsiteY193" fmla="*/ 1109081 h 1930313"/>
                <a:gd name="connsiteX194" fmla="*/ 1974743 w 3238076"/>
                <a:gd name="connsiteY194" fmla="*/ 1047208 h 1930313"/>
                <a:gd name="connsiteX195" fmla="*/ 1966586 w 3238076"/>
                <a:gd name="connsiteY195" fmla="*/ 793797 h 1930313"/>
                <a:gd name="connsiteX196" fmla="*/ 1958402 w 3238076"/>
                <a:gd name="connsiteY196" fmla="*/ 733998 h 1930313"/>
                <a:gd name="connsiteX197" fmla="*/ 1950187 w 3238076"/>
                <a:gd name="connsiteY197" fmla="*/ 863337 h 1930313"/>
                <a:gd name="connsiteX198" fmla="*/ 1941952 w 3238076"/>
                <a:gd name="connsiteY198" fmla="*/ 808478 h 1930313"/>
                <a:gd name="connsiteX199" fmla="*/ 1933679 w 3238076"/>
                <a:gd name="connsiteY199" fmla="*/ 737368 h 1930313"/>
                <a:gd name="connsiteX200" fmla="*/ 1925388 w 3238076"/>
                <a:gd name="connsiteY200" fmla="*/ 772891 h 1930313"/>
                <a:gd name="connsiteX201" fmla="*/ 1917064 w 3238076"/>
                <a:gd name="connsiteY201" fmla="*/ 714822 h 1930313"/>
                <a:gd name="connsiteX202" fmla="*/ 1908708 w 3238076"/>
                <a:gd name="connsiteY202" fmla="*/ 683825 h 1930313"/>
                <a:gd name="connsiteX203" fmla="*/ 1900327 w 3238076"/>
                <a:gd name="connsiteY203" fmla="*/ 724065 h 1930313"/>
                <a:gd name="connsiteX204" fmla="*/ 1891913 w 3238076"/>
                <a:gd name="connsiteY204" fmla="*/ 784298 h 1930313"/>
                <a:gd name="connsiteX205" fmla="*/ 1883475 w 3238076"/>
                <a:gd name="connsiteY205" fmla="*/ 591210 h 1930313"/>
                <a:gd name="connsiteX206" fmla="*/ 1866502 w 3238076"/>
                <a:gd name="connsiteY206" fmla="*/ 683870 h 1930313"/>
                <a:gd name="connsiteX207" fmla="*/ 1857974 w 3238076"/>
                <a:gd name="connsiteY207" fmla="*/ 865603 h 1930313"/>
                <a:gd name="connsiteX208" fmla="*/ 1840815 w 3238076"/>
                <a:gd name="connsiteY208" fmla="*/ 473778 h 1930313"/>
                <a:gd name="connsiteX209" fmla="*/ 1832191 w 3238076"/>
                <a:gd name="connsiteY209" fmla="*/ 541508 h 1930313"/>
                <a:gd name="connsiteX210" fmla="*/ 1823536 w 3238076"/>
                <a:gd name="connsiteY210" fmla="*/ 718416 h 1930313"/>
                <a:gd name="connsiteX211" fmla="*/ 1814848 w 3238076"/>
                <a:gd name="connsiteY211" fmla="*/ 480114 h 1930313"/>
                <a:gd name="connsiteX212" fmla="*/ 1806128 w 3238076"/>
                <a:gd name="connsiteY212" fmla="*/ 493483 h 1930313"/>
                <a:gd name="connsiteX213" fmla="*/ 1797370 w 3238076"/>
                <a:gd name="connsiteY213" fmla="*/ 645372 h 1930313"/>
                <a:gd name="connsiteX214" fmla="*/ 1788587 w 3238076"/>
                <a:gd name="connsiteY214" fmla="*/ 548716 h 1930313"/>
                <a:gd name="connsiteX215" fmla="*/ 1779765 w 3238076"/>
                <a:gd name="connsiteY215" fmla="*/ 523318 h 1930313"/>
                <a:gd name="connsiteX216" fmla="*/ 1770912 w 3238076"/>
                <a:gd name="connsiteY216" fmla="*/ 455255 h 1930313"/>
                <a:gd name="connsiteX217" fmla="*/ 1762026 w 3238076"/>
                <a:gd name="connsiteY217" fmla="*/ 661694 h 1930313"/>
                <a:gd name="connsiteX218" fmla="*/ 1753108 w 3238076"/>
                <a:gd name="connsiteY218" fmla="*/ 724397 h 1930313"/>
                <a:gd name="connsiteX219" fmla="*/ 1744153 w 3238076"/>
                <a:gd name="connsiteY219" fmla="*/ 499180 h 1930313"/>
                <a:gd name="connsiteX220" fmla="*/ 1735159 w 3238076"/>
                <a:gd name="connsiteY220" fmla="*/ 653045 h 1930313"/>
                <a:gd name="connsiteX221" fmla="*/ 1726133 w 3238076"/>
                <a:gd name="connsiteY221" fmla="*/ 666865 h 1930313"/>
                <a:gd name="connsiteX222" fmla="*/ 1717075 w 3238076"/>
                <a:gd name="connsiteY222" fmla="*/ 856826 h 1930313"/>
                <a:gd name="connsiteX223" fmla="*/ 1707972 w 3238076"/>
                <a:gd name="connsiteY223" fmla="*/ 597899 h 1930313"/>
                <a:gd name="connsiteX224" fmla="*/ 1698838 w 3238076"/>
                <a:gd name="connsiteY224" fmla="*/ 668486 h 1930313"/>
                <a:gd name="connsiteX225" fmla="*/ 1689671 w 3238076"/>
                <a:gd name="connsiteY225" fmla="*/ 652981 h 1930313"/>
                <a:gd name="connsiteX226" fmla="*/ 1680460 w 3238076"/>
                <a:gd name="connsiteY226" fmla="*/ 719610 h 1930313"/>
                <a:gd name="connsiteX227" fmla="*/ 1671217 w 3238076"/>
                <a:gd name="connsiteY227" fmla="*/ 748712 h 1930313"/>
                <a:gd name="connsiteX228" fmla="*/ 1661929 w 3238076"/>
                <a:gd name="connsiteY228" fmla="*/ 673791 h 1930313"/>
                <a:gd name="connsiteX229" fmla="*/ 1652610 w 3238076"/>
                <a:gd name="connsiteY229" fmla="*/ 751367 h 1930313"/>
                <a:gd name="connsiteX230" fmla="*/ 1643245 w 3238076"/>
                <a:gd name="connsiteY230" fmla="*/ 618281 h 1930313"/>
                <a:gd name="connsiteX231" fmla="*/ 1633849 w 3238076"/>
                <a:gd name="connsiteY231" fmla="*/ 598116 h 1930313"/>
                <a:gd name="connsiteX232" fmla="*/ 1624408 w 3238076"/>
                <a:gd name="connsiteY232" fmla="*/ 616602 h 1930313"/>
                <a:gd name="connsiteX233" fmla="*/ 1614923 w 3238076"/>
                <a:gd name="connsiteY233" fmla="*/ 615358 h 1930313"/>
                <a:gd name="connsiteX234" fmla="*/ 1605405 w 3238076"/>
                <a:gd name="connsiteY234" fmla="*/ 605336 h 1930313"/>
                <a:gd name="connsiteX235" fmla="*/ 1595843 w 3238076"/>
                <a:gd name="connsiteY235" fmla="*/ 670778 h 1930313"/>
                <a:gd name="connsiteX236" fmla="*/ 1586242 w 3238076"/>
                <a:gd name="connsiteY236" fmla="*/ 707916 h 1930313"/>
                <a:gd name="connsiteX237" fmla="*/ 1576597 w 3238076"/>
                <a:gd name="connsiteY237" fmla="*/ 767676 h 1930313"/>
                <a:gd name="connsiteX238" fmla="*/ 1566907 w 3238076"/>
                <a:gd name="connsiteY238" fmla="*/ 510290 h 1930313"/>
                <a:gd name="connsiteX239" fmla="*/ 1557179 w 3238076"/>
                <a:gd name="connsiteY239" fmla="*/ 671678 h 1930313"/>
                <a:gd name="connsiteX240" fmla="*/ 1547400 w 3238076"/>
                <a:gd name="connsiteY240" fmla="*/ 417160 h 1930313"/>
                <a:gd name="connsiteX241" fmla="*/ 1537583 w 3238076"/>
                <a:gd name="connsiteY241" fmla="*/ 481930 h 1930313"/>
                <a:gd name="connsiteX242" fmla="*/ 1527720 w 3238076"/>
                <a:gd name="connsiteY242" fmla="*/ 561329 h 1930313"/>
                <a:gd name="connsiteX243" fmla="*/ 1517813 w 3238076"/>
                <a:gd name="connsiteY243" fmla="*/ 470990 h 1930313"/>
                <a:gd name="connsiteX244" fmla="*/ 1507862 w 3238076"/>
                <a:gd name="connsiteY244" fmla="*/ 649259 h 1930313"/>
                <a:gd name="connsiteX245" fmla="*/ 1497865 w 3238076"/>
                <a:gd name="connsiteY245" fmla="*/ 537530 h 1930313"/>
                <a:gd name="connsiteX246" fmla="*/ 1487825 w 3238076"/>
                <a:gd name="connsiteY246" fmla="*/ 254845 h 1930313"/>
                <a:gd name="connsiteX247" fmla="*/ 1477733 w 3238076"/>
                <a:gd name="connsiteY247" fmla="*/ 374663 h 1930313"/>
                <a:gd name="connsiteX248" fmla="*/ 1467589 w 3238076"/>
                <a:gd name="connsiteY248" fmla="*/ 439197 h 1930313"/>
                <a:gd name="connsiteX249" fmla="*/ 1457402 w 3238076"/>
                <a:gd name="connsiteY249" fmla="*/ 436199 h 1930313"/>
                <a:gd name="connsiteX250" fmla="*/ 1447169 w 3238076"/>
                <a:gd name="connsiteY250" fmla="*/ 373202 h 1930313"/>
                <a:gd name="connsiteX251" fmla="*/ 1436886 w 3238076"/>
                <a:gd name="connsiteY251" fmla="*/ 411546 h 1930313"/>
                <a:gd name="connsiteX252" fmla="*/ 1426551 w 3238076"/>
                <a:gd name="connsiteY252" fmla="*/ 361104 h 1930313"/>
                <a:gd name="connsiteX253" fmla="*/ 1416165 w 3238076"/>
                <a:gd name="connsiteY253" fmla="*/ 390256 h 1930313"/>
                <a:gd name="connsiteX254" fmla="*/ 1405729 w 3238076"/>
                <a:gd name="connsiteY254" fmla="*/ 758382 h 1930313"/>
                <a:gd name="connsiteX255" fmla="*/ 1395247 w 3238076"/>
                <a:gd name="connsiteY255" fmla="*/ 445593 h 1930313"/>
                <a:gd name="connsiteX256" fmla="*/ 1384708 w 3238076"/>
                <a:gd name="connsiteY256" fmla="*/ 677327 h 1930313"/>
                <a:gd name="connsiteX257" fmla="*/ 1374112 w 3238076"/>
                <a:gd name="connsiteY257" fmla="*/ 557506 h 1930313"/>
                <a:gd name="connsiteX258" fmla="*/ 1363471 w 3238076"/>
                <a:gd name="connsiteY258" fmla="*/ 554391 h 1930313"/>
                <a:gd name="connsiteX259" fmla="*/ 1352773 w 3238076"/>
                <a:gd name="connsiteY259" fmla="*/ 639914 h 1930313"/>
                <a:gd name="connsiteX260" fmla="*/ 1342017 w 3238076"/>
                <a:gd name="connsiteY260" fmla="*/ 307088 h 1930313"/>
                <a:gd name="connsiteX261" fmla="*/ 1331210 w 3238076"/>
                <a:gd name="connsiteY261" fmla="*/ 629593 h 1930313"/>
                <a:gd name="connsiteX262" fmla="*/ 1309424 w 3238076"/>
                <a:gd name="connsiteY262" fmla="*/ 749260 h 1930313"/>
                <a:gd name="connsiteX263" fmla="*/ 1298444 w 3238076"/>
                <a:gd name="connsiteY263" fmla="*/ 766572 h 1930313"/>
                <a:gd name="connsiteX264" fmla="*/ 1287414 w 3238076"/>
                <a:gd name="connsiteY264" fmla="*/ 951848 h 1930313"/>
                <a:gd name="connsiteX265" fmla="*/ 1276320 w 3238076"/>
                <a:gd name="connsiteY265" fmla="*/ 990894 h 1930313"/>
                <a:gd name="connsiteX266" fmla="*/ 1265168 w 3238076"/>
                <a:gd name="connsiteY266" fmla="*/ 1230249 h 1930313"/>
                <a:gd name="connsiteX267" fmla="*/ 1253953 w 3238076"/>
                <a:gd name="connsiteY267" fmla="*/ 836169 h 1930313"/>
                <a:gd name="connsiteX268" fmla="*/ 1242680 w 3238076"/>
                <a:gd name="connsiteY268" fmla="*/ 868335 h 1930313"/>
                <a:gd name="connsiteX269" fmla="*/ 1231350 w 3238076"/>
                <a:gd name="connsiteY269" fmla="*/ 737828 h 1930313"/>
                <a:gd name="connsiteX270" fmla="*/ 1219949 w 3238076"/>
                <a:gd name="connsiteY270" fmla="*/ 765704 h 1930313"/>
                <a:gd name="connsiteX271" fmla="*/ 1208491 w 3238076"/>
                <a:gd name="connsiteY271" fmla="*/ 902524 h 1930313"/>
                <a:gd name="connsiteX272" fmla="*/ 1196969 w 3238076"/>
                <a:gd name="connsiteY272" fmla="*/ 899128 h 1930313"/>
                <a:gd name="connsiteX273" fmla="*/ 1185383 w 3238076"/>
                <a:gd name="connsiteY273" fmla="*/ 800882 h 1930313"/>
                <a:gd name="connsiteX274" fmla="*/ 1173740 w 3238076"/>
                <a:gd name="connsiteY274" fmla="*/ 1006751 h 1930313"/>
                <a:gd name="connsiteX275" fmla="*/ 1162020 w 3238076"/>
                <a:gd name="connsiteY275" fmla="*/ 950111 h 1930313"/>
                <a:gd name="connsiteX276" fmla="*/ 1150243 w 3238076"/>
                <a:gd name="connsiteY276" fmla="*/ 1070475 h 1930313"/>
                <a:gd name="connsiteX277" fmla="*/ 1138396 w 3238076"/>
                <a:gd name="connsiteY277" fmla="*/ 1140117 h 1930313"/>
                <a:gd name="connsiteX278" fmla="*/ 1126485 w 3238076"/>
                <a:gd name="connsiteY278" fmla="*/ 1045485 h 1930313"/>
                <a:gd name="connsiteX279" fmla="*/ 1114503 w 3238076"/>
                <a:gd name="connsiteY279" fmla="*/ 1082386 h 1930313"/>
                <a:gd name="connsiteX280" fmla="*/ 1102451 w 3238076"/>
                <a:gd name="connsiteY280" fmla="*/ 1078914 h 1930313"/>
                <a:gd name="connsiteX281" fmla="*/ 1090336 w 3238076"/>
                <a:gd name="connsiteY281" fmla="*/ 1048887 h 1930313"/>
                <a:gd name="connsiteX282" fmla="*/ 1078144 w 3238076"/>
                <a:gd name="connsiteY282" fmla="*/ 1089389 h 1930313"/>
                <a:gd name="connsiteX283" fmla="*/ 1065888 w 3238076"/>
                <a:gd name="connsiteY283" fmla="*/ 981211 h 1930313"/>
                <a:gd name="connsiteX284" fmla="*/ 1053562 w 3238076"/>
                <a:gd name="connsiteY284" fmla="*/ 973564 h 1930313"/>
                <a:gd name="connsiteX285" fmla="*/ 1041165 w 3238076"/>
                <a:gd name="connsiteY285" fmla="*/ 901611 h 1930313"/>
                <a:gd name="connsiteX286" fmla="*/ 1028692 w 3238076"/>
                <a:gd name="connsiteY286" fmla="*/ 888500 h 1930313"/>
                <a:gd name="connsiteX287" fmla="*/ 1016149 w 3238076"/>
                <a:gd name="connsiteY287" fmla="*/ 813164 h 1930313"/>
                <a:gd name="connsiteX288" fmla="*/ 1003536 w 3238076"/>
                <a:gd name="connsiteY288" fmla="*/ 840912 h 1930313"/>
                <a:gd name="connsiteX289" fmla="*/ 990852 w 3238076"/>
                <a:gd name="connsiteY289" fmla="*/ 741486 h 1930313"/>
                <a:gd name="connsiteX290" fmla="*/ 965261 w 3238076"/>
                <a:gd name="connsiteY290" fmla="*/ 487856 h 1930313"/>
                <a:gd name="connsiteX291" fmla="*/ 952361 w 3238076"/>
                <a:gd name="connsiteY291" fmla="*/ 546520 h 1930313"/>
                <a:gd name="connsiteX292" fmla="*/ 939383 w 3238076"/>
                <a:gd name="connsiteY292" fmla="*/ 536812 h 1930313"/>
                <a:gd name="connsiteX293" fmla="*/ 926336 w 3238076"/>
                <a:gd name="connsiteY293" fmla="*/ 294418 h 1930313"/>
                <a:gd name="connsiteX294" fmla="*/ 913212 w 3238076"/>
                <a:gd name="connsiteY294" fmla="*/ 560614 h 1930313"/>
                <a:gd name="connsiteX295" fmla="*/ 900017 w 3238076"/>
                <a:gd name="connsiteY295" fmla="*/ 696822 h 1930313"/>
                <a:gd name="connsiteX296" fmla="*/ 886753 w 3238076"/>
                <a:gd name="connsiteY296" fmla="*/ 483542 h 1930313"/>
                <a:gd name="connsiteX297" fmla="*/ 873418 w 3238076"/>
                <a:gd name="connsiteY297" fmla="*/ 666335 h 1930313"/>
                <a:gd name="connsiteX298" fmla="*/ 860007 w 3238076"/>
                <a:gd name="connsiteY298" fmla="*/ 549795 h 1930313"/>
                <a:gd name="connsiteX299" fmla="*/ 846532 w 3238076"/>
                <a:gd name="connsiteY299" fmla="*/ 546603 h 1930313"/>
                <a:gd name="connsiteX300" fmla="*/ 832986 w 3238076"/>
                <a:gd name="connsiteY300" fmla="*/ 436350 h 1930313"/>
                <a:gd name="connsiteX301" fmla="*/ 819371 w 3238076"/>
                <a:gd name="connsiteY301" fmla="*/ 452364 h 1930313"/>
                <a:gd name="connsiteX302" fmla="*/ 805691 w 3238076"/>
                <a:gd name="connsiteY302" fmla="*/ 557997 h 1930313"/>
                <a:gd name="connsiteX303" fmla="*/ 791948 w 3238076"/>
                <a:gd name="connsiteY303" fmla="*/ 560997 h 1930313"/>
                <a:gd name="connsiteX304" fmla="*/ 778147 w 3238076"/>
                <a:gd name="connsiteY304" fmla="*/ 734011 h 1930313"/>
                <a:gd name="connsiteX305" fmla="*/ 764276 w 3238076"/>
                <a:gd name="connsiteY305" fmla="*/ 769234 h 1930313"/>
                <a:gd name="connsiteX306" fmla="*/ 750354 w 3238076"/>
                <a:gd name="connsiteY306" fmla="*/ 888863 h 1930313"/>
                <a:gd name="connsiteX307" fmla="*/ 736375 w 3238076"/>
                <a:gd name="connsiteY307" fmla="*/ 972734 h 1930313"/>
                <a:gd name="connsiteX308" fmla="*/ 722344 w 3238076"/>
                <a:gd name="connsiteY308" fmla="*/ 976864 h 1930313"/>
                <a:gd name="connsiteX309" fmla="*/ 708263 w 3238076"/>
                <a:gd name="connsiteY309" fmla="*/ 1147949 h 1930313"/>
                <a:gd name="connsiteX310" fmla="*/ 694137 w 3238076"/>
                <a:gd name="connsiteY310" fmla="*/ 1230581 h 1930313"/>
                <a:gd name="connsiteX311" fmla="*/ 679972 w 3238076"/>
                <a:gd name="connsiteY311" fmla="*/ 1200344 h 1930313"/>
                <a:gd name="connsiteX312" fmla="*/ 665769 w 3238076"/>
                <a:gd name="connsiteY312" fmla="*/ 1123769 h 1930313"/>
                <a:gd name="connsiteX313" fmla="*/ 651534 w 3238076"/>
                <a:gd name="connsiteY313" fmla="*/ 1097094 h 1930313"/>
                <a:gd name="connsiteX314" fmla="*/ 637280 w 3238076"/>
                <a:gd name="connsiteY314" fmla="*/ 964104 h 1930313"/>
                <a:gd name="connsiteX315" fmla="*/ 623001 w 3238076"/>
                <a:gd name="connsiteY315" fmla="*/ 972810 h 1930313"/>
                <a:gd name="connsiteX316" fmla="*/ 608709 w 3238076"/>
                <a:gd name="connsiteY316" fmla="*/ 965431 h 1930313"/>
                <a:gd name="connsiteX317" fmla="*/ 594410 w 3238076"/>
                <a:gd name="connsiteY317" fmla="*/ 916420 h 1930313"/>
                <a:gd name="connsiteX318" fmla="*/ 580111 w 3238076"/>
                <a:gd name="connsiteY318" fmla="*/ 945784 h 1930313"/>
                <a:gd name="connsiteX319" fmla="*/ 565819 w 3238076"/>
                <a:gd name="connsiteY319" fmla="*/ 822649 h 1930313"/>
                <a:gd name="connsiteX320" fmla="*/ 551546 w 3238076"/>
                <a:gd name="connsiteY320" fmla="*/ 780998 h 1930313"/>
                <a:gd name="connsiteX321" fmla="*/ 537299 w 3238076"/>
                <a:gd name="connsiteY321" fmla="*/ 912137 h 1930313"/>
                <a:gd name="connsiteX322" fmla="*/ 523089 w 3238076"/>
                <a:gd name="connsiteY322" fmla="*/ 718129 h 1930313"/>
                <a:gd name="connsiteX323" fmla="*/ 508918 w 3238076"/>
                <a:gd name="connsiteY323" fmla="*/ 748756 h 1930313"/>
                <a:gd name="connsiteX324" fmla="*/ 494805 w 3238076"/>
                <a:gd name="connsiteY324" fmla="*/ 843925 h 1930313"/>
                <a:gd name="connsiteX325" fmla="*/ 480762 w 3238076"/>
                <a:gd name="connsiteY325" fmla="*/ 872860 h 1930313"/>
                <a:gd name="connsiteX326" fmla="*/ 466788 w 3238076"/>
                <a:gd name="connsiteY326" fmla="*/ 819234 h 1930313"/>
                <a:gd name="connsiteX327" fmla="*/ 452904 w 3238076"/>
                <a:gd name="connsiteY327" fmla="*/ 878682 h 1930313"/>
                <a:gd name="connsiteX328" fmla="*/ 439118 w 3238076"/>
                <a:gd name="connsiteY328" fmla="*/ 1180396 h 1930313"/>
                <a:gd name="connsiteX329" fmla="*/ 425440 w 3238076"/>
                <a:gd name="connsiteY329" fmla="*/ 1199890 h 1930313"/>
                <a:gd name="connsiteX330" fmla="*/ 411886 w 3238076"/>
                <a:gd name="connsiteY330" fmla="*/ 1111801 h 1930313"/>
                <a:gd name="connsiteX331" fmla="*/ 398462 w 3238076"/>
                <a:gd name="connsiteY331" fmla="*/ 1127887 h 1930313"/>
                <a:gd name="connsiteX332" fmla="*/ 385182 w 3238076"/>
                <a:gd name="connsiteY332" fmla="*/ 1079137 h 1930313"/>
                <a:gd name="connsiteX333" fmla="*/ 372056 w 3238076"/>
                <a:gd name="connsiteY333" fmla="*/ 1082508 h 1930313"/>
                <a:gd name="connsiteX334" fmla="*/ 346309 w 3238076"/>
                <a:gd name="connsiteY334" fmla="*/ 975594 h 1930313"/>
                <a:gd name="connsiteX335" fmla="*/ 333707 w 3238076"/>
                <a:gd name="connsiteY335" fmla="*/ 954644 h 1930313"/>
                <a:gd name="connsiteX336" fmla="*/ 321298 w 3238076"/>
                <a:gd name="connsiteY336" fmla="*/ 987703 h 1930313"/>
                <a:gd name="connsiteX337" fmla="*/ 309089 w 3238076"/>
                <a:gd name="connsiteY337" fmla="*/ 916229 h 1930313"/>
                <a:gd name="connsiteX338" fmla="*/ 297093 w 3238076"/>
                <a:gd name="connsiteY338" fmla="*/ 968489 h 1930313"/>
                <a:gd name="connsiteX339" fmla="*/ 285311 w 3238076"/>
                <a:gd name="connsiteY339" fmla="*/ 880559 h 1930313"/>
                <a:gd name="connsiteX340" fmla="*/ 273750 w 3238076"/>
                <a:gd name="connsiteY340" fmla="*/ 995184 h 1930313"/>
                <a:gd name="connsiteX341" fmla="*/ 262415 w 3238076"/>
                <a:gd name="connsiteY341" fmla="*/ 903002 h 1930313"/>
                <a:gd name="connsiteX342" fmla="*/ 251311 w 3238076"/>
                <a:gd name="connsiteY342" fmla="*/ 940798 h 1930313"/>
                <a:gd name="connsiteX343" fmla="*/ 240443 w 3238076"/>
                <a:gd name="connsiteY343" fmla="*/ 898107 h 1930313"/>
                <a:gd name="connsiteX344" fmla="*/ 229812 w 3238076"/>
                <a:gd name="connsiteY344" fmla="*/ 828937 h 1930313"/>
                <a:gd name="connsiteX345" fmla="*/ 219416 w 3238076"/>
                <a:gd name="connsiteY345" fmla="*/ 805887 h 1930313"/>
                <a:gd name="connsiteX346" fmla="*/ 209260 w 3238076"/>
                <a:gd name="connsiteY346" fmla="*/ 758172 h 1930313"/>
                <a:gd name="connsiteX347" fmla="*/ 189663 w 3238076"/>
                <a:gd name="connsiteY347" fmla="*/ 794761 h 1930313"/>
                <a:gd name="connsiteX348" fmla="*/ 180222 w 3238076"/>
                <a:gd name="connsiteY348" fmla="*/ 695921 h 1930313"/>
                <a:gd name="connsiteX349" fmla="*/ 171013 w 3238076"/>
                <a:gd name="connsiteY349" fmla="*/ 522241 h 1930313"/>
                <a:gd name="connsiteX350" fmla="*/ 162033 w 3238076"/>
                <a:gd name="connsiteY350" fmla="*/ 468152 h 1930313"/>
                <a:gd name="connsiteX351" fmla="*/ 153289 w 3238076"/>
                <a:gd name="connsiteY351" fmla="*/ 733513 h 1930313"/>
                <a:gd name="connsiteX352" fmla="*/ 144768 w 3238076"/>
                <a:gd name="connsiteY352" fmla="*/ 582439 h 1930313"/>
                <a:gd name="connsiteX353" fmla="*/ 136466 w 3238076"/>
                <a:gd name="connsiteY353" fmla="*/ 362095 h 1930313"/>
                <a:gd name="connsiteX354" fmla="*/ 128382 w 3238076"/>
                <a:gd name="connsiteY354" fmla="*/ 542020 h 1930313"/>
                <a:gd name="connsiteX355" fmla="*/ 120511 w 3238076"/>
                <a:gd name="connsiteY355" fmla="*/ 369861 h 1930313"/>
                <a:gd name="connsiteX356" fmla="*/ 112847 w 3238076"/>
                <a:gd name="connsiteY356" fmla="*/ 151618 h 1930313"/>
                <a:gd name="connsiteX357" fmla="*/ 105387 w 3238076"/>
                <a:gd name="connsiteY357" fmla="*/ 39753 h 1930313"/>
                <a:gd name="connsiteX358" fmla="*/ 98125 w 3238076"/>
                <a:gd name="connsiteY358" fmla="*/ 455895 h 1930313"/>
                <a:gd name="connsiteX359" fmla="*/ 91054 w 3238076"/>
                <a:gd name="connsiteY359" fmla="*/ 504586 h 1930313"/>
                <a:gd name="connsiteX360" fmla="*/ 84168 w 3238076"/>
                <a:gd name="connsiteY360" fmla="*/ 492698 h 1930313"/>
                <a:gd name="connsiteX361" fmla="*/ 77469 w 3238076"/>
                <a:gd name="connsiteY361" fmla="*/ 422185 h 1930313"/>
                <a:gd name="connsiteX362" fmla="*/ 70949 w 3238076"/>
                <a:gd name="connsiteY362" fmla="*/ 306995 h 1930313"/>
                <a:gd name="connsiteX363" fmla="*/ 64595 w 3238076"/>
                <a:gd name="connsiteY363" fmla="*/ 275929 h 1930313"/>
                <a:gd name="connsiteX364" fmla="*/ 58412 w 3238076"/>
                <a:gd name="connsiteY364" fmla="*/ 27114 h 1930313"/>
                <a:gd name="connsiteX365" fmla="*/ 52391 w 3238076"/>
                <a:gd name="connsiteY365" fmla="*/ 197920 h 1930313"/>
                <a:gd name="connsiteX366" fmla="*/ 46522 w 3238076"/>
                <a:gd name="connsiteY366" fmla="*/ 0 h 1930313"/>
                <a:gd name="connsiteX367" fmla="*/ 40810 w 3238076"/>
                <a:gd name="connsiteY367" fmla="*/ 299141 h 1930313"/>
                <a:gd name="connsiteX368" fmla="*/ 35242 w 3238076"/>
                <a:gd name="connsiteY368" fmla="*/ 229421 h 1930313"/>
                <a:gd name="connsiteX369" fmla="*/ 29815 w 3238076"/>
                <a:gd name="connsiteY369" fmla="*/ 215321 h 1930313"/>
                <a:gd name="connsiteX370" fmla="*/ 24531 w 3238076"/>
                <a:gd name="connsiteY370" fmla="*/ 156459 h 1930313"/>
                <a:gd name="connsiteX371" fmla="*/ 19372 w 3238076"/>
                <a:gd name="connsiteY371" fmla="*/ 475422 h 1930313"/>
                <a:gd name="connsiteX372" fmla="*/ 14346 w 3238076"/>
                <a:gd name="connsiteY372" fmla="*/ 553586 h 1930313"/>
                <a:gd name="connsiteX373" fmla="*/ 9449 w 3238076"/>
                <a:gd name="connsiteY373" fmla="*/ 793312 h 1930313"/>
                <a:gd name="connsiteX374" fmla="*/ 4669 w 3238076"/>
                <a:gd name="connsiteY374" fmla="*/ 430268 h 1930313"/>
                <a:gd name="connsiteX375" fmla="*/ 0 w 3238076"/>
                <a:gd name="connsiteY375" fmla="*/ 466765 h 1930313"/>
                <a:gd name="connsiteX376" fmla="*/ 0 w 3238076"/>
                <a:gd name="connsiteY376" fmla="*/ 466765 h 1930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</a:cxnLst>
              <a:rect l="l" t="t" r="r" b="b"/>
              <a:pathLst>
                <a:path w="3238076" h="1930313" extrusionOk="0">
                  <a:moveTo>
                    <a:pt x="3238077" y="762334"/>
                  </a:moveTo>
                  <a:cubicBezTo>
                    <a:pt x="3291853" y="1031992"/>
                    <a:pt x="3216395" y="1080923"/>
                    <a:pt x="3233034" y="1322964"/>
                  </a:cubicBezTo>
                  <a:cubicBezTo>
                    <a:pt x="3249673" y="1565005"/>
                    <a:pt x="3177556" y="1744037"/>
                    <a:pt x="3227570" y="1930314"/>
                  </a:cubicBezTo>
                  <a:cubicBezTo>
                    <a:pt x="3213352" y="1845810"/>
                    <a:pt x="3245156" y="1724500"/>
                    <a:pt x="3222298" y="1672013"/>
                  </a:cubicBezTo>
                  <a:cubicBezTo>
                    <a:pt x="3214737" y="1528721"/>
                    <a:pt x="3257596" y="1396085"/>
                    <a:pt x="3217025" y="1196616"/>
                  </a:cubicBezTo>
                  <a:cubicBezTo>
                    <a:pt x="3203036" y="1162331"/>
                    <a:pt x="3225736" y="1133456"/>
                    <a:pt x="3211740" y="1085750"/>
                  </a:cubicBezTo>
                  <a:cubicBezTo>
                    <a:pt x="3231811" y="1148518"/>
                    <a:pt x="3193013" y="1201571"/>
                    <a:pt x="3206448" y="1288006"/>
                  </a:cubicBezTo>
                  <a:cubicBezTo>
                    <a:pt x="3238622" y="1431002"/>
                    <a:pt x="3163526" y="1592904"/>
                    <a:pt x="3201143" y="1790800"/>
                  </a:cubicBezTo>
                  <a:cubicBezTo>
                    <a:pt x="3187097" y="1678955"/>
                    <a:pt x="3226507" y="1626586"/>
                    <a:pt x="3198488" y="1483591"/>
                  </a:cubicBezTo>
                  <a:cubicBezTo>
                    <a:pt x="3170468" y="1340596"/>
                    <a:pt x="3224647" y="1325234"/>
                    <a:pt x="3195832" y="1176381"/>
                  </a:cubicBezTo>
                  <a:cubicBezTo>
                    <a:pt x="3210423" y="1412873"/>
                    <a:pt x="3147132" y="1523382"/>
                    <a:pt x="3190515" y="1729814"/>
                  </a:cubicBezTo>
                  <a:cubicBezTo>
                    <a:pt x="3190128" y="1739070"/>
                    <a:pt x="3184279" y="1753835"/>
                    <a:pt x="3185185" y="1761399"/>
                  </a:cubicBezTo>
                  <a:cubicBezTo>
                    <a:pt x="3171152" y="1493205"/>
                    <a:pt x="3188357" y="1384663"/>
                    <a:pt x="3179848" y="1166059"/>
                  </a:cubicBezTo>
                  <a:cubicBezTo>
                    <a:pt x="3168753" y="1124090"/>
                    <a:pt x="3187059" y="1099734"/>
                    <a:pt x="3174506" y="1047112"/>
                  </a:cubicBezTo>
                  <a:cubicBezTo>
                    <a:pt x="3169827" y="990754"/>
                    <a:pt x="3188623" y="952098"/>
                    <a:pt x="3169150" y="899326"/>
                  </a:cubicBezTo>
                  <a:cubicBezTo>
                    <a:pt x="3191092" y="955738"/>
                    <a:pt x="3161809" y="1066563"/>
                    <a:pt x="3163788" y="1136211"/>
                  </a:cubicBezTo>
                  <a:cubicBezTo>
                    <a:pt x="3162298" y="1143965"/>
                    <a:pt x="3159570" y="1150976"/>
                    <a:pt x="3158420" y="1158214"/>
                  </a:cubicBezTo>
                  <a:cubicBezTo>
                    <a:pt x="3132212" y="1080849"/>
                    <a:pt x="3169147" y="982844"/>
                    <a:pt x="3153039" y="933310"/>
                  </a:cubicBezTo>
                  <a:cubicBezTo>
                    <a:pt x="3155256" y="961406"/>
                    <a:pt x="3144903" y="980066"/>
                    <a:pt x="3147645" y="1007663"/>
                  </a:cubicBezTo>
                  <a:cubicBezTo>
                    <a:pt x="3150977" y="1076079"/>
                    <a:pt x="3139019" y="1095773"/>
                    <a:pt x="3142251" y="1172142"/>
                  </a:cubicBezTo>
                  <a:cubicBezTo>
                    <a:pt x="3132970" y="1120515"/>
                    <a:pt x="3144497" y="1111741"/>
                    <a:pt x="3131425" y="1062407"/>
                  </a:cubicBezTo>
                  <a:cubicBezTo>
                    <a:pt x="3125375" y="1013007"/>
                    <a:pt x="3136925" y="985585"/>
                    <a:pt x="3126005" y="951880"/>
                  </a:cubicBezTo>
                  <a:cubicBezTo>
                    <a:pt x="3120317" y="942600"/>
                    <a:pt x="3126614" y="916270"/>
                    <a:pt x="3120567" y="903596"/>
                  </a:cubicBezTo>
                  <a:cubicBezTo>
                    <a:pt x="3134175" y="990786"/>
                    <a:pt x="3095637" y="1035113"/>
                    <a:pt x="3115128" y="1089300"/>
                  </a:cubicBezTo>
                  <a:cubicBezTo>
                    <a:pt x="3127452" y="1118845"/>
                    <a:pt x="3098083" y="1160348"/>
                    <a:pt x="3104213" y="1227051"/>
                  </a:cubicBezTo>
                  <a:cubicBezTo>
                    <a:pt x="3112357" y="1269939"/>
                    <a:pt x="3096212" y="1290401"/>
                    <a:pt x="3098742" y="1319814"/>
                  </a:cubicBezTo>
                  <a:cubicBezTo>
                    <a:pt x="3092253" y="1289938"/>
                    <a:pt x="3105844" y="1248773"/>
                    <a:pt x="3093265" y="1195154"/>
                  </a:cubicBezTo>
                  <a:cubicBezTo>
                    <a:pt x="3085165" y="1180460"/>
                    <a:pt x="3096952" y="1159554"/>
                    <a:pt x="3087776" y="1136887"/>
                  </a:cubicBezTo>
                  <a:cubicBezTo>
                    <a:pt x="3091669" y="1170565"/>
                    <a:pt x="3080570" y="1200059"/>
                    <a:pt x="3082280" y="1243144"/>
                  </a:cubicBezTo>
                  <a:cubicBezTo>
                    <a:pt x="3082207" y="1264313"/>
                    <a:pt x="3072106" y="1280301"/>
                    <a:pt x="3076771" y="1298296"/>
                  </a:cubicBezTo>
                  <a:cubicBezTo>
                    <a:pt x="3080424" y="1329495"/>
                    <a:pt x="3071193" y="1376071"/>
                    <a:pt x="3071249" y="1401731"/>
                  </a:cubicBezTo>
                  <a:cubicBezTo>
                    <a:pt x="3059511" y="1369508"/>
                    <a:pt x="3071582" y="1353504"/>
                    <a:pt x="3065728" y="1321825"/>
                  </a:cubicBezTo>
                  <a:cubicBezTo>
                    <a:pt x="3042632" y="1189639"/>
                    <a:pt x="3067122" y="1061718"/>
                    <a:pt x="3060187" y="898266"/>
                  </a:cubicBezTo>
                  <a:cubicBezTo>
                    <a:pt x="3091576" y="1040733"/>
                    <a:pt x="3019874" y="1141337"/>
                    <a:pt x="3054646" y="1329887"/>
                  </a:cubicBezTo>
                  <a:cubicBezTo>
                    <a:pt x="3034517" y="1213380"/>
                    <a:pt x="3072598" y="1157691"/>
                    <a:pt x="3043527" y="1086638"/>
                  </a:cubicBezTo>
                  <a:cubicBezTo>
                    <a:pt x="3043399" y="1147779"/>
                    <a:pt x="3025519" y="1209601"/>
                    <a:pt x="3037948" y="1270930"/>
                  </a:cubicBezTo>
                  <a:cubicBezTo>
                    <a:pt x="3037653" y="1291869"/>
                    <a:pt x="3033403" y="1303858"/>
                    <a:pt x="3032362" y="1326472"/>
                  </a:cubicBezTo>
                  <a:cubicBezTo>
                    <a:pt x="3029233" y="1315950"/>
                    <a:pt x="3030516" y="1311607"/>
                    <a:pt x="3026770" y="1298679"/>
                  </a:cubicBezTo>
                  <a:cubicBezTo>
                    <a:pt x="3026106" y="1309872"/>
                    <a:pt x="3021792" y="1311760"/>
                    <a:pt x="3021166" y="1321997"/>
                  </a:cubicBezTo>
                  <a:cubicBezTo>
                    <a:pt x="2998396" y="1238466"/>
                    <a:pt x="3032929" y="1171272"/>
                    <a:pt x="3015555" y="1128308"/>
                  </a:cubicBezTo>
                  <a:cubicBezTo>
                    <a:pt x="3019248" y="1200246"/>
                    <a:pt x="2999393" y="1284354"/>
                    <a:pt x="3009931" y="1393177"/>
                  </a:cubicBezTo>
                  <a:cubicBezTo>
                    <a:pt x="2974598" y="1318267"/>
                    <a:pt x="3022158" y="1204132"/>
                    <a:pt x="3004295" y="1036120"/>
                  </a:cubicBezTo>
                  <a:cubicBezTo>
                    <a:pt x="3009654" y="1141211"/>
                    <a:pt x="2978331" y="1181281"/>
                    <a:pt x="2998652" y="1305987"/>
                  </a:cubicBezTo>
                  <a:cubicBezTo>
                    <a:pt x="2951471" y="1116912"/>
                    <a:pt x="3011176" y="1045584"/>
                    <a:pt x="2992996" y="890715"/>
                  </a:cubicBezTo>
                  <a:cubicBezTo>
                    <a:pt x="3006992" y="989094"/>
                    <a:pt x="2966958" y="1018981"/>
                    <a:pt x="2987334" y="1127829"/>
                  </a:cubicBezTo>
                  <a:cubicBezTo>
                    <a:pt x="2986857" y="1167347"/>
                    <a:pt x="2981324" y="1196582"/>
                    <a:pt x="2981660" y="1219404"/>
                  </a:cubicBezTo>
                  <a:cubicBezTo>
                    <a:pt x="2980057" y="1219142"/>
                    <a:pt x="2978496" y="1218631"/>
                    <a:pt x="2975972" y="1218402"/>
                  </a:cubicBezTo>
                  <a:cubicBezTo>
                    <a:pt x="2973189" y="1191647"/>
                    <a:pt x="2976683" y="1179310"/>
                    <a:pt x="2970278" y="1156605"/>
                  </a:cubicBezTo>
                  <a:cubicBezTo>
                    <a:pt x="2976622" y="1176878"/>
                    <a:pt x="2965147" y="1223250"/>
                    <a:pt x="2964578" y="1249010"/>
                  </a:cubicBezTo>
                  <a:cubicBezTo>
                    <a:pt x="2952756" y="1201156"/>
                    <a:pt x="2963552" y="1186469"/>
                    <a:pt x="2958858" y="1140098"/>
                  </a:cubicBezTo>
                  <a:cubicBezTo>
                    <a:pt x="2963614" y="1164192"/>
                    <a:pt x="2951574" y="1199221"/>
                    <a:pt x="2953133" y="1215670"/>
                  </a:cubicBezTo>
                  <a:cubicBezTo>
                    <a:pt x="2949377" y="1190399"/>
                    <a:pt x="2951569" y="1171954"/>
                    <a:pt x="2947400" y="1147988"/>
                  </a:cubicBezTo>
                  <a:cubicBezTo>
                    <a:pt x="2926323" y="1018713"/>
                    <a:pt x="2952139" y="935988"/>
                    <a:pt x="2941655" y="757176"/>
                  </a:cubicBezTo>
                  <a:cubicBezTo>
                    <a:pt x="2946562" y="899064"/>
                    <a:pt x="2909181" y="966295"/>
                    <a:pt x="2935898" y="1046442"/>
                  </a:cubicBezTo>
                  <a:cubicBezTo>
                    <a:pt x="2937251" y="1062642"/>
                    <a:pt x="2931151" y="1064637"/>
                    <a:pt x="2930127" y="1080797"/>
                  </a:cubicBezTo>
                  <a:cubicBezTo>
                    <a:pt x="2928317" y="1087279"/>
                    <a:pt x="2925334" y="1089049"/>
                    <a:pt x="2924350" y="1093289"/>
                  </a:cubicBezTo>
                  <a:cubicBezTo>
                    <a:pt x="2919900" y="1044214"/>
                    <a:pt x="2928317" y="1037464"/>
                    <a:pt x="2918561" y="982373"/>
                  </a:cubicBezTo>
                  <a:cubicBezTo>
                    <a:pt x="2895615" y="903065"/>
                    <a:pt x="2918951" y="701810"/>
                    <a:pt x="2912758" y="614911"/>
                  </a:cubicBezTo>
                  <a:cubicBezTo>
                    <a:pt x="2911913" y="699827"/>
                    <a:pt x="2906698" y="805755"/>
                    <a:pt x="2906949" y="905575"/>
                  </a:cubicBezTo>
                  <a:cubicBezTo>
                    <a:pt x="2897739" y="865059"/>
                    <a:pt x="2910461" y="831857"/>
                    <a:pt x="2901128" y="770121"/>
                  </a:cubicBezTo>
                  <a:cubicBezTo>
                    <a:pt x="2901713" y="788428"/>
                    <a:pt x="2892561" y="799982"/>
                    <a:pt x="2895293" y="821513"/>
                  </a:cubicBezTo>
                  <a:cubicBezTo>
                    <a:pt x="2908694" y="991543"/>
                    <a:pt x="2858380" y="1079359"/>
                    <a:pt x="2889453" y="1162733"/>
                  </a:cubicBezTo>
                  <a:cubicBezTo>
                    <a:pt x="2891569" y="1181622"/>
                    <a:pt x="2882568" y="1202179"/>
                    <a:pt x="2883599" y="1217119"/>
                  </a:cubicBezTo>
                  <a:cubicBezTo>
                    <a:pt x="2882334" y="1218880"/>
                    <a:pt x="2879530" y="1221076"/>
                    <a:pt x="2877733" y="1223624"/>
                  </a:cubicBezTo>
                  <a:cubicBezTo>
                    <a:pt x="2872498" y="1044549"/>
                    <a:pt x="2905920" y="993071"/>
                    <a:pt x="2871854" y="847359"/>
                  </a:cubicBezTo>
                  <a:cubicBezTo>
                    <a:pt x="2868452" y="832220"/>
                    <a:pt x="2871172" y="818651"/>
                    <a:pt x="2865969" y="800104"/>
                  </a:cubicBezTo>
                  <a:cubicBezTo>
                    <a:pt x="2848509" y="744666"/>
                    <a:pt x="2873150" y="700968"/>
                    <a:pt x="2860070" y="662192"/>
                  </a:cubicBezTo>
                  <a:cubicBezTo>
                    <a:pt x="2868930" y="737485"/>
                    <a:pt x="2837827" y="765980"/>
                    <a:pt x="2854159" y="857739"/>
                  </a:cubicBezTo>
                  <a:cubicBezTo>
                    <a:pt x="2866702" y="956895"/>
                    <a:pt x="2818398" y="997342"/>
                    <a:pt x="2848236" y="1132808"/>
                  </a:cubicBezTo>
                  <a:cubicBezTo>
                    <a:pt x="2845537" y="1131678"/>
                    <a:pt x="2844800" y="1130616"/>
                    <a:pt x="2842299" y="1129827"/>
                  </a:cubicBezTo>
                  <a:cubicBezTo>
                    <a:pt x="2833844" y="1099889"/>
                    <a:pt x="2839868" y="1082143"/>
                    <a:pt x="2836356" y="1065790"/>
                  </a:cubicBezTo>
                  <a:cubicBezTo>
                    <a:pt x="2802793" y="1002756"/>
                    <a:pt x="2856870" y="835116"/>
                    <a:pt x="2830401" y="770510"/>
                  </a:cubicBezTo>
                  <a:cubicBezTo>
                    <a:pt x="2848299" y="872593"/>
                    <a:pt x="2801526" y="924239"/>
                    <a:pt x="2824432" y="982296"/>
                  </a:cubicBezTo>
                  <a:cubicBezTo>
                    <a:pt x="2827028" y="1058322"/>
                    <a:pt x="2791156" y="1152652"/>
                    <a:pt x="2818451" y="1227766"/>
                  </a:cubicBezTo>
                  <a:cubicBezTo>
                    <a:pt x="2822941" y="1244040"/>
                    <a:pt x="2812406" y="1263188"/>
                    <a:pt x="2812463" y="1298551"/>
                  </a:cubicBezTo>
                  <a:cubicBezTo>
                    <a:pt x="2809711" y="1273888"/>
                    <a:pt x="2814586" y="1260609"/>
                    <a:pt x="2806457" y="1242805"/>
                  </a:cubicBezTo>
                  <a:cubicBezTo>
                    <a:pt x="2804310" y="1240548"/>
                    <a:pt x="2802260" y="1237732"/>
                    <a:pt x="2800444" y="1236250"/>
                  </a:cubicBezTo>
                  <a:cubicBezTo>
                    <a:pt x="2804925" y="1269724"/>
                    <a:pt x="2788307" y="1291058"/>
                    <a:pt x="2794411" y="1305975"/>
                  </a:cubicBezTo>
                  <a:cubicBezTo>
                    <a:pt x="2791484" y="1290727"/>
                    <a:pt x="2791497" y="1274688"/>
                    <a:pt x="2788373" y="1265849"/>
                  </a:cubicBezTo>
                  <a:cubicBezTo>
                    <a:pt x="2781866" y="1223247"/>
                    <a:pt x="2792256" y="1217269"/>
                    <a:pt x="2782322" y="1179106"/>
                  </a:cubicBezTo>
                  <a:cubicBezTo>
                    <a:pt x="2780457" y="1248521"/>
                    <a:pt x="2776634" y="1297456"/>
                    <a:pt x="2776257" y="1342245"/>
                  </a:cubicBezTo>
                  <a:cubicBezTo>
                    <a:pt x="2768821" y="1289497"/>
                    <a:pt x="2781518" y="1220790"/>
                    <a:pt x="2770187" y="1188586"/>
                  </a:cubicBezTo>
                  <a:cubicBezTo>
                    <a:pt x="2756525" y="1134335"/>
                    <a:pt x="2774335" y="1054499"/>
                    <a:pt x="2764097" y="1009291"/>
                  </a:cubicBezTo>
                  <a:cubicBezTo>
                    <a:pt x="2774765" y="1147223"/>
                    <a:pt x="2720360" y="1235550"/>
                    <a:pt x="2757995" y="1377659"/>
                  </a:cubicBezTo>
                  <a:cubicBezTo>
                    <a:pt x="2726108" y="1291605"/>
                    <a:pt x="2767775" y="1207020"/>
                    <a:pt x="2751886" y="1117565"/>
                  </a:cubicBezTo>
                  <a:cubicBezTo>
                    <a:pt x="2742447" y="1085221"/>
                    <a:pt x="2759699" y="1018664"/>
                    <a:pt x="2745758" y="976315"/>
                  </a:cubicBezTo>
                  <a:cubicBezTo>
                    <a:pt x="2745319" y="1034846"/>
                    <a:pt x="2719689" y="1114729"/>
                    <a:pt x="2739624" y="1175474"/>
                  </a:cubicBezTo>
                  <a:cubicBezTo>
                    <a:pt x="2729107" y="1106702"/>
                    <a:pt x="2742043" y="1068696"/>
                    <a:pt x="2733470" y="988973"/>
                  </a:cubicBezTo>
                  <a:cubicBezTo>
                    <a:pt x="2732450" y="1004413"/>
                    <a:pt x="2723566" y="1027257"/>
                    <a:pt x="2727310" y="1059853"/>
                  </a:cubicBezTo>
                  <a:cubicBezTo>
                    <a:pt x="2727300" y="1113943"/>
                    <a:pt x="2718211" y="1153439"/>
                    <a:pt x="2721131" y="1183294"/>
                  </a:cubicBezTo>
                  <a:cubicBezTo>
                    <a:pt x="2715594" y="1150260"/>
                    <a:pt x="2721041" y="1134788"/>
                    <a:pt x="2714946" y="1108743"/>
                  </a:cubicBezTo>
                  <a:cubicBezTo>
                    <a:pt x="2715160" y="1146054"/>
                    <a:pt x="2703888" y="1166499"/>
                    <a:pt x="2708741" y="1211393"/>
                  </a:cubicBezTo>
                  <a:cubicBezTo>
                    <a:pt x="2687651" y="1113143"/>
                    <a:pt x="2730002" y="1049741"/>
                    <a:pt x="2702530" y="933393"/>
                  </a:cubicBezTo>
                  <a:cubicBezTo>
                    <a:pt x="2706027" y="969973"/>
                    <a:pt x="2688361" y="991357"/>
                    <a:pt x="2696300" y="1033171"/>
                  </a:cubicBezTo>
                  <a:cubicBezTo>
                    <a:pt x="2708000" y="1083129"/>
                    <a:pt x="2686837" y="1183745"/>
                    <a:pt x="2690057" y="1225870"/>
                  </a:cubicBezTo>
                  <a:cubicBezTo>
                    <a:pt x="2695606" y="1261558"/>
                    <a:pt x="2685261" y="1273090"/>
                    <a:pt x="2683808" y="1305043"/>
                  </a:cubicBezTo>
                  <a:cubicBezTo>
                    <a:pt x="2670967" y="1258292"/>
                    <a:pt x="2683226" y="1158929"/>
                    <a:pt x="2677540" y="1101479"/>
                  </a:cubicBezTo>
                  <a:cubicBezTo>
                    <a:pt x="2678480" y="1109747"/>
                    <a:pt x="2669382" y="1125153"/>
                    <a:pt x="2671258" y="1139977"/>
                  </a:cubicBezTo>
                  <a:cubicBezTo>
                    <a:pt x="2656578" y="1112054"/>
                    <a:pt x="2679068" y="1077430"/>
                    <a:pt x="2664964" y="1025332"/>
                  </a:cubicBezTo>
                  <a:cubicBezTo>
                    <a:pt x="2664229" y="1068780"/>
                    <a:pt x="2660317" y="1078561"/>
                    <a:pt x="2658658" y="1118522"/>
                  </a:cubicBezTo>
                  <a:cubicBezTo>
                    <a:pt x="2650965" y="1093744"/>
                    <a:pt x="2654217" y="1035104"/>
                    <a:pt x="2652338" y="1009349"/>
                  </a:cubicBezTo>
                  <a:cubicBezTo>
                    <a:pt x="2634734" y="942473"/>
                    <a:pt x="2660207" y="901160"/>
                    <a:pt x="2646000" y="846663"/>
                  </a:cubicBezTo>
                  <a:cubicBezTo>
                    <a:pt x="2664853" y="961991"/>
                    <a:pt x="2607150" y="1060562"/>
                    <a:pt x="2639655" y="1158795"/>
                  </a:cubicBezTo>
                  <a:cubicBezTo>
                    <a:pt x="2636629" y="1134779"/>
                    <a:pt x="2640868" y="1093661"/>
                    <a:pt x="2633290" y="1070220"/>
                  </a:cubicBezTo>
                  <a:cubicBezTo>
                    <a:pt x="2632661" y="1072224"/>
                    <a:pt x="2628963" y="1073239"/>
                    <a:pt x="2626913" y="1076392"/>
                  </a:cubicBezTo>
                  <a:cubicBezTo>
                    <a:pt x="2643799" y="1118121"/>
                    <a:pt x="2619504" y="1167133"/>
                    <a:pt x="2620524" y="1231296"/>
                  </a:cubicBezTo>
                  <a:cubicBezTo>
                    <a:pt x="2620896" y="1240868"/>
                    <a:pt x="2611815" y="1257874"/>
                    <a:pt x="2614121" y="1273854"/>
                  </a:cubicBezTo>
                  <a:cubicBezTo>
                    <a:pt x="2593498" y="1193805"/>
                    <a:pt x="2631279" y="1171006"/>
                    <a:pt x="2607706" y="1085074"/>
                  </a:cubicBezTo>
                  <a:cubicBezTo>
                    <a:pt x="2605755" y="1098280"/>
                    <a:pt x="2599422" y="1107637"/>
                    <a:pt x="2601272" y="1127376"/>
                  </a:cubicBezTo>
                  <a:cubicBezTo>
                    <a:pt x="2596019" y="1110471"/>
                    <a:pt x="2601140" y="1086528"/>
                    <a:pt x="2594825" y="1054083"/>
                  </a:cubicBezTo>
                  <a:cubicBezTo>
                    <a:pt x="2599968" y="1089599"/>
                    <a:pt x="2574286" y="1131890"/>
                    <a:pt x="2588365" y="1204818"/>
                  </a:cubicBezTo>
                  <a:cubicBezTo>
                    <a:pt x="2571717" y="1066554"/>
                    <a:pt x="2603314" y="989597"/>
                    <a:pt x="2581886" y="906437"/>
                  </a:cubicBezTo>
                  <a:cubicBezTo>
                    <a:pt x="2582115" y="920719"/>
                    <a:pt x="2573454" y="931648"/>
                    <a:pt x="2575400" y="943103"/>
                  </a:cubicBezTo>
                  <a:cubicBezTo>
                    <a:pt x="2569594" y="924934"/>
                    <a:pt x="2574323" y="908242"/>
                    <a:pt x="2568896" y="898151"/>
                  </a:cubicBezTo>
                  <a:cubicBezTo>
                    <a:pt x="2550571" y="858225"/>
                    <a:pt x="2571006" y="803637"/>
                    <a:pt x="2562372" y="730602"/>
                  </a:cubicBezTo>
                  <a:cubicBezTo>
                    <a:pt x="2572554" y="752049"/>
                    <a:pt x="2550714" y="793254"/>
                    <a:pt x="2555842" y="833016"/>
                  </a:cubicBezTo>
                  <a:cubicBezTo>
                    <a:pt x="2551637" y="819423"/>
                    <a:pt x="2556815" y="797418"/>
                    <a:pt x="2549292" y="775304"/>
                  </a:cubicBezTo>
                  <a:cubicBezTo>
                    <a:pt x="2538431" y="753669"/>
                    <a:pt x="2556169" y="728462"/>
                    <a:pt x="2542724" y="687406"/>
                  </a:cubicBezTo>
                  <a:cubicBezTo>
                    <a:pt x="2546176" y="699220"/>
                    <a:pt x="2534340" y="723016"/>
                    <a:pt x="2536143" y="743324"/>
                  </a:cubicBezTo>
                  <a:cubicBezTo>
                    <a:pt x="2533151" y="736804"/>
                    <a:pt x="2530928" y="729513"/>
                    <a:pt x="2529549" y="726000"/>
                  </a:cubicBezTo>
                  <a:cubicBezTo>
                    <a:pt x="2514407" y="645590"/>
                    <a:pt x="2526953" y="639606"/>
                    <a:pt x="2522942" y="554882"/>
                  </a:cubicBezTo>
                  <a:cubicBezTo>
                    <a:pt x="2521370" y="569480"/>
                    <a:pt x="2516168" y="572492"/>
                    <a:pt x="2516316" y="590795"/>
                  </a:cubicBezTo>
                  <a:cubicBezTo>
                    <a:pt x="2515727" y="615696"/>
                    <a:pt x="2502393" y="659763"/>
                    <a:pt x="2509678" y="681636"/>
                  </a:cubicBezTo>
                  <a:cubicBezTo>
                    <a:pt x="2506967" y="667543"/>
                    <a:pt x="2511148" y="658705"/>
                    <a:pt x="2503020" y="638484"/>
                  </a:cubicBezTo>
                  <a:cubicBezTo>
                    <a:pt x="2503373" y="654853"/>
                    <a:pt x="2495426" y="666827"/>
                    <a:pt x="2496343" y="674997"/>
                  </a:cubicBezTo>
                  <a:cubicBezTo>
                    <a:pt x="2498710" y="686021"/>
                    <a:pt x="2489989" y="707580"/>
                    <a:pt x="2489660" y="716603"/>
                  </a:cubicBezTo>
                  <a:cubicBezTo>
                    <a:pt x="2485241" y="692867"/>
                    <a:pt x="2485773" y="668900"/>
                    <a:pt x="2482951" y="645295"/>
                  </a:cubicBezTo>
                  <a:cubicBezTo>
                    <a:pt x="2479274" y="642269"/>
                    <a:pt x="2479522" y="640179"/>
                    <a:pt x="2476235" y="637195"/>
                  </a:cubicBezTo>
                  <a:cubicBezTo>
                    <a:pt x="2474454" y="681542"/>
                    <a:pt x="2468241" y="691269"/>
                    <a:pt x="2469495" y="732300"/>
                  </a:cubicBezTo>
                  <a:cubicBezTo>
                    <a:pt x="2485803" y="778007"/>
                    <a:pt x="2450436" y="859954"/>
                    <a:pt x="2462748" y="915061"/>
                  </a:cubicBezTo>
                  <a:cubicBezTo>
                    <a:pt x="2465088" y="963924"/>
                    <a:pt x="2446326" y="1008229"/>
                    <a:pt x="2455975" y="1066479"/>
                  </a:cubicBezTo>
                  <a:cubicBezTo>
                    <a:pt x="2455656" y="1098862"/>
                    <a:pt x="2445007" y="1146051"/>
                    <a:pt x="2449189" y="1170202"/>
                  </a:cubicBezTo>
                  <a:cubicBezTo>
                    <a:pt x="2445086" y="1147681"/>
                    <a:pt x="2456032" y="1125113"/>
                    <a:pt x="2442391" y="1084008"/>
                  </a:cubicBezTo>
                  <a:cubicBezTo>
                    <a:pt x="2441015" y="1165485"/>
                    <a:pt x="2416716" y="1209631"/>
                    <a:pt x="2435574" y="1280920"/>
                  </a:cubicBezTo>
                  <a:cubicBezTo>
                    <a:pt x="2433223" y="1260779"/>
                    <a:pt x="2434395" y="1238162"/>
                    <a:pt x="2428737" y="1210825"/>
                  </a:cubicBezTo>
                  <a:cubicBezTo>
                    <a:pt x="2429270" y="1227231"/>
                    <a:pt x="2420144" y="1244751"/>
                    <a:pt x="2421882" y="1254225"/>
                  </a:cubicBezTo>
                  <a:cubicBezTo>
                    <a:pt x="2416766" y="1231233"/>
                    <a:pt x="2421313" y="1222539"/>
                    <a:pt x="2415013" y="1205042"/>
                  </a:cubicBezTo>
                  <a:cubicBezTo>
                    <a:pt x="2415015" y="1211972"/>
                    <a:pt x="2407620" y="1222040"/>
                    <a:pt x="2408132" y="1234411"/>
                  </a:cubicBezTo>
                  <a:cubicBezTo>
                    <a:pt x="2404987" y="1234032"/>
                    <a:pt x="2404237" y="1232512"/>
                    <a:pt x="2401225" y="1231494"/>
                  </a:cubicBezTo>
                  <a:cubicBezTo>
                    <a:pt x="2385678" y="1163793"/>
                    <a:pt x="2394839" y="1158152"/>
                    <a:pt x="2387367" y="1086657"/>
                  </a:cubicBezTo>
                  <a:cubicBezTo>
                    <a:pt x="2385003" y="1091088"/>
                    <a:pt x="2382327" y="1091528"/>
                    <a:pt x="2380409" y="1094757"/>
                  </a:cubicBezTo>
                  <a:cubicBezTo>
                    <a:pt x="2396553" y="1193918"/>
                    <a:pt x="2370956" y="1211534"/>
                    <a:pt x="2373439" y="1300613"/>
                  </a:cubicBezTo>
                  <a:cubicBezTo>
                    <a:pt x="2374541" y="1311809"/>
                    <a:pt x="2363779" y="1331448"/>
                    <a:pt x="2366449" y="1343585"/>
                  </a:cubicBezTo>
                  <a:cubicBezTo>
                    <a:pt x="2360535" y="1311133"/>
                    <a:pt x="2367698" y="1250505"/>
                    <a:pt x="2359440" y="1224907"/>
                  </a:cubicBezTo>
                  <a:cubicBezTo>
                    <a:pt x="2355226" y="1213718"/>
                    <a:pt x="2355738" y="1205542"/>
                    <a:pt x="2352412" y="1197522"/>
                  </a:cubicBezTo>
                  <a:cubicBezTo>
                    <a:pt x="2350537" y="1207367"/>
                    <a:pt x="2344782" y="1215226"/>
                    <a:pt x="2345365" y="1225194"/>
                  </a:cubicBezTo>
                  <a:cubicBezTo>
                    <a:pt x="2343750" y="1258172"/>
                    <a:pt x="2331928" y="1305545"/>
                    <a:pt x="2338305" y="1328699"/>
                  </a:cubicBezTo>
                  <a:cubicBezTo>
                    <a:pt x="2334447" y="1315552"/>
                    <a:pt x="2335247" y="1299796"/>
                    <a:pt x="2331219" y="1290393"/>
                  </a:cubicBezTo>
                  <a:cubicBezTo>
                    <a:pt x="2329212" y="1299234"/>
                    <a:pt x="2324554" y="1300825"/>
                    <a:pt x="2324121" y="1306868"/>
                  </a:cubicBezTo>
                  <a:cubicBezTo>
                    <a:pt x="2321192" y="1318650"/>
                    <a:pt x="2318302" y="1322598"/>
                    <a:pt x="2316997" y="1334661"/>
                  </a:cubicBezTo>
                  <a:cubicBezTo>
                    <a:pt x="2313114" y="1322829"/>
                    <a:pt x="2313781" y="1309428"/>
                    <a:pt x="2309861" y="1288433"/>
                  </a:cubicBezTo>
                  <a:cubicBezTo>
                    <a:pt x="2311367" y="1311884"/>
                    <a:pt x="2304055" y="1322314"/>
                    <a:pt x="2302705" y="1350715"/>
                  </a:cubicBezTo>
                  <a:cubicBezTo>
                    <a:pt x="2295293" y="1327847"/>
                    <a:pt x="2298598" y="1320324"/>
                    <a:pt x="2295530" y="1303211"/>
                  </a:cubicBezTo>
                  <a:cubicBezTo>
                    <a:pt x="2292188" y="1296830"/>
                    <a:pt x="2292245" y="1291868"/>
                    <a:pt x="2288330" y="1287489"/>
                  </a:cubicBezTo>
                  <a:cubicBezTo>
                    <a:pt x="2284075" y="1272497"/>
                    <a:pt x="2286149" y="1267526"/>
                    <a:pt x="2281117" y="1252597"/>
                  </a:cubicBezTo>
                  <a:cubicBezTo>
                    <a:pt x="2277031" y="1248226"/>
                    <a:pt x="2278251" y="1239735"/>
                    <a:pt x="2273885" y="1232107"/>
                  </a:cubicBezTo>
                  <a:cubicBezTo>
                    <a:pt x="2271117" y="1230518"/>
                    <a:pt x="2270757" y="1225594"/>
                    <a:pt x="2266627" y="1222283"/>
                  </a:cubicBezTo>
                  <a:cubicBezTo>
                    <a:pt x="2278231" y="1273728"/>
                    <a:pt x="2258287" y="1316614"/>
                    <a:pt x="2259356" y="1350907"/>
                  </a:cubicBezTo>
                  <a:cubicBezTo>
                    <a:pt x="2248665" y="1322556"/>
                    <a:pt x="2260680" y="1294085"/>
                    <a:pt x="2252060" y="1273911"/>
                  </a:cubicBezTo>
                  <a:cubicBezTo>
                    <a:pt x="2248690" y="1249081"/>
                    <a:pt x="2249346" y="1232322"/>
                    <a:pt x="2244745" y="1204857"/>
                  </a:cubicBezTo>
                  <a:cubicBezTo>
                    <a:pt x="2244456" y="1218392"/>
                    <a:pt x="2237596" y="1223754"/>
                    <a:pt x="2237410" y="1232375"/>
                  </a:cubicBezTo>
                  <a:cubicBezTo>
                    <a:pt x="2234395" y="1238163"/>
                    <a:pt x="2232045" y="1239052"/>
                    <a:pt x="2230057" y="1243444"/>
                  </a:cubicBezTo>
                  <a:cubicBezTo>
                    <a:pt x="2228335" y="1299141"/>
                    <a:pt x="2214557" y="1332000"/>
                    <a:pt x="2222678" y="1369444"/>
                  </a:cubicBezTo>
                  <a:cubicBezTo>
                    <a:pt x="2201396" y="1335217"/>
                    <a:pt x="2231701" y="1246639"/>
                    <a:pt x="2215286" y="1203076"/>
                  </a:cubicBezTo>
                  <a:cubicBezTo>
                    <a:pt x="2215179" y="1217608"/>
                    <a:pt x="2208625" y="1229296"/>
                    <a:pt x="2207868" y="1246399"/>
                  </a:cubicBezTo>
                  <a:cubicBezTo>
                    <a:pt x="2209228" y="1269141"/>
                    <a:pt x="2201119" y="1286964"/>
                    <a:pt x="2200425" y="1314828"/>
                  </a:cubicBezTo>
                  <a:cubicBezTo>
                    <a:pt x="2194418" y="1291114"/>
                    <a:pt x="2197523" y="1282018"/>
                    <a:pt x="2192970" y="1265058"/>
                  </a:cubicBezTo>
                  <a:cubicBezTo>
                    <a:pt x="2184383" y="1252127"/>
                    <a:pt x="2187406" y="1218099"/>
                    <a:pt x="2185489" y="1206082"/>
                  </a:cubicBezTo>
                  <a:cubicBezTo>
                    <a:pt x="2180322" y="1196510"/>
                    <a:pt x="2183775" y="1186252"/>
                    <a:pt x="2177982" y="1167814"/>
                  </a:cubicBezTo>
                  <a:cubicBezTo>
                    <a:pt x="2176703" y="1180889"/>
                    <a:pt x="2172959" y="1189670"/>
                    <a:pt x="2170462" y="1204684"/>
                  </a:cubicBezTo>
                  <a:cubicBezTo>
                    <a:pt x="2167437" y="1199543"/>
                    <a:pt x="2168789" y="1189643"/>
                    <a:pt x="2162911" y="1177230"/>
                  </a:cubicBezTo>
                  <a:cubicBezTo>
                    <a:pt x="2159635" y="1185701"/>
                    <a:pt x="2156517" y="1187798"/>
                    <a:pt x="2155346" y="1195824"/>
                  </a:cubicBezTo>
                  <a:cubicBezTo>
                    <a:pt x="2152527" y="1202127"/>
                    <a:pt x="2149531" y="1203541"/>
                    <a:pt x="2147757" y="1208738"/>
                  </a:cubicBezTo>
                  <a:cubicBezTo>
                    <a:pt x="2139971" y="1175208"/>
                    <a:pt x="2147776" y="1165402"/>
                    <a:pt x="2140141" y="1139306"/>
                  </a:cubicBezTo>
                  <a:cubicBezTo>
                    <a:pt x="2136364" y="1135575"/>
                    <a:pt x="2137231" y="1129222"/>
                    <a:pt x="2132507" y="1122071"/>
                  </a:cubicBezTo>
                  <a:cubicBezTo>
                    <a:pt x="2129901" y="1127660"/>
                    <a:pt x="2127747" y="1129027"/>
                    <a:pt x="2124847" y="1133427"/>
                  </a:cubicBezTo>
                  <a:cubicBezTo>
                    <a:pt x="2122457" y="1166425"/>
                    <a:pt x="2112400" y="1178223"/>
                    <a:pt x="2117168" y="1203389"/>
                  </a:cubicBezTo>
                  <a:cubicBezTo>
                    <a:pt x="2099836" y="1133019"/>
                    <a:pt x="2129424" y="1115417"/>
                    <a:pt x="2109463" y="1042657"/>
                  </a:cubicBezTo>
                  <a:cubicBezTo>
                    <a:pt x="2107677" y="1063727"/>
                    <a:pt x="2102724" y="1069035"/>
                    <a:pt x="2101733" y="1096079"/>
                  </a:cubicBezTo>
                  <a:cubicBezTo>
                    <a:pt x="2098395" y="1098388"/>
                    <a:pt x="2095476" y="1098410"/>
                    <a:pt x="2093984" y="1100113"/>
                  </a:cubicBezTo>
                  <a:cubicBezTo>
                    <a:pt x="2087490" y="1084794"/>
                    <a:pt x="2093461" y="1070895"/>
                    <a:pt x="2086209" y="1055245"/>
                  </a:cubicBezTo>
                  <a:cubicBezTo>
                    <a:pt x="2082524" y="1054036"/>
                    <a:pt x="2082368" y="1052241"/>
                    <a:pt x="2078408" y="1051127"/>
                  </a:cubicBezTo>
                  <a:cubicBezTo>
                    <a:pt x="2077330" y="1079037"/>
                    <a:pt x="2071552" y="1084007"/>
                    <a:pt x="2070582" y="1107792"/>
                  </a:cubicBezTo>
                  <a:cubicBezTo>
                    <a:pt x="2068212" y="1070868"/>
                    <a:pt x="2067511" y="971116"/>
                    <a:pt x="2062737" y="928025"/>
                  </a:cubicBezTo>
                  <a:cubicBezTo>
                    <a:pt x="2063516" y="938243"/>
                    <a:pt x="2054026" y="947758"/>
                    <a:pt x="2054867" y="957886"/>
                  </a:cubicBezTo>
                  <a:cubicBezTo>
                    <a:pt x="2053106" y="958522"/>
                    <a:pt x="2050184" y="958312"/>
                    <a:pt x="2046964" y="959342"/>
                  </a:cubicBezTo>
                  <a:cubicBezTo>
                    <a:pt x="2040170" y="945980"/>
                    <a:pt x="2050186" y="919515"/>
                    <a:pt x="2039042" y="891149"/>
                  </a:cubicBezTo>
                  <a:cubicBezTo>
                    <a:pt x="2040776" y="910711"/>
                    <a:pt x="2033815" y="924861"/>
                    <a:pt x="2031095" y="949058"/>
                  </a:cubicBezTo>
                  <a:cubicBezTo>
                    <a:pt x="2028502" y="930269"/>
                    <a:pt x="2027869" y="899405"/>
                    <a:pt x="2023123" y="886770"/>
                  </a:cubicBezTo>
                  <a:cubicBezTo>
                    <a:pt x="2021639" y="893438"/>
                    <a:pt x="2016009" y="898700"/>
                    <a:pt x="2015124" y="902268"/>
                  </a:cubicBezTo>
                  <a:cubicBezTo>
                    <a:pt x="2013817" y="915392"/>
                    <a:pt x="2009950" y="918286"/>
                    <a:pt x="2007100" y="934102"/>
                  </a:cubicBezTo>
                  <a:cubicBezTo>
                    <a:pt x="2001210" y="892773"/>
                    <a:pt x="2004539" y="840941"/>
                    <a:pt x="1999051" y="788384"/>
                  </a:cubicBezTo>
                  <a:cubicBezTo>
                    <a:pt x="2004738" y="842107"/>
                    <a:pt x="1989824" y="856759"/>
                    <a:pt x="1990976" y="910439"/>
                  </a:cubicBezTo>
                  <a:cubicBezTo>
                    <a:pt x="1991234" y="987698"/>
                    <a:pt x="1974454" y="1042669"/>
                    <a:pt x="1982869" y="1109081"/>
                  </a:cubicBezTo>
                  <a:cubicBezTo>
                    <a:pt x="1973618" y="1094194"/>
                    <a:pt x="1982025" y="1070316"/>
                    <a:pt x="1974743" y="1047208"/>
                  </a:cubicBezTo>
                  <a:cubicBezTo>
                    <a:pt x="1948180" y="985212"/>
                    <a:pt x="1974894" y="898721"/>
                    <a:pt x="1966586" y="793797"/>
                  </a:cubicBezTo>
                  <a:cubicBezTo>
                    <a:pt x="1958584" y="767988"/>
                    <a:pt x="1967450" y="757125"/>
                    <a:pt x="1958402" y="733998"/>
                  </a:cubicBezTo>
                  <a:cubicBezTo>
                    <a:pt x="1957338" y="769117"/>
                    <a:pt x="1952793" y="812893"/>
                    <a:pt x="1950187" y="863337"/>
                  </a:cubicBezTo>
                  <a:cubicBezTo>
                    <a:pt x="1942681" y="838486"/>
                    <a:pt x="1950842" y="823674"/>
                    <a:pt x="1941952" y="808478"/>
                  </a:cubicBezTo>
                  <a:cubicBezTo>
                    <a:pt x="1934943" y="793040"/>
                    <a:pt x="1942775" y="767915"/>
                    <a:pt x="1933679" y="737368"/>
                  </a:cubicBezTo>
                  <a:cubicBezTo>
                    <a:pt x="1933651" y="752180"/>
                    <a:pt x="1925414" y="762165"/>
                    <a:pt x="1925388" y="772891"/>
                  </a:cubicBezTo>
                  <a:cubicBezTo>
                    <a:pt x="1920694" y="750155"/>
                    <a:pt x="1926460" y="732893"/>
                    <a:pt x="1917064" y="714822"/>
                  </a:cubicBezTo>
                  <a:cubicBezTo>
                    <a:pt x="1913951" y="706042"/>
                    <a:pt x="1912456" y="696169"/>
                    <a:pt x="1908708" y="683825"/>
                  </a:cubicBezTo>
                  <a:cubicBezTo>
                    <a:pt x="1909215" y="694941"/>
                    <a:pt x="1900607" y="708283"/>
                    <a:pt x="1900327" y="724065"/>
                  </a:cubicBezTo>
                  <a:cubicBezTo>
                    <a:pt x="1901581" y="743557"/>
                    <a:pt x="1891877" y="765483"/>
                    <a:pt x="1891913" y="784298"/>
                  </a:cubicBezTo>
                  <a:cubicBezTo>
                    <a:pt x="1878099" y="710736"/>
                    <a:pt x="1889750" y="632572"/>
                    <a:pt x="1883475" y="591210"/>
                  </a:cubicBezTo>
                  <a:cubicBezTo>
                    <a:pt x="1884358" y="620472"/>
                    <a:pt x="1866246" y="659170"/>
                    <a:pt x="1866502" y="683870"/>
                  </a:cubicBezTo>
                  <a:cubicBezTo>
                    <a:pt x="1868357" y="751821"/>
                    <a:pt x="1856856" y="795339"/>
                    <a:pt x="1857974" y="865603"/>
                  </a:cubicBezTo>
                  <a:cubicBezTo>
                    <a:pt x="1849364" y="688295"/>
                    <a:pt x="1879997" y="631044"/>
                    <a:pt x="1840815" y="473778"/>
                  </a:cubicBezTo>
                  <a:cubicBezTo>
                    <a:pt x="1843170" y="502535"/>
                    <a:pt x="1827959" y="523306"/>
                    <a:pt x="1832191" y="541508"/>
                  </a:cubicBezTo>
                  <a:cubicBezTo>
                    <a:pt x="1828771" y="613514"/>
                    <a:pt x="1821616" y="680215"/>
                    <a:pt x="1823536" y="718416"/>
                  </a:cubicBezTo>
                  <a:cubicBezTo>
                    <a:pt x="1798371" y="617187"/>
                    <a:pt x="1826711" y="553739"/>
                    <a:pt x="1814848" y="480114"/>
                  </a:cubicBezTo>
                  <a:cubicBezTo>
                    <a:pt x="1813215" y="485103"/>
                    <a:pt x="1807127" y="489540"/>
                    <a:pt x="1806128" y="493483"/>
                  </a:cubicBezTo>
                  <a:cubicBezTo>
                    <a:pt x="1818006" y="538538"/>
                    <a:pt x="1791947" y="570019"/>
                    <a:pt x="1797370" y="645372"/>
                  </a:cubicBezTo>
                  <a:cubicBezTo>
                    <a:pt x="1790718" y="616144"/>
                    <a:pt x="1799052" y="592985"/>
                    <a:pt x="1788587" y="548716"/>
                  </a:cubicBezTo>
                  <a:cubicBezTo>
                    <a:pt x="1783723" y="537648"/>
                    <a:pt x="1782959" y="529985"/>
                    <a:pt x="1779765" y="523318"/>
                  </a:cubicBezTo>
                  <a:cubicBezTo>
                    <a:pt x="1774281" y="499213"/>
                    <a:pt x="1779291" y="471809"/>
                    <a:pt x="1770912" y="455255"/>
                  </a:cubicBezTo>
                  <a:cubicBezTo>
                    <a:pt x="1775706" y="556530"/>
                    <a:pt x="1749315" y="599414"/>
                    <a:pt x="1762026" y="661694"/>
                  </a:cubicBezTo>
                  <a:cubicBezTo>
                    <a:pt x="1766068" y="679832"/>
                    <a:pt x="1753883" y="709825"/>
                    <a:pt x="1753108" y="724397"/>
                  </a:cubicBezTo>
                  <a:cubicBezTo>
                    <a:pt x="1746300" y="659224"/>
                    <a:pt x="1756310" y="594453"/>
                    <a:pt x="1744153" y="499180"/>
                  </a:cubicBezTo>
                  <a:cubicBezTo>
                    <a:pt x="1756913" y="573300"/>
                    <a:pt x="1724824" y="608962"/>
                    <a:pt x="1735159" y="653045"/>
                  </a:cubicBezTo>
                  <a:cubicBezTo>
                    <a:pt x="1734493" y="657562"/>
                    <a:pt x="1728246" y="661905"/>
                    <a:pt x="1726133" y="666865"/>
                  </a:cubicBezTo>
                  <a:cubicBezTo>
                    <a:pt x="1730184" y="707447"/>
                    <a:pt x="1717474" y="765522"/>
                    <a:pt x="1717075" y="856826"/>
                  </a:cubicBezTo>
                  <a:cubicBezTo>
                    <a:pt x="1690834" y="748625"/>
                    <a:pt x="1739183" y="708313"/>
                    <a:pt x="1707972" y="597899"/>
                  </a:cubicBezTo>
                  <a:cubicBezTo>
                    <a:pt x="1708462" y="616327"/>
                    <a:pt x="1698056" y="637197"/>
                    <a:pt x="1698838" y="668486"/>
                  </a:cubicBezTo>
                  <a:cubicBezTo>
                    <a:pt x="1695063" y="663662"/>
                    <a:pt x="1694015" y="659650"/>
                    <a:pt x="1689671" y="652981"/>
                  </a:cubicBezTo>
                  <a:cubicBezTo>
                    <a:pt x="1691681" y="682660"/>
                    <a:pt x="1683939" y="692037"/>
                    <a:pt x="1680460" y="719610"/>
                  </a:cubicBezTo>
                  <a:cubicBezTo>
                    <a:pt x="1679189" y="732788"/>
                    <a:pt x="1672623" y="734165"/>
                    <a:pt x="1671217" y="748712"/>
                  </a:cubicBezTo>
                  <a:cubicBezTo>
                    <a:pt x="1660412" y="719639"/>
                    <a:pt x="1674524" y="708245"/>
                    <a:pt x="1661929" y="673791"/>
                  </a:cubicBezTo>
                  <a:cubicBezTo>
                    <a:pt x="1660059" y="698457"/>
                    <a:pt x="1655060" y="719936"/>
                    <a:pt x="1652610" y="751367"/>
                  </a:cubicBezTo>
                  <a:cubicBezTo>
                    <a:pt x="1644486" y="705873"/>
                    <a:pt x="1654005" y="648270"/>
                    <a:pt x="1643245" y="618281"/>
                  </a:cubicBezTo>
                  <a:cubicBezTo>
                    <a:pt x="1638518" y="609857"/>
                    <a:pt x="1639513" y="605093"/>
                    <a:pt x="1633849" y="598116"/>
                  </a:cubicBezTo>
                  <a:cubicBezTo>
                    <a:pt x="1632326" y="602267"/>
                    <a:pt x="1626008" y="609489"/>
                    <a:pt x="1624408" y="616602"/>
                  </a:cubicBezTo>
                  <a:cubicBezTo>
                    <a:pt x="1622297" y="616347"/>
                    <a:pt x="1619127" y="615658"/>
                    <a:pt x="1614923" y="615358"/>
                  </a:cubicBezTo>
                  <a:cubicBezTo>
                    <a:pt x="1609623" y="612053"/>
                    <a:pt x="1608870" y="606676"/>
                    <a:pt x="1605405" y="605336"/>
                  </a:cubicBezTo>
                  <a:cubicBezTo>
                    <a:pt x="1605681" y="621889"/>
                    <a:pt x="1592055" y="656323"/>
                    <a:pt x="1595843" y="670778"/>
                  </a:cubicBezTo>
                  <a:cubicBezTo>
                    <a:pt x="1593914" y="679690"/>
                    <a:pt x="1587782" y="695426"/>
                    <a:pt x="1586242" y="707916"/>
                  </a:cubicBezTo>
                  <a:cubicBezTo>
                    <a:pt x="1588029" y="722295"/>
                    <a:pt x="1574228" y="749297"/>
                    <a:pt x="1576597" y="767676"/>
                  </a:cubicBezTo>
                  <a:cubicBezTo>
                    <a:pt x="1547613" y="701593"/>
                    <a:pt x="1585944" y="565929"/>
                    <a:pt x="1566907" y="510290"/>
                  </a:cubicBezTo>
                  <a:cubicBezTo>
                    <a:pt x="1564701" y="581256"/>
                    <a:pt x="1542668" y="625408"/>
                    <a:pt x="1557179" y="671678"/>
                  </a:cubicBezTo>
                  <a:cubicBezTo>
                    <a:pt x="1542850" y="565905"/>
                    <a:pt x="1572997" y="471194"/>
                    <a:pt x="1547400" y="417160"/>
                  </a:cubicBezTo>
                  <a:cubicBezTo>
                    <a:pt x="1546913" y="446406"/>
                    <a:pt x="1537495" y="464686"/>
                    <a:pt x="1537583" y="481930"/>
                  </a:cubicBezTo>
                  <a:cubicBezTo>
                    <a:pt x="1536531" y="499477"/>
                    <a:pt x="1532131" y="525706"/>
                    <a:pt x="1527720" y="561329"/>
                  </a:cubicBezTo>
                  <a:cubicBezTo>
                    <a:pt x="1524351" y="539489"/>
                    <a:pt x="1529624" y="512569"/>
                    <a:pt x="1517813" y="470990"/>
                  </a:cubicBezTo>
                  <a:cubicBezTo>
                    <a:pt x="1517892" y="542106"/>
                    <a:pt x="1502657" y="569917"/>
                    <a:pt x="1507862" y="649259"/>
                  </a:cubicBezTo>
                  <a:cubicBezTo>
                    <a:pt x="1491105" y="610240"/>
                    <a:pt x="1513408" y="563688"/>
                    <a:pt x="1497865" y="537530"/>
                  </a:cubicBezTo>
                  <a:cubicBezTo>
                    <a:pt x="1464542" y="465178"/>
                    <a:pt x="1525188" y="354026"/>
                    <a:pt x="1487825" y="254845"/>
                  </a:cubicBezTo>
                  <a:cubicBezTo>
                    <a:pt x="1490544" y="310921"/>
                    <a:pt x="1476775" y="326546"/>
                    <a:pt x="1477733" y="374663"/>
                  </a:cubicBezTo>
                  <a:cubicBezTo>
                    <a:pt x="1473249" y="404192"/>
                    <a:pt x="1471198" y="408590"/>
                    <a:pt x="1467589" y="439197"/>
                  </a:cubicBezTo>
                  <a:cubicBezTo>
                    <a:pt x="1463757" y="438987"/>
                    <a:pt x="1461033" y="437251"/>
                    <a:pt x="1457402" y="436199"/>
                  </a:cubicBezTo>
                  <a:cubicBezTo>
                    <a:pt x="1448597" y="416302"/>
                    <a:pt x="1451925" y="390690"/>
                    <a:pt x="1447169" y="373202"/>
                  </a:cubicBezTo>
                  <a:cubicBezTo>
                    <a:pt x="1444501" y="390337"/>
                    <a:pt x="1438920" y="403716"/>
                    <a:pt x="1436886" y="411546"/>
                  </a:cubicBezTo>
                  <a:cubicBezTo>
                    <a:pt x="1428315" y="392345"/>
                    <a:pt x="1434801" y="374304"/>
                    <a:pt x="1426551" y="361104"/>
                  </a:cubicBezTo>
                  <a:cubicBezTo>
                    <a:pt x="1423133" y="374906"/>
                    <a:pt x="1417846" y="378134"/>
                    <a:pt x="1416165" y="390256"/>
                  </a:cubicBezTo>
                  <a:cubicBezTo>
                    <a:pt x="1446535" y="568243"/>
                    <a:pt x="1385816" y="643068"/>
                    <a:pt x="1405729" y="758382"/>
                  </a:cubicBezTo>
                  <a:cubicBezTo>
                    <a:pt x="1366880" y="631717"/>
                    <a:pt x="1413942" y="533569"/>
                    <a:pt x="1395247" y="445593"/>
                  </a:cubicBezTo>
                  <a:cubicBezTo>
                    <a:pt x="1400334" y="539922"/>
                    <a:pt x="1371969" y="612479"/>
                    <a:pt x="1384708" y="677327"/>
                  </a:cubicBezTo>
                  <a:cubicBezTo>
                    <a:pt x="1372484" y="630061"/>
                    <a:pt x="1388159" y="581515"/>
                    <a:pt x="1374112" y="557506"/>
                  </a:cubicBezTo>
                  <a:cubicBezTo>
                    <a:pt x="1369534" y="556530"/>
                    <a:pt x="1367740" y="555526"/>
                    <a:pt x="1363471" y="554391"/>
                  </a:cubicBezTo>
                  <a:cubicBezTo>
                    <a:pt x="1365370" y="594663"/>
                    <a:pt x="1354974" y="604972"/>
                    <a:pt x="1352773" y="639914"/>
                  </a:cubicBezTo>
                  <a:cubicBezTo>
                    <a:pt x="1343377" y="524856"/>
                    <a:pt x="1377543" y="404257"/>
                    <a:pt x="1342017" y="307088"/>
                  </a:cubicBezTo>
                  <a:cubicBezTo>
                    <a:pt x="1341011" y="460990"/>
                    <a:pt x="1316167" y="508520"/>
                    <a:pt x="1331210" y="629593"/>
                  </a:cubicBezTo>
                  <a:cubicBezTo>
                    <a:pt x="1322452" y="687616"/>
                    <a:pt x="1311710" y="719148"/>
                    <a:pt x="1309424" y="749260"/>
                  </a:cubicBezTo>
                  <a:cubicBezTo>
                    <a:pt x="1307171" y="755527"/>
                    <a:pt x="1299415" y="760864"/>
                    <a:pt x="1298444" y="766572"/>
                  </a:cubicBezTo>
                  <a:cubicBezTo>
                    <a:pt x="1305820" y="832417"/>
                    <a:pt x="1270697" y="894773"/>
                    <a:pt x="1287414" y="951848"/>
                  </a:cubicBezTo>
                  <a:cubicBezTo>
                    <a:pt x="1286339" y="968358"/>
                    <a:pt x="1280611" y="973364"/>
                    <a:pt x="1276320" y="990894"/>
                  </a:cubicBezTo>
                  <a:cubicBezTo>
                    <a:pt x="1300676" y="1073618"/>
                    <a:pt x="1269898" y="1114469"/>
                    <a:pt x="1265168" y="1230249"/>
                  </a:cubicBezTo>
                  <a:cubicBezTo>
                    <a:pt x="1214004" y="1043861"/>
                    <a:pt x="1263611" y="990954"/>
                    <a:pt x="1253953" y="836169"/>
                  </a:cubicBezTo>
                  <a:cubicBezTo>
                    <a:pt x="1252212" y="847505"/>
                    <a:pt x="1244991" y="853157"/>
                    <a:pt x="1242680" y="868335"/>
                  </a:cubicBezTo>
                  <a:cubicBezTo>
                    <a:pt x="1235559" y="810464"/>
                    <a:pt x="1244311" y="790833"/>
                    <a:pt x="1231350" y="737828"/>
                  </a:cubicBezTo>
                  <a:cubicBezTo>
                    <a:pt x="1229533" y="745834"/>
                    <a:pt x="1224841" y="752823"/>
                    <a:pt x="1219949" y="765704"/>
                  </a:cubicBezTo>
                  <a:cubicBezTo>
                    <a:pt x="1228925" y="819249"/>
                    <a:pt x="1208738" y="846256"/>
                    <a:pt x="1208491" y="902524"/>
                  </a:cubicBezTo>
                  <a:cubicBezTo>
                    <a:pt x="1203893" y="902084"/>
                    <a:pt x="1201772" y="899720"/>
                    <a:pt x="1196969" y="899128"/>
                  </a:cubicBezTo>
                  <a:cubicBezTo>
                    <a:pt x="1185230" y="875028"/>
                    <a:pt x="1190448" y="824663"/>
                    <a:pt x="1185383" y="800882"/>
                  </a:cubicBezTo>
                  <a:cubicBezTo>
                    <a:pt x="1197335" y="870500"/>
                    <a:pt x="1175255" y="959756"/>
                    <a:pt x="1173740" y="1006751"/>
                  </a:cubicBezTo>
                  <a:cubicBezTo>
                    <a:pt x="1165659" y="984223"/>
                    <a:pt x="1170047" y="977965"/>
                    <a:pt x="1162020" y="950111"/>
                  </a:cubicBezTo>
                  <a:cubicBezTo>
                    <a:pt x="1164933" y="1006258"/>
                    <a:pt x="1150632" y="1039054"/>
                    <a:pt x="1150243" y="1070475"/>
                  </a:cubicBezTo>
                  <a:cubicBezTo>
                    <a:pt x="1153898" y="1097726"/>
                    <a:pt x="1137519" y="1106188"/>
                    <a:pt x="1138396" y="1140117"/>
                  </a:cubicBezTo>
                  <a:cubicBezTo>
                    <a:pt x="1124867" y="1107974"/>
                    <a:pt x="1141675" y="1090959"/>
                    <a:pt x="1126485" y="1045485"/>
                  </a:cubicBezTo>
                  <a:cubicBezTo>
                    <a:pt x="1126530" y="1059652"/>
                    <a:pt x="1115680" y="1073673"/>
                    <a:pt x="1114503" y="1082386"/>
                  </a:cubicBezTo>
                  <a:cubicBezTo>
                    <a:pt x="1109185" y="1080957"/>
                    <a:pt x="1106335" y="1079921"/>
                    <a:pt x="1102451" y="1078914"/>
                  </a:cubicBezTo>
                  <a:cubicBezTo>
                    <a:pt x="1097004" y="1069080"/>
                    <a:pt x="1094983" y="1055062"/>
                    <a:pt x="1090336" y="1048887"/>
                  </a:cubicBezTo>
                  <a:cubicBezTo>
                    <a:pt x="1091173" y="1060912"/>
                    <a:pt x="1078542" y="1072139"/>
                    <a:pt x="1078144" y="1089389"/>
                  </a:cubicBezTo>
                  <a:cubicBezTo>
                    <a:pt x="1060971" y="1038028"/>
                    <a:pt x="1080081" y="1011663"/>
                    <a:pt x="1065888" y="981211"/>
                  </a:cubicBezTo>
                  <a:cubicBezTo>
                    <a:pt x="1060654" y="979105"/>
                    <a:pt x="1059800" y="976697"/>
                    <a:pt x="1053562" y="973564"/>
                  </a:cubicBezTo>
                  <a:cubicBezTo>
                    <a:pt x="1047360" y="949430"/>
                    <a:pt x="1045527" y="918322"/>
                    <a:pt x="1041165" y="901611"/>
                  </a:cubicBezTo>
                  <a:cubicBezTo>
                    <a:pt x="1036207" y="898447"/>
                    <a:pt x="1033315" y="892719"/>
                    <a:pt x="1028692" y="888500"/>
                  </a:cubicBezTo>
                  <a:cubicBezTo>
                    <a:pt x="1018362" y="863024"/>
                    <a:pt x="1024203" y="839633"/>
                    <a:pt x="1016149" y="813164"/>
                  </a:cubicBezTo>
                  <a:cubicBezTo>
                    <a:pt x="1013388" y="825263"/>
                    <a:pt x="1005094" y="833887"/>
                    <a:pt x="1003536" y="840912"/>
                  </a:cubicBezTo>
                  <a:cubicBezTo>
                    <a:pt x="999694" y="813578"/>
                    <a:pt x="1003892" y="777404"/>
                    <a:pt x="990852" y="741486"/>
                  </a:cubicBezTo>
                  <a:cubicBezTo>
                    <a:pt x="982642" y="667186"/>
                    <a:pt x="990362" y="606075"/>
                    <a:pt x="965261" y="487856"/>
                  </a:cubicBezTo>
                  <a:cubicBezTo>
                    <a:pt x="968744" y="503592"/>
                    <a:pt x="953127" y="522985"/>
                    <a:pt x="952361" y="546520"/>
                  </a:cubicBezTo>
                  <a:cubicBezTo>
                    <a:pt x="948177" y="544046"/>
                    <a:pt x="943376" y="539437"/>
                    <a:pt x="939383" y="536812"/>
                  </a:cubicBezTo>
                  <a:cubicBezTo>
                    <a:pt x="929221" y="470439"/>
                    <a:pt x="959143" y="381225"/>
                    <a:pt x="926336" y="294418"/>
                  </a:cubicBezTo>
                  <a:cubicBezTo>
                    <a:pt x="937678" y="394706"/>
                    <a:pt x="904528" y="487519"/>
                    <a:pt x="913212" y="560614"/>
                  </a:cubicBezTo>
                  <a:cubicBezTo>
                    <a:pt x="911602" y="599904"/>
                    <a:pt x="896572" y="632017"/>
                    <a:pt x="900017" y="696822"/>
                  </a:cubicBezTo>
                  <a:cubicBezTo>
                    <a:pt x="870398" y="592949"/>
                    <a:pt x="904148" y="533081"/>
                    <a:pt x="886753" y="483542"/>
                  </a:cubicBezTo>
                  <a:cubicBezTo>
                    <a:pt x="898214" y="568974"/>
                    <a:pt x="864386" y="597490"/>
                    <a:pt x="873418" y="666335"/>
                  </a:cubicBezTo>
                  <a:cubicBezTo>
                    <a:pt x="859821" y="626166"/>
                    <a:pt x="874016" y="585951"/>
                    <a:pt x="860007" y="549795"/>
                  </a:cubicBezTo>
                  <a:cubicBezTo>
                    <a:pt x="853563" y="549424"/>
                    <a:pt x="849532" y="546156"/>
                    <a:pt x="846532" y="546603"/>
                  </a:cubicBezTo>
                  <a:cubicBezTo>
                    <a:pt x="833020" y="515926"/>
                    <a:pt x="846402" y="458916"/>
                    <a:pt x="832986" y="436350"/>
                  </a:cubicBezTo>
                  <a:cubicBezTo>
                    <a:pt x="828835" y="442177"/>
                    <a:pt x="824481" y="445965"/>
                    <a:pt x="819371" y="452364"/>
                  </a:cubicBezTo>
                  <a:cubicBezTo>
                    <a:pt x="825826" y="500935"/>
                    <a:pt x="802958" y="526013"/>
                    <a:pt x="805691" y="557997"/>
                  </a:cubicBezTo>
                  <a:cubicBezTo>
                    <a:pt x="802900" y="559210"/>
                    <a:pt x="797978" y="559431"/>
                    <a:pt x="791948" y="560997"/>
                  </a:cubicBezTo>
                  <a:cubicBezTo>
                    <a:pt x="793988" y="609421"/>
                    <a:pt x="768286" y="649178"/>
                    <a:pt x="778147" y="734011"/>
                  </a:cubicBezTo>
                  <a:cubicBezTo>
                    <a:pt x="771419" y="751279"/>
                    <a:pt x="766354" y="751768"/>
                    <a:pt x="764276" y="769234"/>
                  </a:cubicBezTo>
                  <a:cubicBezTo>
                    <a:pt x="769444" y="823150"/>
                    <a:pt x="748660" y="851855"/>
                    <a:pt x="750354" y="888863"/>
                  </a:cubicBezTo>
                  <a:cubicBezTo>
                    <a:pt x="753901" y="908585"/>
                    <a:pt x="737577" y="932664"/>
                    <a:pt x="736375" y="972734"/>
                  </a:cubicBezTo>
                  <a:cubicBezTo>
                    <a:pt x="729882" y="976440"/>
                    <a:pt x="726667" y="975296"/>
                    <a:pt x="722344" y="976864"/>
                  </a:cubicBezTo>
                  <a:cubicBezTo>
                    <a:pt x="731602" y="1026945"/>
                    <a:pt x="711175" y="1111554"/>
                    <a:pt x="708263" y="1147949"/>
                  </a:cubicBezTo>
                  <a:cubicBezTo>
                    <a:pt x="711684" y="1176090"/>
                    <a:pt x="694539" y="1201920"/>
                    <a:pt x="694137" y="1230581"/>
                  </a:cubicBezTo>
                  <a:cubicBezTo>
                    <a:pt x="685229" y="1219920"/>
                    <a:pt x="684978" y="1209012"/>
                    <a:pt x="679972" y="1200344"/>
                  </a:cubicBezTo>
                  <a:cubicBezTo>
                    <a:pt x="668496" y="1169182"/>
                    <a:pt x="677666" y="1147477"/>
                    <a:pt x="665769" y="1123769"/>
                  </a:cubicBezTo>
                  <a:cubicBezTo>
                    <a:pt x="659814" y="1118262"/>
                    <a:pt x="657700" y="1103443"/>
                    <a:pt x="651534" y="1097094"/>
                  </a:cubicBezTo>
                  <a:cubicBezTo>
                    <a:pt x="641730" y="1057884"/>
                    <a:pt x="647784" y="1025858"/>
                    <a:pt x="637280" y="964104"/>
                  </a:cubicBezTo>
                  <a:cubicBezTo>
                    <a:pt x="631695" y="968367"/>
                    <a:pt x="629017" y="968647"/>
                    <a:pt x="623001" y="972810"/>
                  </a:cubicBezTo>
                  <a:cubicBezTo>
                    <a:pt x="618640" y="972064"/>
                    <a:pt x="613083" y="966612"/>
                    <a:pt x="608709" y="965431"/>
                  </a:cubicBezTo>
                  <a:cubicBezTo>
                    <a:pt x="600412" y="951129"/>
                    <a:pt x="601705" y="926243"/>
                    <a:pt x="594410" y="916420"/>
                  </a:cubicBezTo>
                  <a:cubicBezTo>
                    <a:pt x="588810" y="929998"/>
                    <a:pt x="585462" y="932686"/>
                    <a:pt x="580111" y="945784"/>
                  </a:cubicBezTo>
                  <a:cubicBezTo>
                    <a:pt x="572372" y="886243"/>
                    <a:pt x="581440" y="851923"/>
                    <a:pt x="565819" y="822649"/>
                  </a:cubicBezTo>
                  <a:cubicBezTo>
                    <a:pt x="557980" y="802239"/>
                    <a:pt x="559924" y="793515"/>
                    <a:pt x="551546" y="780998"/>
                  </a:cubicBezTo>
                  <a:cubicBezTo>
                    <a:pt x="555991" y="819183"/>
                    <a:pt x="530370" y="864129"/>
                    <a:pt x="537299" y="912137"/>
                  </a:cubicBezTo>
                  <a:cubicBezTo>
                    <a:pt x="511607" y="837715"/>
                    <a:pt x="533853" y="802349"/>
                    <a:pt x="523089" y="718129"/>
                  </a:cubicBezTo>
                  <a:cubicBezTo>
                    <a:pt x="519440" y="729510"/>
                    <a:pt x="512876" y="736452"/>
                    <a:pt x="508918" y="748756"/>
                  </a:cubicBezTo>
                  <a:cubicBezTo>
                    <a:pt x="511966" y="784480"/>
                    <a:pt x="488958" y="811993"/>
                    <a:pt x="494805" y="843925"/>
                  </a:cubicBezTo>
                  <a:cubicBezTo>
                    <a:pt x="490572" y="854785"/>
                    <a:pt x="480683" y="864399"/>
                    <a:pt x="480762" y="872860"/>
                  </a:cubicBezTo>
                  <a:cubicBezTo>
                    <a:pt x="473816" y="848337"/>
                    <a:pt x="473527" y="841438"/>
                    <a:pt x="466788" y="819234"/>
                  </a:cubicBezTo>
                  <a:cubicBezTo>
                    <a:pt x="465398" y="838370"/>
                    <a:pt x="451893" y="865634"/>
                    <a:pt x="452904" y="878682"/>
                  </a:cubicBezTo>
                  <a:cubicBezTo>
                    <a:pt x="449196" y="962504"/>
                    <a:pt x="413465" y="1036188"/>
                    <a:pt x="439118" y="1180396"/>
                  </a:cubicBezTo>
                  <a:cubicBezTo>
                    <a:pt x="437088" y="1185824"/>
                    <a:pt x="429918" y="1189065"/>
                    <a:pt x="425440" y="1199890"/>
                  </a:cubicBezTo>
                  <a:cubicBezTo>
                    <a:pt x="420006" y="1179437"/>
                    <a:pt x="417681" y="1145839"/>
                    <a:pt x="411886" y="1111801"/>
                  </a:cubicBezTo>
                  <a:cubicBezTo>
                    <a:pt x="408360" y="1118965"/>
                    <a:pt x="402899" y="1121466"/>
                    <a:pt x="398462" y="1127887"/>
                  </a:cubicBezTo>
                  <a:cubicBezTo>
                    <a:pt x="392224" y="1113871"/>
                    <a:pt x="389464" y="1088910"/>
                    <a:pt x="385182" y="1079137"/>
                  </a:cubicBezTo>
                  <a:cubicBezTo>
                    <a:pt x="381363" y="1080395"/>
                    <a:pt x="376877" y="1079640"/>
                    <a:pt x="372056" y="1082508"/>
                  </a:cubicBezTo>
                  <a:cubicBezTo>
                    <a:pt x="351553" y="1050770"/>
                    <a:pt x="364248" y="994586"/>
                    <a:pt x="346309" y="975594"/>
                  </a:cubicBezTo>
                  <a:cubicBezTo>
                    <a:pt x="340472" y="969221"/>
                    <a:pt x="340651" y="961805"/>
                    <a:pt x="333707" y="954644"/>
                  </a:cubicBezTo>
                  <a:cubicBezTo>
                    <a:pt x="332095" y="964186"/>
                    <a:pt x="321822" y="979675"/>
                    <a:pt x="321298" y="987703"/>
                  </a:cubicBezTo>
                  <a:cubicBezTo>
                    <a:pt x="316291" y="971499"/>
                    <a:pt x="316770" y="936437"/>
                    <a:pt x="309089" y="916229"/>
                  </a:cubicBezTo>
                  <a:cubicBezTo>
                    <a:pt x="306286" y="941270"/>
                    <a:pt x="294679" y="955680"/>
                    <a:pt x="297093" y="968489"/>
                  </a:cubicBezTo>
                  <a:cubicBezTo>
                    <a:pt x="288447" y="945941"/>
                    <a:pt x="290698" y="900353"/>
                    <a:pt x="285311" y="880559"/>
                  </a:cubicBezTo>
                  <a:cubicBezTo>
                    <a:pt x="287010" y="920131"/>
                    <a:pt x="276761" y="962751"/>
                    <a:pt x="273750" y="995184"/>
                  </a:cubicBezTo>
                  <a:cubicBezTo>
                    <a:pt x="259200" y="965754"/>
                    <a:pt x="270502" y="942051"/>
                    <a:pt x="262415" y="903002"/>
                  </a:cubicBezTo>
                  <a:cubicBezTo>
                    <a:pt x="260191" y="922508"/>
                    <a:pt x="256314" y="922890"/>
                    <a:pt x="251311" y="940798"/>
                  </a:cubicBezTo>
                  <a:cubicBezTo>
                    <a:pt x="245088" y="927662"/>
                    <a:pt x="250445" y="918031"/>
                    <a:pt x="240443" y="898107"/>
                  </a:cubicBezTo>
                  <a:cubicBezTo>
                    <a:pt x="231431" y="881574"/>
                    <a:pt x="239665" y="842530"/>
                    <a:pt x="229812" y="828937"/>
                  </a:cubicBezTo>
                  <a:cubicBezTo>
                    <a:pt x="225183" y="823478"/>
                    <a:pt x="222110" y="810996"/>
                    <a:pt x="219416" y="805887"/>
                  </a:cubicBezTo>
                  <a:cubicBezTo>
                    <a:pt x="210083" y="785852"/>
                    <a:pt x="213204" y="774295"/>
                    <a:pt x="209260" y="758172"/>
                  </a:cubicBezTo>
                  <a:cubicBezTo>
                    <a:pt x="205413" y="767342"/>
                    <a:pt x="193107" y="780221"/>
                    <a:pt x="189663" y="794761"/>
                  </a:cubicBezTo>
                  <a:cubicBezTo>
                    <a:pt x="177177" y="765797"/>
                    <a:pt x="195517" y="742989"/>
                    <a:pt x="180222" y="695921"/>
                  </a:cubicBezTo>
                  <a:cubicBezTo>
                    <a:pt x="167493" y="621597"/>
                    <a:pt x="192305" y="560809"/>
                    <a:pt x="171013" y="522241"/>
                  </a:cubicBezTo>
                  <a:cubicBezTo>
                    <a:pt x="164969" y="502545"/>
                    <a:pt x="165279" y="485515"/>
                    <a:pt x="162033" y="468152"/>
                  </a:cubicBezTo>
                  <a:cubicBezTo>
                    <a:pt x="182995" y="535031"/>
                    <a:pt x="146338" y="644123"/>
                    <a:pt x="153289" y="733513"/>
                  </a:cubicBezTo>
                  <a:cubicBezTo>
                    <a:pt x="138274" y="659530"/>
                    <a:pt x="158746" y="638405"/>
                    <a:pt x="144768" y="582439"/>
                  </a:cubicBezTo>
                  <a:cubicBezTo>
                    <a:pt x="116608" y="476359"/>
                    <a:pt x="151530" y="446487"/>
                    <a:pt x="136466" y="362095"/>
                  </a:cubicBezTo>
                  <a:cubicBezTo>
                    <a:pt x="144635" y="439315"/>
                    <a:pt x="130661" y="480270"/>
                    <a:pt x="128382" y="542020"/>
                  </a:cubicBezTo>
                  <a:cubicBezTo>
                    <a:pt x="120961" y="465212"/>
                    <a:pt x="128892" y="452662"/>
                    <a:pt x="120511" y="369861"/>
                  </a:cubicBezTo>
                  <a:cubicBezTo>
                    <a:pt x="101313" y="284375"/>
                    <a:pt x="124223" y="213428"/>
                    <a:pt x="112847" y="151618"/>
                  </a:cubicBezTo>
                  <a:cubicBezTo>
                    <a:pt x="98688" y="121592"/>
                    <a:pt x="120460" y="88678"/>
                    <a:pt x="105387" y="39753"/>
                  </a:cubicBezTo>
                  <a:cubicBezTo>
                    <a:pt x="111152" y="153340"/>
                    <a:pt x="83028" y="306954"/>
                    <a:pt x="98125" y="455895"/>
                  </a:cubicBezTo>
                  <a:cubicBezTo>
                    <a:pt x="98585" y="480734"/>
                    <a:pt x="92881" y="480715"/>
                    <a:pt x="91054" y="504586"/>
                  </a:cubicBezTo>
                  <a:cubicBezTo>
                    <a:pt x="87782" y="501850"/>
                    <a:pt x="87238" y="494948"/>
                    <a:pt x="84168" y="492698"/>
                  </a:cubicBezTo>
                  <a:cubicBezTo>
                    <a:pt x="74114" y="476094"/>
                    <a:pt x="85233" y="441289"/>
                    <a:pt x="77469" y="422185"/>
                  </a:cubicBezTo>
                  <a:cubicBezTo>
                    <a:pt x="73269" y="387899"/>
                    <a:pt x="77855" y="334946"/>
                    <a:pt x="70949" y="306995"/>
                  </a:cubicBezTo>
                  <a:cubicBezTo>
                    <a:pt x="68127" y="295655"/>
                    <a:pt x="69392" y="281895"/>
                    <a:pt x="64595" y="275929"/>
                  </a:cubicBezTo>
                  <a:cubicBezTo>
                    <a:pt x="52276" y="168593"/>
                    <a:pt x="78627" y="134735"/>
                    <a:pt x="58412" y="27114"/>
                  </a:cubicBezTo>
                  <a:cubicBezTo>
                    <a:pt x="61030" y="111186"/>
                    <a:pt x="42136" y="152117"/>
                    <a:pt x="52391" y="197920"/>
                  </a:cubicBezTo>
                  <a:cubicBezTo>
                    <a:pt x="30861" y="151361"/>
                    <a:pt x="50683" y="68270"/>
                    <a:pt x="46522" y="0"/>
                  </a:cubicBezTo>
                  <a:cubicBezTo>
                    <a:pt x="52124" y="112370"/>
                    <a:pt x="22521" y="199708"/>
                    <a:pt x="40810" y="299141"/>
                  </a:cubicBezTo>
                  <a:cubicBezTo>
                    <a:pt x="37238" y="264621"/>
                    <a:pt x="38979" y="254438"/>
                    <a:pt x="35242" y="229421"/>
                  </a:cubicBezTo>
                  <a:cubicBezTo>
                    <a:pt x="33179" y="224497"/>
                    <a:pt x="32254" y="218181"/>
                    <a:pt x="29815" y="215321"/>
                  </a:cubicBezTo>
                  <a:cubicBezTo>
                    <a:pt x="27127" y="185969"/>
                    <a:pt x="29285" y="184552"/>
                    <a:pt x="24531" y="156459"/>
                  </a:cubicBezTo>
                  <a:cubicBezTo>
                    <a:pt x="29147" y="290521"/>
                    <a:pt x="6549" y="338163"/>
                    <a:pt x="19372" y="475422"/>
                  </a:cubicBezTo>
                  <a:cubicBezTo>
                    <a:pt x="20511" y="506217"/>
                    <a:pt x="10892" y="523598"/>
                    <a:pt x="14346" y="553586"/>
                  </a:cubicBezTo>
                  <a:cubicBezTo>
                    <a:pt x="27419" y="638982"/>
                    <a:pt x="-16228" y="675757"/>
                    <a:pt x="9449" y="793312"/>
                  </a:cubicBezTo>
                  <a:cubicBezTo>
                    <a:pt x="-21678" y="625407"/>
                    <a:pt x="20042" y="563839"/>
                    <a:pt x="4669" y="430268"/>
                  </a:cubicBezTo>
                  <a:cubicBezTo>
                    <a:pt x="4471" y="440543"/>
                    <a:pt x="266" y="452006"/>
                    <a:pt x="0" y="466765"/>
                  </a:cubicBezTo>
                  <a:lnTo>
                    <a:pt x="0" y="466765"/>
                  </a:lnTo>
                </a:path>
              </a:pathLst>
            </a:custGeom>
            <a:noFill/>
            <a:ln w="25468" cap="sq">
              <a:solidFill>
                <a:srgbClr val="E76F51"/>
              </a:solidFill>
              <a:prstDash val="solid"/>
              <a:round/>
              <a:extLst>
                <a:ext uri="{C807C97D-BFC1-408E-A445-0C87EB9F89A2}">
                  <ask:lineSketchStyleProps xmlns:ask="http://schemas.microsoft.com/office/drawing/2018/sketchyshapes" sd="3674314314">
                    <a:custGeom>
                      <a:avLst/>
                      <a:gdLst>
                        <a:gd name="connsiteX0" fmla="*/ 3238077 w 3238076"/>
                        <a:gd name="connsiteY0" fmla="*/ 762334 h 1930313"/>
                        <a:gd name="connsiteX1" fmla="*/ 3227570 w 3238076"/>
                        <a:gd name="connsiteY1" fmla="*/ 1930314 h 1930313"/>
                        <a:gd name="connsiteX2" fmla="*/ 3222298 w 3238076"/>
                        <a:gd name="connsiteY2" fmla="*/ 1672013 h 1930313"/>
                        <a:gd name="connsiteX3" fmla="*/ 3217025 w 3238076"/>
                        <a:gd name="connsiteY3" fmla="*/ 1196616 h 1930313"/>
                        <a:gd name="connsiteX4" fmla="*/ 3211740 w 3238076"/>
                        <a:gd name="connsiteY4" fmla="*/ 1085750 h 1930313"/>
                        <a:gd name="connsiteX5" fmla="*/ 3206448 w 3238076"/>
                        <a:gd name="connsiteY5" fmla="*/ 1288006 h 1930313"/>
                        <a:gd name="connsiteX6" fmla="*/ 3201143 w 3238076"/>
                        <a:gd name="connsiteY6" fmla="*/ 1790800 h 1930313"/>
                        <a:gd name="connsiteX7" fmla="*/ 3195832 w 3238076"/>
                        <a:gd name="connsiteY7" fmla="*/ 1176381 h 1930313"/>
                        <a:gd name="connsiteX8" fmla="*/ 3190515 w 3238076"/>
                        <a:gd name="connsiteY8" fmla="*/ 1729814 h 1930313"/>
                        <a:gd name="connsiteX9" fmla="*/ 3185185 w 3238076"/>
                        <a:gd name="connsiteY9" fmla="*/ 1761399 h 1930313"/>
                        <a:gd name="connsiteX10" fmla="*/ 3179848 w 3238076"/>
                        <a:gd name="connsiteY10" fmla="*/ 1166059 h 1930313"/>
                        <a:gd name="connsiteX11" fmla="*/ 3174506 w 3238076"/>
                        <a:gd name="connsiteY11" fmla="*/ 1047112 h 1930313"/>
                        <a:gd name="connsiteX12" fmla="*/ 3169150 w 3238076"/>
                        <a:gd name="connsiteY12" fmla="*/ 899326 h 1930313"/>
                        <a:gd name="connsiteX13" fmla="*/ 3163788 w 3238076"/>
                        <a:gd name="connsiteY13" fmla="*/ 1136211 h 1930313"/>
                        <a:gd name="connsiteX14" fmla="*/ 3158420 w 3238076"/>
                        <a:gd name="connsiteY14" fmla="*/ 1158214 h 1930313"/>
                        <a:gd name="connsiteX15" fmla="*/ 3153039 w 3238076"/>
                        <a:gd name="connsiteY15" fmla="*/ 933310 h 1930313"/>
                        <a:gd name="connsiteX16" fmla="*/ 3147645 w 3238076"/>
                        <a:gd name="connsiteY16" fmla="*/ 1007663 h 1930313"/>
                        <a:gd name="connsiteX17" fmla="*/ 3142251 w 3238076"/>
                        <a:gd name="connsiteY17" fmla="*/ 1172142 h 1930313"/>
                        <a:gd name="connsiteX18" fmla="*/ 3131425 w 3238076"/>
                        <a:gd name="connsiteY18" fmla="*/ 1062407 h 1930313"/>
                        <a:gd name="connsiteX19" fmla="*/ 3126005 w 3238076"/>
                        <a:gd name="connsiteY19" fmla="*/ 951880 h 1930313"/>
                        <a:gd name="connsiteX20" fmla="*/ 3120567 w 3238076"/>
                        <a:gd name="connsiteY20" fmla="*/ 903596 h 1930313"/>
                        <a:gd name="connsiteX21" fmla="*/ 3115128 w 3238076"/>
                        <a:gd name="connsiteY21" fmla="*/ 1089300 h 1930313"/>
                        <a:gd name="connsiteX22" fmla="*/ 3104213 w 3238076"/>
                        <a:gd name="connsiteY22" fmla="*/ 1227051 h 1930313"/>
                        <a:gd name="connsiteX23" fmla="*/ 3098742 w 3238076"/>
                        <a:gd name="connsiteY23" fmla="*/ 1319814 h 1930313"/>
                        <a:gd name="connsiteX24" fmla="*/ 3093265 w 3238076"/>
                        <a:gd name="connsiteY24" fmla="*/ 1195154 h 1930313"/>
                        <a:gd name="connsiteX25" fmla="*/ 3087776 w 3238076"/>
                        <a:gd name="connsiteY25" fmla="*/ 1136887 h 1930313"/>
                        <a:gd name="connsiteX26" fmla="*/ 3082280 w 3238076"/>
                        <a:gd name="connsiteY26" fmla="*/ 1243144 h 1930313"/>
                        <a:gd name="connsiteX27" fmla="*/ 3076771 w 3238076"/>
                        <a:gd name="connsiteY27" fmla="*/ 1298296 h 1930313"/>
                        <a:gd name="connsiteX28" fmla="*/ 3071249 w 3238076"/>
                        <a:gd name="connsiteY28" fmla="*/ 1401731 h 1930313"/>
                        <a:gd name="connsiteX29" fmla="*/ 3065728 w 3238076"/>
                        <a:gd name="connsiteY29" fmla="*/ 1321825 h 1930313"/>
                        <a:gd name="connsiteX30" fmla="*/ 3060187 w 3238076"/>
                        <a:gd name="connsiteY30" fmla="*/ 898266 h 1930313"/>
                        <a:gd name="connsiteX31" fmla="*/ 3054646 w 3238076"/>
                        <a:gd name="connsiteY31" fmla="*/ 1329887 h 1930313"/>
                        <a:gd name="connsiteX32" fmla="*/ 3043527 w 3238076"/>
                        <a:gd name="connsiteY32" fmla="*/ 1086638 h 1930313"/>
                        <a:gd name="connsiteX33" fmla="*/ 3037948 w 3238076"/>
                        <a:gd name="connsiteY33" fmla="*/ 1270930 h 1930313"/>
                        <a:gd name="connsiteX34" fmla="*/ 3032362 w 3238076"/>
                        <a:gd name="connsiteY34" fmla="*/ 1326472 h 1930313"/>
                        <a:gd name="connsiteX35" fmla="*/ 3026770 w 3238076"/>
                        <a:gd name="connsiteY35" fmla="*/ 1298679 h 1930313"/>
                        <a:gd name="connsiteX36" fmla="*/ 3021166 w 3238076"/>
                        <a:gd name="connsiteY36" fmla="*/ 1321997 h 1930313"/>
                        <a:gd name="connsiteX37" fmla="*/ 3015555 w 3238076"/>
                        <a:gd name="connsiteY37" fmla="*/ 1128308 h 1930313"/>
                        <a:gd name="connsiteX38" fmla="*/ 3009931 w 3238076"/>
                        <a:gd name="connsiteY38" fmla="*/ 1393177 h 1930313"/>
                        <a:gd name="connsiteX39" fmla="*/ 3004295 w 3238076"/>
                        <a:gd name="connsiteY39" fmla="*/ 1036120 h 1930313"/>
                        <a:gd name="connsiteX40" fmla="*/ 2998652 w 3238076"/>
                        <a:gd name="connsiteY40" fmla="*/ 1305987 h 1930313"/>
                        <a:gd name="connsiteX41" fmla="*/ 2992996 w 3238076"/>
                        <a:gd name="connsiteY41" fmla="*/ 890715 h 1930313"/>
                        <a:gd name="connsiteX42" fmla="*/ 2987334 w 3238076"/>
                        <a:gd name="connsiteY42" fmla="*/ 1127829 h 1930313"/>
                        <a:gd name="connsiteX43" fmla="*/ 2981660 w 3238076"/>
                        <a:gd name="connsiteY43" fmla="*/ 1219404 h 1930313"/>
                        <a:gd name="connsiteX44" fmla="*/ 2975972 w 3238076"/>
                        <a:gd name="connsiteY44" fmla="*/ 1218402 h 1930313"/>
                        <a:gd name="connsiteX45" fmla="*/ 2970278 w 3238076"/>
                        <a:gd name="connsiteY45" fmla="*/ 1156605 h 1930313"/>
                        <a:gd name="connsiteX46" fmla="*/ 2964578 w 3238076"/>
                        <a:gd name="connsiteY46" fmla="*/ 1249010 h 1930313"/>
                        <a:gd name="connsiteX47" fmla="*/ 2958858 w 3238076"/>
                        <a:gd name="connsiteY47" fmla="*/ 1140098 h 1930313"/>
                        <a:gd name="connsiteX48" fmla="*/ 2953133 w 3238076"/>
                        <a:gd name="connsiteY48" fmla="*/ 1215670 h 1930313"/>
                        <a:gd name="connsiteX49" fmla="*/ 2947400 w 3238076"/>
                        <a:gd name="connsiteY49" fmla="*/ 1147988 h 1930313"/>
                        <a:gd name="connsiteX50" fmla="*/ 2941655 w 3238076"/>
                        <a:gd name="connsiteY50" fmla="*/ 757176 h 1930313"/>
                        <a:gd name="connsiteX51" fmla="*/ 2935898 w 3238076"/>
                        <a:gd name="connsiteY51" fmla="*/ 1046442 h 1930313"/>
                        <a:gd name="connsiteX52" fmla="*/ 2930127 w 3238076"/>
                        <a:gd name="connsiteY52" fmla="*/ 1080797 h 1930313"/>
                        <a:gd name="connsiteX53" fmla="*/ 2924350 w 3238076"/>
                        <a:gd name="connsiteY53" fmla="*/ 1093289 h 1930313"/>
                        <a:gd name="connsiteX54" fmla="*/ 2918561 w 3238076"/>
                        <a:gd name="connsiteY54" fmla="*/ 982373 h 1930313"/>
                        <a:gd name="connsiteX55" fmla="*/ 2912758 w 3238076"/>
                        <a:gd name="connsiteY55" fmla="*/ 614911 h 1930313"/>
                        <a:gd name="connsiteX56" fmla="*/ 2906949 w 3238076"/>
                        <a:gd name="connsiteY56" fmla="*/ 905575 h 1930313"/>
                        <a:gd name="connsiteX57" fmla="*/ 2901128 w 3238076"/>
                        <a:gd name="connsiteY57" fmla="*/ 770121 h 1930313"/>
                        <a:gd name="connsiteX58" fmla="*/ 2895293 w 3238076"/>
                        <a:gd name="connsiteY58" fmla="*/ 821513 h 1930313"/>
                        <a:gd name="connsiteX59" fmla="*/ 2889453 w 3238076"/>
                        <a:gd name="connsiteY59" fmla="*/ 1162733 h 1930313"/>
                        <a:gd name="connsiteX60" fmla="*/ 2883599 w 3238076"/>
                        <a:gd name="connsiteY60" fmla="*/ 1217119 h 1930313"/>
                        <a:gd name="connsiteX61" fmla="*/ 2877733 w 3238076"/>
                        <a:gd name="connsiteY61" fmla="*/ 1223624 h 1930313"/>
                        <a:gd name="connsiteX62" fmla="*/ 2871854 w 3238076"/>
                        <a:gd name="connsiteY62" fmla="*/ 847359 h 1930313"/>
                        <a:gd name="connsiteX63" fmla="*/ 2865969 w 3238076"/>
                        <a:gd name="connsiteY63" fmla="*/ 800104 h 1930313"/>
                        <a:gd name="connsiteX64" fmla="*/ 2860070 w 3238076"/>
                        <a:gd name="connsiteY64" fmla="*/ 662192 h 1930313"/>
                        <a:gd name="connsiteX65" fmla="*/ 2854159 w 3238076"/>
                        <a:gd name="connsiteY65" fmla="*/ 857739 h 1930313"/>
                        <a:gd name="connsiteX66" fmla="*/ 2848236 w 3238076"/>
                        <a:gd name="connsiteY66" fmla="*/ 1132808 h 1930313"/>
                        <a:gd name="connsiteX67" fmla="*/ 2842299 w 3238076"/>
                        <a:gd name="connsiteY67" fmla="*/ 1129827 h 1930313"/>
                        <a:gd name="connsiteX68" fmla="*/ 2836356 w 3238076"/>
                        <a:gd name="connsiteY68" fmla="*/ 1065790 h 1930313"/>
                        <a:gd name="connsiteX69" fmla="*/ 2830401 w 3238076"/>
                        <a:gd name="connsiteY69" fmla="*/ 770510 h 1930313"/>
                        <a:gd name="connsiteX70" fmla="*/ 2824432 w 3238076"/>
                        <a:gd name="connsiteY70" fmla="*/ 982296 h 1930313"/>
                        <a:gd name="connsiteX71" fmla="*/ 2818451 w 3238076"/>
                        <a:gd name="connsiteY71" fmla="*/ 1227766 h 1930313"/>
                        <a:gd name="connsiteX72" fmla="*/ 2812463 w 3238076"/>
                        <a:gd name="connsiteY72" fmla="*/ 1298551 h 1930313"/>
                        <a:gd name="connsiteX73" fmla="*/ 2806457 w 3238076"/>
                        <a:gd name="connsiteY73" fmla="*/ 1242805 h 1930313"/>
                        <a:gd name="connsiteX74" fmla="*/ 2800444 w 3238076"/>
                        <a:gd name="connsiteY74" fmla="*/ 1236250 h 1930313"/>
                        <a:gd name="connsiteX75" fmla="*/ 2794411 w 3238076"/>
                        <a:gd name="connsiteY75" fmla="*/ 1305975 h 1930313"/>
                        <a:gd name="connsiteX76" fmla="*/ 2788373 w 3238076"/>
                        <a:gd name="connsiteY76" fmla="*/ 1265849 h 1930313"/>
                        <a:gd name="connsiteX77" fmla="*/ 2782322 w 3238076"/>
                        <a:gd name="connsiteY77" fmla="*/ 1179106 h 1930313"/>
                        <a:gd name="connsiteX78" fmla="*/ 2776257 w 3238076"/>
                        <a:gd name="connsiteY78" fmla="*/ 1342245 h 1930313"/>
                        <a:gd name="connsiteX79" fmla="*/ 2770187 w 3238076"/>
                        <a:gd name="connsiteY79" fmla="*/ 1188586 h 1930313"/>
                        <a:gd name="connsiteX80" fmla="*/ 2764097 w 3238076"/>
                        <a:gd name="connsiteY80" fmla="*/ 1009291 h 1930313"/>
                        <a:gd name="connsiteX81" fmla="*/ 2757995 w 3238076"/>
                        <a:gd name="connsiteY81" fmla="*/ 1377659 h 1930313"/>
                        <a:gd name="connsiteX82" fmla="*/ 2751886 w 3238076"/>
                        <a:gd name="connsiteY82" fmla="*/ 1117565 h 1930313"/>
                        <a:gd name="connsiteX83" fmla="*/ 2745758 w 3238076"/>
                        <a:gd name="connsiteY83" fmla="*/ 976315 h 1930313"/>
                        <a:gd name="connsiteX84" fmla="*/ 2739624 w 3238076"/>
                        <a:gd name="connsiteY84" fmla="*/ 1175474 h 1930313"/>
                        <a:gd name="connsiteX85" fmla="*/ 2733470 w 3238076"/>
                        <a:gd name="connsiteY85" fmla="*/ 988973 h 1930313"/>
                        <a:gd name="connsiteX86" fmla="*/ 2727310 w 3238076"/>
                        <a:gd name="connsiteY86" fmla="*/ 1059853 h 1930313"/>
                        <a:gd name="connsiteX87" fmla="*/ 2721131 w 3238076"/>
                        <a:gd name="connsiteY87" fmla="*/ 1183294 h 1930313"/>
                        <a:gd name="connsiteX88" fmla="*/ 2714946 w 3238076"/>
                        <a:gd name="connsiteY88" fmla="*/ 1108743 h 1930313"/>
                        <a:gd name="connsiteX89" fmla="*/ 2708741 w 3238076"/>
                        <a:gd name="connsiteY89" fmla="*/ 1211393 h 1930313"/>
                        <a:gd name="connsiteX90" fmla="*/ 2702530 w 3238076"/>
                        <a:gd name="connsiteY90" fmla="*/ 933393 h 1930313"/>
                        <a:gd name="connsiteX91" fmla="*/ 2696300 w 3238076"/>
                        <a:gd name="connsiteY91" fmla="*/ 1033171 h 1930313"/>
                        <a:gd name="connsiteX92" fmla="*/ 2690057 w 3238076"/>
                        <a:gd name="connsiteY92" fmla="*/ 1225870 h 1930313"/>
                        <a:gd name="connsiteX93" fmla="*/ 2683808 w 3238076"/>
                        <a:gd name="connsiteY93" fmla="*/ 1305043 h 1930313"/>
                        <a:gd name="connsiteX94" fmla="*/ 2677540 w 3238076"/>
                        <a:gd name="connsiteY94" fmla="*/ 1101479 h 1930313"/>
                        <a:gd name="connsiteX95" fmla="*/ 2671258 w 3238076"/>
                        <a:gd name="connsiteY95" fmla="*/ 1139977 h 1930313"/>
                        <a:gd name="connsiteX96" fmla="*/ 2664964 w 3238076"/>
                        <a:gd name="connsiteY96" fmla="*/ 1025332 h 1930313"/>
                        <a:gd name="connsiteX97" fmla="*/ 2658658 w 3238076"/>
                        <a:gd name="connsiteY97" fmla="*/ 1118522 h 1930313"/>
                        <a:gd name="connsiteX98" fmla="*/ 2652338 w 3238076"/>
                        <a:gd name="connsiteY98" fmla="*/ 1009349 h 1930313"/>
                        <a:gd name="connsiteX99" fmla="*/ 2646000 w 3238076"/>
                        <a:gd name="connsiteY99" fmla="*/ 846663 h 1930313"/>
                        <a:gd name="connsiteX100" fmla="*/ 2639655 w 3238076"/>
                        <a:gd name="connsiteY100" fmla="*/ 1158795 h 1930313"/>
                        <a:gd name="connsiteX101" fmla="*/ 2633290 w 3238076"/>
                        <a:gd name="connsiteY101" fmla="*/ 1070220 h 1930313"/>
                        <a:gd name="connsiteX102" fmla="*/ 2626913 w 3238076"/>
                        <a:gd name="connsiteY102" fmla="*/ 1076392 h 1930313"/>
                        <a:gd name="connsiteX103" fmla="*/ 2620524 w 3238076"/>
                        <a:gd name="connsiteY103" fmla="*/ 1231296 h 1930313"/>
                        <a:gd name="connsiteX104" fmla="*/ 2614121 w 3238076"/>
                        <a:gd name="connsiteY104" fmla="*/ 1273854 h 1930313"/>
                        <a:gd name="connsiteX105" fmla="*/ 2607706 w 3238076"/>
                        <a:gd name="connsiteY105" fmla="*/ 1085074 h 1930313"/>
                        <a:gd name="connsiteX106" fmla="*/ 2601272 w 3238076"/>
                        <a:gd name="connsiteY106" fmla="*/ 1127376 h 1930313"/>
                        <a:gd name="connsiteX107" fmla="*/ 2594825 w 3238076"/>
                        <a:gd name="connsiteY107" fmla="*/ 1054083 h 1930313"/>
                        <a:gd name="connsiteX108" fmla="*/ 2588365 w 3238076"/>
                        <a:gd name="connsiteY108" fmla="*/ 1204818 h 1930313"/>
                        <a:gd name="connsiteX109" fmla="*/ 2581886 w 3238076"/>
                        <a:gd name="connsiteY109" fmla="*/ 906437 h 1930313"/>
                        <a:gd name="connsiteX110" fmla="*/ 2575400 w 3238076"/>
                        <a:gd name="connsiteY110" fmla="*/ 943103 h 1930313"/>
                        <a:gd name="connsiteX111" fmla="*/ 2568896 w 3238076"/>
                        <a:gd name="connsiteY111" fmla="*/ 898151 h 1930313"/>
                        <a:gd name="connsiteX112" fmla="*/ 2562372 w 3238076"/>
                        <a:gd name="connsiteY112" fmla="*/ 730602 h 1930313"/>
                        <a:gd name="connsiteX113" fmla="*/ 2555842 w 3238076"/>
                        <a:gd name="connsiteY113" fmla="*/ 833016 h 1930313"/>
                        <a:gd name="connsiteX114" fmla="*/ 2549292 w 3238076"/>
                        <a:gd name="connsiteY114" fmla="*/ 775304 h 1930313"/>
                        <a:gd name="connsiteX115" fmla="*/ 2542724 w 3238076"/>
                        <a:gd name="connsiteY115" fmla="*/ 687406 h 1930313"/>
                        <a:gd name="connsiteX116" fmla="*/ 2536143 w 3238076"/>
                        <a:gd name="connsiteY116" fmla="*/ 743324 h 1930313"/>
                        <a:gd name="connsiteX117" fmla="*/ 2529549 w 3238076"/>
                        <a:gd name="connsiteY117" fmla="*/ 726000 h 1930313"/>
                        <a:gd name="connsiteX118" fmla="*/ 2522942 w 3238076"/>
                        <a:gd name="connsiteY118" fmla="*/ 554882 h 1930313"/>
                        <a:gd name="connsiteX119" fmla="*/ 2516316 w 3238076"/>
                        <a:gd name="connsiteY119" fmla="*/ 590795 h 1930313"/>
                        <a:gd name="connsiteX120" fmla="*/ 2509678 w 3238076"/>
                        <a:gd name="connsiteY120" fmla="*/ 681636 h 1930313"/>
                        <a:gd name="connsiteX121" fmla="*/ 2503020 w 3238076"/>
                        <a:gd name="connsiteY121" fmla="*/ 638484 h 1930313"/>
                        <a:gd name="connsiteX122" fmla="*/ 2496343 w 3238076"/>
                        <a:gd name="connsiteY122" fmla="*/ 674997 h 1930313"/>
                        <a:gd name="connsiteX123" fmla="*/ 2489660 w 3238076"/>
                        <a:gd name="connsiteY123" fmla="*/ 716603 h 1930313"/>
                        <a:gd name="connsiteX124" fmla="*/ 2482951 w 3238076"/>
                        <a:gd name="connsiteY124" fmla="*/ 645295 h 1930313"/>
                        <a:gd name="connsiteX125" fmla="*/ 2476235 w 3238076"/>
                        <a:gd name="connsiteY125" fmla="*/ 637195 h 1930313"/>
                        <a:gd name="connsiteX126" fmla="*/ 2469495 w 3238076"/>
                        <a:gd name="connsiteY126" fmla="*/ 732300 h 1930313"/>
                        <a:gd name="connsiteX127" fmla="*/ 2462748 w 3238076"/>
                        <a:gd name="connsiteY127" fmla="*/ 915061 h 1930313"/>
                        <a:gd name="connsiteX128" fmla="*/ 2455975 w 3238076"/>
                        <a:gd name="connsiteY128" fmla="*/ 1066479 h 1930313"/>
                        <a:gd name="connsiteX129" fmla="*/ 2449189 w 3238076"/>
                        <a:gd name="connsiteY129" fmla="*/ 1170202 h 1930313"/>
                        <a:gd name="connsiteX130" fmla="*/ 2442391 w 3238076"/>
                        <a:gd name="connsiteY130" fmla="*/ 1084008 h 1930313"/>
                        <a:gd name="connsiteX131" fmla="*/ 2435574 w 3238076"/>
                        <a:gd name="connsiteY131" fmla="*/ 1280920 h 1930313"/>
                        <a:gd name="connsiteX132" fmla="*/ 2428737 w 3238076"/>
                        <a:gd name="connsiteY132" fmla="*/ 1210825 h 1930313"/>
                        <a:gd name="connsiteX133" fmla="*/ 2421882 w 3238076"/>
                        <a:gd name="connsiteY133" fmla="*/ 1254225 h 1930313"/>
                        <a:gd name="connsiteX134" fmla="*/ 2415013 w 3238076"/>
                        <a:gd name="connsiteY134" fmla="*/ 1205042 h 1930313"/>
                        <a:gd name="connsiteX135" fmla="*/ 2408132 w 3238076"/>
                        <a:gd name="connsiteY135" fmla="*/ 1234411 h 1930313"/>
                        <a:gd name="connsiteX136" fmla="*/ 2401225 w 3238076"/>
                        <a:gd name="connsiteY136" fmla="*/ 1231494 h 1930313"/>
                        <a:gd name="connsiteX137" fmla="*/ 2387367 w 3238076"/>
                        <a:gd name="connsiteY137" fmla="*/ 1086657 h 1930313"/>
                        <a:gd name="connsiteX138" fmla="*/ 2380409 w 3238076"/>
                        <a:gd name="connsiteY138" fmla="*/ 1094757 h 1930313"/>
                        <a:gd name="connsiteX139" fmla="*/ 2373439 w 3238076"/>
                        <a:gd name="connsiteY139" fmla="*/ 1300613 h 1930313"/>
                        <a:gd name="connsiteX140" fmla="*/ 2366449 w 3238076"/>
                        <a:gd name="connsiteY140" fmla="*/ 1343585 h 1930313"/>
                        <a:gd name="connsiteX141" fmla="*/ 2359440 w 3238076"/>
                        <a:gd name="connsiteY141" fmla="*/ 1224907 h 1930313"/>
                        <a:gd name="connsiteX142" fmla="*/ 2352412 w 3238076"/>
                        <a:gd name="connsiteY142" fmla="*/ 1197522 h 1930313"/>
                        <a:gd name="connsiteX143" fmla="*/ 2345365 w 3238076"/>
                        <a:gd name="connsiteY143" fmla="*/ 1225194 h 1930313"/>
                        <a:gd name="connsiteX144" fmla="*/ 2338305 w 3238076"/>
                        <a:gd name="connsiteY144" fmla="*/ 1328699 h 1930313"/>
                        <a:gd name="connsiteX145" fmla="*/ 2331219 w 3238076"/>
                        <a:gd name="connsiteY145" fmla="*/ 1290393 h 1930313"/>
                        <a:gd name="connsiteX146" fmla="*/ 2324121 w 3238076"/>
                        <a:gd name="connsiteY146" fmla="*/ 1306868 h 1930313"/>
                        <a:gd name="connsiteX147" fmla="*/ 2316997 w 3238076"/>
                        <a:gd name="connsiteY147" fmla="*/ 1334661 h 1930313"/>
                        <a:gd name="connsiteX148" fmla="*/ 2309861 w 3238076"/>
                        <a:gd name="connsiteY148" fmla="*/ 1288433 h 1930313"/>
                        <a:gd name="connsiteX149" fmla="*/ 2302705 w 3238076"/>
                        <a:gd name="connsiteY149" fmla="*/ 1350715 h 1930313"/>
                        <a:gd name="connsiteX150" fmla="*/ 2295530 w 3238076"/>
                        <a:gd name="connsiteY150" fmla="*/ 1303211 h 1930313"/>
                        <a:gd name="connsiteX151" fmla="*/ 2288330 w 3238076"/>
                        <a:gd name="connsiteY151" fmla="*/ 1287489 h 1930313"/>
                        <a:gd name="connsiteX152" fmla="*/ 2281117 w 3238076"/>
                        <a:gd name="connsiteY152" fmla="*/ 1252597 h 1930313"/>
                        <a:gd name="connsiteX153" fmla="*/ 2273885 w 3238076"/>
                        <a:gd name="connsiteY153" fmla="*/ 1232107 h 1930313"/>
                        <a:gd name="connsiteX154" fmla="*/ 2266627 w 3238076"/>
                        <a:gd name="connsiteY154" fmla="*/ 1222283 h 1930313"/>
                        <a:gd name="connsiteX155" fmla="*/ 2259356 w 3238076"/>
                        <a:gd name="connsiteY155" fmla="*/ 1350907 h 1930313"/>
                        <a:gd name="connsiteX156" fmla="*/ 2252060 w 3238076"/>
                        <a:gd name="connsiteY156" fmla="*/ 1273911 h 1930313"/>
                        <a:gd name="connsiteX157" fmla="*/ 2244745 w 3238076"/>
                        <a:gd name="connsiteY157" fmla="*/ 1204857 h 1930313"/>
                        <a:gd name="connsiteX158" fmla="*/ 2237410 w 3238076"/>
                        <a:gd name="connsiteY158" fmla="*/ 1232375 h 1930313"/>
                        <a:gd name="connsiteX159" fmla="*/ 2230057 w 3238076"/>
                        <a:gd name="connsiteY159" fmla="*/ 1243444 h 1930313"/>
                        <a:gd name="connsiteX160" fmla="*/ 2222678 w 3238076"/>
                        <a:gd name="connsiteY160" fmla="*/ 1369444 h 1930313"/>
                        <a:gd name="connsiteX161" fmla="*/ 2215286 w 3238076"/>
                        <a:gd name="connsiteY161" fmla="*/ 1203076 h 1930313"/>
                        <a:gd name="connsiteX162" fmla="*/ 2207868 w 3238076"/>
                        <a:gd name="connsiteY162" fmla="*/ 1246399 h 1930313"/>
                        <a:gd name="connsiteX163" fmla="*/ 2200425 w 3238076"/>
                        <a:gd name="connsiteY163" fmla="*/ 1314828 h 1930313"/>
                        <a:gd name="connsiteX164" fmla="*/ 2192970 w 3238076"/>
                        <a:gd name="connsiteY164" fmla="*/ 1265058 h 1930313"/>
                        <a:gd name="connsiteX165" fmla="*/ 2185489 w 3238076"/>
                        <a:gd name="connsiteY165" fmla="*/ 1206082 h 1930313"/>
                        <a:gd name="connsiteX166" fmla="*/ 2177982 w 3238076"/>
                        <a:gd name="connsiteY166" fmla="*/ 1167814 h 1930313"/>
                        <a:gd name="connsiteX167" fmla="*/ 2170462 w 3238076"/>
                        <a:gd name="connsiteY167" fmla="*/ 1204684 h 1930313"/>
                        <a:gd name="connsiteX168" fmla="*/ 2162911 w 3238076"/>
                        <a:gd name="connsiteY168" fmla="*/ 1177230 h 1930313"/>
                        <a:gd name="connsiteX169" fmla="*/ 2155346 w 3238076"/>
                        <a:gd name="connsiteY169" fmla="*/ 1195824 h 1930313"/>
                        <a:gd name="connsiteX170" fmla="*/ 2147757 w 3238076"/>
                        <a:gd name="connsiteY170" fmla="*/ 1208738 h 1930313"/>
                        <a:gd name="connsiteX171" fmla="*/ 2140141 w 3238076"/>
                        <a:gd name="connsiteY171" fmla="*/ 1139306 h 1930313"/>
                        <a:gd name="connsiteX172" fmla="*/ 2132507 w 3238076"/>
                        <a:gd name="connsiteY172" fmla="*/ 1122071 h 1930313"/>
                        <a:gd name="connsiteX173" fmla="*/ 2124847 w 3238076"/>
                        <a:gd name="connsiteY173" fmla="*/ 1133427 h 1930313"/>
                        <a:gd name="connsiteX174" fmla="*/ 2117168 w 3238076"/>
                        <a:gd name="connsiteY174" fmla="*/ 1203389 h 1930313"/>
                        <a:gd name="connsiteX175" fmla="*/ 2109463 w 3238076"/>
                        <a:gd name="connsiteY175" fmla="*/ 1042657 h 1930313"/>
                        <a:gd name="connsiteX176" fmla="*/ 2101733 w 3238076"/>
                        <a:gd name="connsiteY176" fmla="*/ 1096079 h 1930313"/>
                        <a:gd name="connsiteX177" fmla="*/ 2093984 w 3238076"/>
                        <a:gd name="connsiteY177" fmla="*/ 1100113 h 1930313"/>
                        <a:gd name="connsiteX178" fmla="*/ 2086209 w 3238076"/>
                        <a:gd name="connsiteY178" fmla="*/ 1055245 h 1930313"/>
                        <a:gd name="connsiteX179" fmla="*/ 2078408 w 3238076"/>
                        <a:gd name="connsiteY179" fmla="*/ 1051127 h 1930313"/>
                        <a:gd name="connsiteX180" fmla="*/ 2070582 w 3238076"/>
                        <a:gd name="connsiteY180" fmla="*/ 1107792 h 1930313"/>
                        <a:gd name="connsiteX181" fmla="*/ 2062737 w 3238076"/>
                        <a:gd name="connsiteY181" fmla="*/ 928025 h 1930313"/>
                        <a:gd name="connsiteX182" fmla="*/ 2054867 w 3238076"/>
                        <a:gd name="connsiteY182" fmla="*/ 957886 h 1930313"/>
                        <a:gd name="connsiteX183" fmla="*/ 2046964 w 3238076"/>
                        <a:gd name="connsiteY183" fmla="*/ 959342 h 1930313"/>
                        <a:gd name="connsiteX184" fmla="*/ 2039042 w 3238076"/>
                        <a:gd name="connsiteY184" fmla="*/ 891149 h 1930313"/>
                        <a:gd name="connsiteX185" fmla="*/ 2031095 w 3238076"/>
                        <a:gd name="connsiteY185" fmla="*/ 949058 h 1930313"/>
                        <a:gd name="connsiteX186" fmla="*/ 2023123 w 3238076"/>
                        <a:gd name="connsiteY186" fmla="*/ 886770 h 1930313"/>
                        <a:gd name="connsiteX187" fmla="*/ 2015124 w 3238076"/>
                        <a:gd name="connsiteY187" fmla="*/ 902268 h 1930313"/>
                        <a:gd name="connsiteX188" fmla="*/ 2007100 w 3238076"/>
                        <a:gd name="connsiteY188" fmla="*/ 934102 h 1930313"/>
                        <a:gd name="connsiteX189" fmla="*/ 1999051 w 3238076"/>
                        <a:gd name="connsiteY189" fmla="*/ 788384 h 1930313"/>
                        <a:gd name="connsiteX190" fmla="*/ 1990976 w 3238076"/>
                        <a:gd name="connsiteY190" fmla="*/ 910439 h 1930313"/>
                        <a:gd name="connsiteX191" fmla="*/ 1982869 w 3238076"/>
                        <a:gd name="connsiteY191" fmla="*/ 1109081 h 1930313"/>
                        <a:gd name="connsiteX192" fmla="*/ 1974743 w 3238076"/>
                        <a:gd name="connsiteY192" fmla="*/ 1047208 h 1930313"/>
                        <a:gd name="connsiteX193" fmla="*/ 1966586 w 3238076"/>
                        <a:gd name="connsiteY193" fmla="*/ 793797 h 1930313"/>
                        <a:gd name="connsiteX194" fmla="*/ 1958402 w 3238076"/>
                        <a:gd name="connsiteY194" fmla="*/ 733998 h 1930313"/>
                        <a:gd name="connsiteX195" fmla="*/ 1950187 w 3238076"/>
                        <a:gd name="connsiteY195" fmla="*/ 863337 h 1930313"/>
                        <a:gd name="connsiteX196" fmla="*/ 1941952 w 3238076"/>
                        <a:gd name="connsiteY196" fmla="*/ 808478 h 1930313"/>
                        <a:gd name="connsiteX197" fmla="*/ 1933679 w 3238076"/>
                        <a:gd name="connsiteY197" fmla="*/ 737368 h 1930313"/>
                        <a:gd name="connsiteX198" fmla="*/ 1925388 w 3238076"/>
                        <a:gd name="connsiteY198" fmla="*/ 772891 h 1930313"/>
                        <a:gd name="connsiteX199" fmla="*/ 1917064 w 3238076"/>
                        <a:gd name="connsiteY199" fmla="*/ 714822 h 1930313"/>
                        <a:gd name="connsiteX200" fmla="*/ 1908708 w 3238076"/>
                        <a:gd name="connsiteY200" fmla="*/ 683825 h 1930313"/>
                        <a:gd name="connsiteX201" fmla="*/ 1900327 w 3238076"/>
                        <a:gd name="connsiteY201" fmla="*/ 724065 h 1930313"/>
                        <a:gd name="connsiteX202" fmla="*/ 1891913 w 3238076"/>
                        <a:gd name="connsiteY202" fmla="*/ 784298 h 1930313"/>
                        <a:gd name="connsiteX203" fmla="*/ 1883475 w 3238076"/>
                        <a:gd name="connsiteY203" fmla="*/ 591210 h 1930313"/>
                        <a:gd name="connsiteX204" fmla="*/ 1866502 w 3238076"/>
                        <a:gd name="connsiteY204" fmla="*/ 683870 h 1930313"/>
                        <a:gd name="connsiteX205" fmla="*/ 1857974 w 3238076"/>
                        <a:gd name="connsiteY205" fmla="*/ 865603 h 1930313"/>
                        <a:gd name="connsiteX206" fmla="*/ 1840815 w 3238076"/>
                        <a:gd name="connsiteY206" fmla="*/ 473778 h 1930313"/>
                        <a:gd name="connsiteX207" fmla="*/ 1832191 w 3238076"/>
                        <a:gd name="connsiteY207" fmla="*/ 541508 h 1930313"/>
                        <a:gd name="connsiteX208" fmla="*/ 1823536 w 3238076"/>
                        <a:gd name="connsiteY208" fmla="*/ 718416 h 1930313"/>
                        <a:gd name="connsiteX209" fmla="*/ 1814848 w 3238076"/>
                        <a:gd name="connsiteY209" fmla="*/ 480114 h 1930313"/>
                        <a:gd name="connsiteX210" fmla="*/ 1806128 w 3238076"/>
                        <a:gd name="connsiteY210" fmla="*/ 493483 h 1930313"/>
                        <a:gd name="connsiteX211" fmla="*/ 1797370 w 3238076"/>
                        <a:gd name="connsiteY211" fmla="*/ 645372 h 1930313"/>
                        <a:gd name="connsiteX212" fmla="*/ 1788587 w 3238076"/>
                        <a:gd name="connsiteY212" fmla="*/ 548716 h 1930313"/>
                        <a:gd name="connsiteX213" fmla="*/ 1779765 w 3238076"/>
                        <a:gd name="connsiteY213" fmla="*/ 523318 h 1930313"/>
                        <a:gd name="connsiteX214" fmla="*/ 1770912 w 3238076"/>
                        <a:gd name="connsiteY214" fmla="*/ 455255 h 1930313"/>
                        <a:gd name="connsiteX215" fmla="*/ 1762026 w 3238076"/>
                        <a:gd name="connsiteY215" fmla="*/ 661694 h 1930313"/>
                        <a:gd name="connsiteX216" fmla="*/ 1753108 w 3238076"/>
                        <a:gd name="connsiteY216" fmla="*/ 724397 h 1930313"/>
                        <a:gd name="connsiteX217" fmla="*/ 1744153 w 3238076"/>
                        <a:gd name="connsiteY217" fmla="*/ 499180 h 1930313"/>
                        <a:gd name="connsiteX218" fmla="*/ 1735159 w 3238076"/>
                        <a:gd name="connsiteY218" fmla="*/ 653045 h 1930313"/>
                        <a:gd name="connsiteX219" fmla="*/ 1726133 w 3238076"/>
                        <a:gd name="connsiteY219" fmla="*/ 666865 h 1930313"/>
                        <a:gd name="connsiteX220" fmla="*/ 1717075 w 3238076"/>
                        <a:gd name="connsiteY220" fmla="*/ 856826 h 1930313"/>
                        <a:gd name="connsiteX221" fmla="*/ 1707972 w 3238076"/>
                        <a:gd name="connsiteY221" fmla="*/ 597899 h 1930313"/>
                        <a:gd name="connsiteX222" fmla="*/ 1698838 w 3238076"/>
                        <a:gd name="connsiteY222" fmla="*/ 668486 h 1930313"/>
                        <a:gd name="connsiteX223" fmla="*/ 1689671 w 3238076"/>
                        <a:gd name="connsiteY223" fmla="*/ 652981 h 1930313"/>
                        <a:gd name="connsiteX224" fmla="*/ 1680460 w 3238076"/>
                        <a:gd name="connsiteY224" fmla="*/ 719610 h 1930313"/>
                        <a:gd name="connsiteX225" fmla="*/ 1671217 w 3238076"/>
                        <a:gd name="connsiteY225" fmla="*/ 748712 h 1930313"/>
                        <a:gd name="connsiteX226" fmla="*/ 1661929 w 3238076"/>
                        <a:gd name="connsiteY226" fmla="*/ 673791 h 1930313"/>
                        <a:gd name="connsiteX227" fmla="*/ 1652610 w 3238076"/>
                        <a:gd name="connsiteY227" fmla="*/ 751367 h 1930313"/>
                        <a:gd name="connsiteX228" fmla="*/ 1643245 w 3238076"/>
                        <a:gd name="connsiteY228" fmla="*/ 618281 h 1930313"/>
                        <a:gd name="connsiteX229" fmla="*/ 1633849 w 3238076"/>
                        <a:gd name="connsiteY229" fmla="*/ 598116 h 1930313"/>
                        <a:gd name="connsiteX230" fmla="*/ 1624408 w 3238076"/>
                        <a:gd name="connsiteY230" fmla="*/ 616602 h 1930313"/>
                        <a:gd name="connsiteX231" fmla="*/ 1614923 w 3238076"/>
                        <a:gd name="connsiteY231" fmla="*/ 615358 h 1930313"/>
                        <a:gd name="connsiteX232" fmla="*/ 1605405 w 3238076"/>
                        <a:gd name="connsiteY232" fmla="*/ 605336 h 1930313"/>
                        <a:gd name="connsiteX233" fmla="*/ 1595843 w 3238076"/>
                        <a:gd name="connsiteY233" fmla="*/ 670778 h 1930313"/>
                        <a:gd name="connsiteX234" fmla="*/ 1586242 w 3238076"/>
                        <a:gd name="connsiteY234" fmla="*/ 707916 h 1930313"/>
                        <a:gd name="connsiteX235" fmla="*/ 1576597 w 3238076"/>
                        <a:gd name="connsiteY235" fmla="*/ 767676 h 1930313"/>
                        <a:gd name="connsiteX236" fmla="*/ 1566907 w 3238076"/>
                        <a:gd name="connsiteY236" fmla="*/ 510290 h 1930313"/>
                        <a:gd name="connsiteX237" fmla="*/ 1557179 w 3238076"/>
                        <a:gd name="connsiteY237" fmla="*/ 671678 h 1930313"/>
                        <a:gd name="connsiteX238" fmla="*/ 1547400 w 3238076"/>
                        <a:gd name="connsiteY238" fmla="*/ 417160 h 1930313"/>
                        <a:gd name="connsiteX239" fmla="*/ 1537583 w 3238076"/>
                        <a:gd name="connsiteY239" fmla="*/ 481930 h 1930313"/>
                        <a:gd name="connsiteX240" fmla="*/ 1527720 w 3238076"/>
                        <a:gd name="connsiteY240" fmla="*/ 561329 h 1930313"/>
                        <a:gd name="connsiteX241" fmla="*/ 1517813 w 3238076"/>
                        <a:gd name="connsiteY241" fmla="*/ 470990 h 1930313"/>
                        <a:gd name="connsiteX242" fmla="*/ 1507862 w 3238076"/>
                        <a:gd name="connsiteY242" fmla="*/ 649259 h 1930313"/>
                        <a:gd name="connsiteX243" fmla="*/ 1497865 w 3238076"/>
                        <a:gd name="connsiteY243" fmla="*/ 537530 h 1930313"/>
                        <a:gd name="connsiteX244" fmla="*/ 1487825 w 3238076"/>
                        <a:gd name="connsiteY244" fmla="*/ 254845 h 1930313"/>
                        <a:gd name="connsiteX245" fmla="*/ 1477733 w 3238076"/>
                        <a:gd name="connsiteY245" fmla="*/ 374663 h 1930313"/>
                        <a:gd name="connsiteX246" fmla="*/ 1467589 w 3238076"/>
                        <a:gd name="connsiteY246" fmla="*/ 439197 h 1930313"/>
                        <a:gd name="connsiteX247" fmla="*/ 1457402 w 3238076"/>
                        <a:gd name="connsiteY247" fmla="*/ 436199 h 1930313"/>
                        <a:gd name="connsiteX248" fmla="*/ 1447169 w 3238076"/>
                        <a:gd name="connsiteY248" fmla="*/ 373202 h 1930313"/>
                        <a:gd name="connsiteX249" fmla="*/ 1436886 w 3238076"/>
                        <a:gd name="connsiteY249" fmla="*/ 411546 h 1930313"/>
                        <a:gd name="connsiteX250" fmla="*/ 1426551 w 3238076"/>
                        <a:gd name="connsiteY250" fmla="*/ 361104 h 1930313"/>
                        <a:gd name="connsiteX251" fmla="*/ 1416165 w 3238076"/>
                        <a:gd name="connsiteY251" fmla="*/ 390256 h 1930313"/>
                        <a:gd name="connsiteX252" fmla="*/ 1405729 w 3238076"/>
                        <a:gd name="connsiteY252" fmla="*/ 758382 h 1930313"/>
                        <a:gd name="connsiteX253" fmla="*/ 1395247 w 3238076"/>
                        <a:gd name="connsiteY253" fmla="*/ 445593 h 1930313"/>
                        <a:gd name="connsiteX254" fmla="*/ 1384708 w 3238076"/>
                        <a:gd name="connsiteY254" fmla="*/ 677327 h 1930313"/>
                        <a:gd name="connsiteX255" fmla="*/ 1374112 w 3238076"/>
                        <a:gd name="connsiteY255" fmla="*/ 557506 h 1930313"/>
                        <a:gd name="connsiteX256" fmla="*/ 1363471 w 3238076"/>
                        <a:gd name="connsiteY256" fmla="*/ 554391 h 1930313"/>
                        <a:gd name="connsiteX257" fmla="*/ 1352773 w 3238076"/>
                        <a:gd name="connsiteY257" fmla="*/ 639914 h 1930313"/>
                        <a:gd name="connsiteX258" fmla="*/ 1342017 w 3238076"/>
                        <a:gd name="connsiteY258" fmla="*/ 307088 h 1930313"/>
                        <a:gd name="connsiteX259" fmla="*/ 1331210 w 3238076"/>
                        <a:gd name="connsiteY259" fmla="*/ 629593 h 1930313"/>
                        <a:gd name="connsiteX260" fmla="*/ 1309424 w 3238076"/>
                        <a:gd name="connsiteY260" fmla="*/ 749260 h 1930313"/>
                        <a:gd name="connsiteX261" fmla="*/ 1298444 w 3238076"/>
                        <a:gd name="connsiteY261" fmla="*/ 766572 h 1930313"/>
                        <a:gd name="connsiteX262" fmla="*/ 1287414 w 3238076"/>
                        <a:gd name="connsiteY262" fmla="*/ 951848 h 1930313"/>
                        <a:gd name="connsiteX263" fmla="*/ 1276320 w 3238076"/>
                        <a:gd name="connsiteY263" fmla="*/ 990894 h 1930313"/>
                        <a:gd name="connsiteX264" fmla="*/ 1265168 w 3238076"/>
                        <a:gd name="connsiteY264" fmla="*/ 1230249 h 1930313"/>
                        <a:gd name="connsiteX265" fmla="*/ 1253953 w 3238076"/>
                        <a:gd name="connsiteY265" fmla="*/ 836169 h 1930313"/>
                        <a:gd name="connsiteX266" fmla="*/ 1242680 w 3238076"/>
                        <a:gd name="connsiteY266" fmla="*/ 868335 h 1930313"/>
                        <a:gd name="connsiteX267" fmla="*/ 1231350 w 3238076"/>
                        <a:gd name="connsiteY267" fmla="*/ 737828 h 1930313"/>
                        <a:gd name="connsiteX268" fmla="*/ 1219949 w 3238076"/>
                        <a:gd name="connsiteY268" fmla="*/ 765704 h 1930313"/>
                        <a:gd name="connsiteX269" fmla="*/ 1208491 w 3238076"/>
                        <a:gd name="connsiteY269" fmla="*/ 902524 h 1930313"/>
                        <a:gd name="connsiteX270" fmla="*/ 1196969 w 3238076"/>
                        <a:gd name="connsiteY270" fmla="*/ 899128 h 1930313"/>
                        <a:gd name="connsiteX271" fmla="*/ 1185383 w 3238076"/>
                        <a:gd name="connsiteY271" fmla="*/ 800882 h 1930313"/>
                        <a:gd name="connsiteX272" fmla="*/ 1173740 w 3238076"/>
                        <a:gd name="connsiteY272" fmla="*/ 1006751 h 1930313"/>
                        <a:gd name="connsiteX273" fmla="*/ 1162020 w 3238076"/>
                        <a:gd name="connsiteY273" fmla="*/ 950111 h 1930313"/>
                        <a:gd name="connsiteX274" fmla="*/ 1150243 w 3238076"/>
                        <a:gd name="connsiteY274" fmla="*/ 1070475 h 1930313"/>
                        <a:gd name="connsiteX275" fmla="*/ 1138396 w 3238076"/>
                        <a:gd name="connsiteY275" fmla="*/ 1140117 h 1930313"/>
                        <a:gd name="connsiteX276" fmla="*/ 1126485 w 3238076"/>
                        <a:gd name="connsiteY276" fmla="*/ 1045485 h 1930313"/>
                        <a:gd name="connsiteX277" fmla="*/ 1114503 w 3238076"/>
                        <a:gd name="connsiteY277" fmla="*/ 1082386 h 1930313"/>
                        <a:gd name="connsiteX278" fmla="*/ 1102451 w 3238076"/>
                        <a:gd name="connsiteY278" fmla="*/ 1078914 h 1930313"/>
                        <a:gd name="connsiteX279" fmla="*/ 1090336 w 3238076"/>
                        <a:gd name="connsiteY279" fmla="*/ 1048887 h 1930313"/>
                        <a:gd name="connsiteX280" fmla="*/ 1078144 w 3238076"/>
                        <a:gd name="connsiteY280" fmla="*/ 1089389 h 1930313"/>
                        <a:gd name="connsiteX281" fmla="*/ 1065888 w 3238076"/>
                        <a:gd name="connsiteY281" fmla="*/ 981211 h 1930313"/>
                        <a:gd name="connsiteX282" fmla="*/ 1053562 w 3238076"/>
                        <a:gd name="connsiteY282" fmla="*/ 973564 h 1930313"/>
                        <a:gd name="connsiteX283" fmla="*/ 1041165 w 3238076"/>
                        <a:gd name="connsiteY283" fmla="*/ 901611 h 1930313"/>
                        <a:gd name="connsiteX284" fmla="*/ 1028692 w 3238076"/>
                        <a:gd name="connsiteY284" fmla="*/ 888500 h 1930313"/>
                        <a:gd name="connsiteX285" fmla="*/ 1016149 w 3238076"/>
                        <a:gd name="connsiteY285" fmla="*/ 813164 h 1930313"/>
                        <a:gd name="connsiteX286" fmla="*/ 1003536 w 3238076"/>
                        <a:gd name="connsiteY286" fmla="*/ 840912 h 1930313"/>
                        <a:gd name="connsiteX287" fmla="*/ 990852 w 3238076"/>
                        <a:gd name="connsiteY287" fmla="*/ 741486 h 1930313"/>
                        <a:gd name="connsiteX288" fmla="*/ 965261 w 3238076"/>
                        <a:gd name="connsiteY288" fmla="*/ 487856 h 1930313"/>
                        <a:gd name="connsiteX289" fmla="*/ 952361 w 3238076"/>
                        <a:gd name="connsiteY289" fmla="*/ 546520 h 1930313"/>
                        <a:gd name="connsiteX290" fmla="*/ 939383 w 3238076"/>
                        <a:gd name="connsiteY290" fmla="*/ 536812 h 1930313"/>
                        <a:gd name="connsiteX291" fmla="*/ 926336 w 3238076"/>
                        <a:gd name="connsiteY291" fmla="*/ 294418 h 1930313"/>
                        <a:gd name="connsiteX292" fmla="*/ 913212 w 3238076"/>
                        <a:gd name="connsiteY292" fmla="*/ 560614 h 1930313"/>
                        <a:gd name="connsiteX293" fmla="*/ 900017 w 3238076"/>
                        <a:gd name="connsiteY293" fmla="*/ 696822 h 1930313"/>
                        <a:gd name="connsiteX294" fmla="*/ 886753 w 3238076"/>
                        <a:gd name="connsiteY294" fmla="*/ 483542 h 1930313"/>
                        <a:gd name="connsiteX295" fmla="*/ 873418 w 3238076"/>
                        <a:gd name="connsiteY295" fmla="*/ 666335 h 1930313"/>
                        <a:gd name="connsiteX296" fmla="*/ 860007 w 3238076"/>
                        <a:gd name="connsiteY296" fmla="*/ 549795 h 1930313"/>
                        <a:gd name="connsiteX297" fmla="*/ 846532 w 3238076"/>
                        <a:gd name="connsiteY297" fmla="*/ 546603 h 1930313"/>
                        <a:gd name="connsiteX298" fmla="*/ 832986 w 3238076"/>
                        <a:gd name="connsiteY298" fmla="*/ 436350 h 1930313"/>
                        <a:gd name="connsiteX299" fmla="*/ 819371 w 3238076"/>
                        <a:gd name="connsiteY299" fmla="*/ 452364 h 1930313"/>
                        <a:gd name="connsiteX300" fmla="*/ 805691 w 3238076"/>
                        <a:gd name="connsiteY300" fmla="*/ 557997 h 1930313"/>
                        <a:gd name="connsiteX301" fmla="*/ 791948 w 3238076"/>
                        <a:gd name="connsiteY301" fmla="*/ 560997 h 1930313"/>
                        <a:gd name="connsiteX302" fmla="*/ 778147 w 3238076"/>
                        <a:gd name="connsiteY302" fmla="*/ 734011 h 1930313"/>
                        <a:gd name="connsiteX303" fmla="*/ 764276 w 3238076"/>
                        <a:gd name="connsiteY303" fmla="*/ 769234 h 1930313"/>
                        <a:gd name="connsiteX304" fmla="*/ 750354 w 3238076"/>
                        <a:gd name="connsiteY304" fmla="*/ 888863 h 1930313"/>
                        <a:gd name="connsiteX305" fmla="*/ 736375 w 3238076"/>
                        <a:gd name="connsiteY305" fmla="*/ 972734 h 1930313"/>
                        <a:gd name="connsiteX306" fmla="*/ 722344 w 3238076"/>
                        <a:gd name="connsiteY306" fmla="*/ 976864 h 1930313"/>
                        <a:gd name="connsiteX307" fmla="*/ 708263 w 3238076"/>
                        <a:gd name="connsiteY307" fmla="*/ 1147949 h 1930313"/>
                        <a:gd name="connsiteX308" fmla="*/ 694137 w 3238076"/>
                        <a:gd name="connsiteY308" fmla="*/ 1230581 h 1930313"/>
                        <a:gd name="connsiteX309" fmla="*/ 679972 w 3238076"/>
                        <a:gd name="connsiteY309" fmla="*/ 1200344 h 1930313"/>
                        <a:gd name="connsiteX310" fmla="*/ 665769 w 3238076"/>
                        <a:gd name="connsiteY310" fmla="*/ 1123769 h 1930313"/>
                        <a:gd name="connsiteX311" fmla="*/ 651534 w 3238076"/>
                        <a:gd name="connsiteY311" fmla="*/ 1097094 h 1930313"/>
                        <a:gd name="connsiteX312" fmla="*/ 637280 w 3238076"/>
                        <a:gd name="connsiteY312" fmla="*/ 964104 h 1930313"/>
                        <a:gd name="connsiteX313" fmla="*/ 623001 w 3238076"/>
                        <a:gd name="connsiteY313" fmla="*/ 972810 h 1930313"/>
                        <a:gd name="connsiteX314" fmla="*/ 608709 w 3238076"/>
                        <a:gd name="connsiteY314" fmla="*/ 965431 h 1930313"/>
                        <a:gd name="connsiteX315" fmla="*/ 594410 w 3238076"/>
                        <a:gd name="connsiteY315" fmla="*/ 916420 h 1930313"/>
                        <a:gd name="connsiteX316" fmla="*/ 580111 w 3238076"/>
                        <a:gd name="connsiteY316" fmla="*/ 945784 h 1930313"/>
                        <a:gd name="connsiteX317" fmla="*/ 565819 w 3238076"/>
                        <a:gd name="connsiteY317" fmla="*/ 822649 h 1930313"/>
                        <a:gd name="connsiteX318" fmla="*/ 551546 w 3238076"/>
                        <a:gd name="connsiteY318" fmla="*/ 780998 h 1930313"/>
                        <a:gd name="connsiteX319" fmla="*/ 537299 w 3238076"/>
                        <a:gd name="connsiteY319" fmla="*/ 912137 h 1930313"/>
                        <a:gd name="connsiteX320" fmla="*/ 523089 w 3238076"/>
                        <a:gd name="connsiteY320" fmla="*/ 718129 h 1930313"/>
                        <a:gd name="connsiteX321" fmla="*/ 508918 w 3238076"/>
                        <a:gd name="connsiteY321" fmla="*/ 748756 h 1930313"/>
                        <a:gd name="connsiteX322" fmla="*/ 494805 w 3238076"/>
                        <a:gd name="connsiteY322" fmla="*/ 843925 h 1930313"/>
                        <a:gd name="connsiteX323" fmla="*/ 480762 w 3238076"/>
                        <a:gd name="connsiteY323" fmla="*/ 872860 h 1930313"/>
                        <a:gd name="connsiteX324" fmla="*/ 466788 w 3238076"/>
                        <a:gd name="connsiteY324" fmla="*/ 819234 h 1930313"/>
                        <a:gd name="connsiteX325" fmla="*/ 452904 w 3238076"/>
                        <a:gd name="connsiteY325" fmla="*/ 878682 h 1930313"/>
                        <a:gd name="connsiteX326" fmla="*/ 439118 w 3238076"/>
                        <a:gd name="connsiteY326" fmla="*/ 1180396 h 1930313"/>
                        <a:gd name="connsiteX327" fmla="*/ 425440 w 3238076"/>
                        <a:gd name="connsiteY327" fmla="*/ 1199890 h 1930313"/>
                        <a:gd name="connsiteX328" fmla="*/ 411886 w 3238076"/>
                        <a:gd name="connsiteY328" fmla="*/ 1111801 h 1930313"/>
                        <a:gd name="connsiteX329" fmla="*/ 398462 w 3238076"/>
                        <a:gd name="connsiteY329" fmla="*/ 1127887 h 1930313"/>
                        <a:gd name="connsiteX330" fmla="*/ 385182 w 3238076"/>
                        <a:gd name="connsiteY330" fmla="*/ 1079137 h 1930313"/>
                        <a:gd name="connsiteX331" fmla="*/ 372056 w 3238076"/>
                        <a:gd name="connsiteY331" fmla="*/ 1082508 h 1930313"/>
                        <a:gd name="connsiteX332" fmla="*/ 346309 w 3238076"/>
                        <a:gd name="connsiteY332" fmla="*/ 975594 h 1930313"/>
                        <a:gd name="connsiteX333" fmla="*/ 333707 w 3238076"/>
                        <a:gd name="connsiteY333" fmla="*/ 954644 h 1930313"/>
                        <a:gd name="connsiteX334" fmla="*/ 321298 w 3238076"/>
                        <a:gd name="connsiteY334" fmla="*/ 987703 h 1930313"/>
                        <a:gd name="connsiteX335" fmla="*/ 309089 w 3238076"/>
                        <a:gd name="connsiteY335" fmla="*/ 916229 h 1930313"/>
                        <a:gd name="connsiteX336" fmla="*/ 297093 w 3238076"/>
                        <a:gd name="connsiteY336" fmla="*/ 968489 h 1930313"/>
                        <a:gd name="connsiteX337" fmla="*/ 285311 w 3238076"/>
                        <a:gd name="connsiteY337" fmla="*/ 880559 h 1930313"/>
                        <a:gd name="connsiteX338" fmla="*/ 273750 w 3238076"/>
                        <a:gd name="connsiteY338" fmla="*/ 995184 h 1930313"/>
                        <a:gd name="connsiteX339" fmla="*/ 262415 w 3238076"/>
                        <a:gd name="connsiteY339" fmla="*/ 903002 h 1930313"/>
                        <a:gd name="connsiteX340" fmla="*/ 251311 w 3238076"/>
                        <a:gd name="connsiteY340" fmla="*/ 940798 h 1930313"/>
                        <a:gd name="connsiteX341" fmla="*/ 240443 w 3238076"/>
                        <a:gd name="connsiteY341" fmla="*/ 898107 h 1930313"/>
                        <a:gd name="connsiteX342" fmla="*/ 229812 w 3238076"/>
                        <a:gd name="connsiteY342" fmla="*/ 828937 h 1930313"/>
                        <a:gd name="connsiteX343" fmla="*/ 219416 w 3238076"/>
                        <a:gd name="connsiteY343" fmla="*/ 805887 h 1930313"/>
                        <a:gd name="connsiteX344" fmla="*/ 209260 w 3238076"/>
                        <a:gd name="connsiteY344" fmla="*/ 758172 h 1930313"/>
                        <a:gd name="connsiteX345" fmla="*/ 189663 w 3238076"/>
                        <a:gd name="connsiteY345" fmla="*/ 794761 h 1930313"/>
                        <a:gd name="connsiteX346" fmla="*/ 180222 w 3238076"/>
                        <a:gd name="connsiteY346" fmla="*/ 695921 h 1930313"/>
                        <a:gd name="connsiteX347" fmla="*/ 171013 w 3238076"/>
                        <a:gd name="connsiteY347" fmla="*/ 522241 h 1930313"/>
                        <a:gd name="connsiteX348" fmla="*/ 162033 w 3238076"/>
                        <a:gd name="connsiteY348" fmla="*/ 468152 h 1930313"/>
                        <a:gd name="connsiteX349" fmla="*/ 153289 w 3238076"/>
                        <a:gd name="connsiteY349" fmla="*/ 733513 h 1930313"/>
                        <a:gd name="connsiteX350" fmla="*/ 144768 w 3238076"/>
                        <a:gd name="connsiteY350" fmla="*/ 582439 h 1930313"/>
                        <a:gd name="connsiteX351" fmla="*/ 136466 w 3238076"/>
                        <a:gd name="connsiteY351" fmla="*/ 362095 h 1930313"/>
                        <a:gd name="connsiteX352" fmla="*/ 128382 w 3238076"/>
                        <a:gd name="connsiteY352" fmla="*/ 542020 h 1930313"/>
                        <a:gd name="connsiteX353" fmla="*/ 120511 w 3238076"/>
                        <a:gd name="connsiteY353" fmla="*/ 369861 h 1930313"/>
                        <a:gd name="connsiteX354" fmla="*/ 112847 w 3238076"/>
                        <a:gd name="connsiteY354" fmla="*/ 151618 h 1930313"/>
                        <a:gd name="connsiteX355" fmla="*/ 105387 w 3238076"/>
                        <a:gd name="connsiteY355" fmla="*/ 39753 h 1930313"/>
                        <a:gd name="connsiteX356" fmla="*/ 98125 w 3238076"/>
                        <a:gd name="connsiteY356" fmla="*/ 455895 h 1930313"/>
                        <a:gd name="connsiteX357" fmla="*/ 91054 w 3238076"/>
                        <a:gd name="connsiteY357" fmla="*/ 504586 h 1930313"/>
                        <a:gd name="connsiteX358" fmla="*/ 84168 w 3238076"/>
                        <a:gd name="connsiteY358" fmla="*/ 492698 h 1930313"/>
                        <a:gd name="connsiteX359" fmla="*/ 77469 w 3238076"/>
                        <a:gd name="connsiteY359" fmla="*/ 422185 h 1930313"/>
                        <a:gd name="connsiteX360" fmla="*/ 70949 w 3238076"/>
                        <a:gd name="connsiteY360" fmla="*/ 306995 h 1930313"/>
                        <a:gd name="connsiteX361" fmla="*/ 64595 w 3238076"/>
                        <a:gd name="connsiteY361" fmla="*/ 275929 h 1930313"/>
                        <a:gd name="connsiteX362" fmla="*/ 58412 w 3238076"/>
                        <a:gd name="connsiteY362" fmla="*/ 27114 h 1930313"/>
                        <a:gd name="connsiteX363" fmla="*/ 52391 w 3238076"/>
                        <a:gd name="connsiteY363" fmla="*/ 197920 h 1930313"/>
                        <a:gd name="connsiteX364" fmla="*/ 46522 w 3238076"/>
                        <a:gd name="connsiteY364" fmla="*/ 0 h 1930313"/>
                        <a:gd name="connsiteX365" fmla="*/ 40810 w 3238076"/>
                        <a:gd name="connsiteY365" fmla="*/ 299141 h 1930313"/>
                        <a:gd name="connsiteX366" fmla="*/ 35242 w 3238076"/>
                        <a:gd name="connsiteY366" fmla="*/ 229421 h 1930313"/>
                        <a:gd name="connsiteX367" fmla="*/ 29815 w 3238076"/>
                        <a:gd name="connsiteY367" fmla="*/ 215321 h 1930313"/>
                        <a:gd name="connsiteX368" fmla="*/ 24531 w 3238076"/>
                        <a:gd name="connsiteY368" fmla="*/ 156459 h 1930313"/>
                        <a:gd name="connsiteX369" fmla="*/ 19372 w 3238076"/>
                        <a:gd name="connsiteY369" fmla="*/ 475422 h 1930313"/>
                        <a:gd name="connsiteX370" fmla="*/ 14346 w 3238076"/>
                        <a:gd name="connsiteY370" fmla="*/ 553586 h 1930313"/>
                        <a:gd name="connsiteX371" fmla="*/ 9449 w 3238076"/>
                        <a:gd name="connsiteY371" fmla="*/ 793312 h 1930313"/>
                        <a:gd name="connsiteX372" fmla="*/ 4669 w 3238076"/>
                        <a:gd name="connsiteY372" fmla="*/ 430268 h 1930313"/>
                        <a:gd name="connsiteX373" fmla="*/ 0 w 3238076"/>
                        <a:gd name="connsiteY373" fmla="*/ 466765 h 1930313"/>
                        <a:gd name="connsiteX374" fmla="*/ 0 w 3238076"/>
                        <a:gd name="connsiteY374" fmla="*/ 466765 h 19303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  <a:cxn ang="0">
                          <a:pos x="connsiteX105" y="connsiteY105"/>
                        </a:cxn>
                        <a:cxn ang="0">
                          <a:pos x="connsiteX106" y="connsiteY106"/>
                        </a:cxn>
                        <a:cxn ang="0">
                          <a:pos x="connsiteX107" y="connsiteY107"/>
                        </a:cxn>
                        <a:cxn ang="0">
                          <a:pos x="connsiteX108" y="connsiteY108"/>
                        </a:cxn>
                        <a:cxn ang="0">
                          <a:pos x="connsiteX109" y="connsiteY109"/>
                        </a:cxn>
                        <a:cxn ang="0">
                          <a:pos x="connsiteX110" y="connsiteY110"/>
                        </a:cxn>
                        <a:cxn ang="0">
                          <a:pos x="connsiteX111" y="connsiteY111"/>
                        </a:cxn>
                        <a:cxn ang="0">
                          <a:pos x="connsiteX112" y="connsiteY112"/>
                        </a:cxn>
                        <a:cxn ang="0">
                          <a:pos x="connsiteX113" y="connsiteY113"/>
                        </a:cxn>
                        <a:cxn ang="0">
                          <a:pos x="connsiteX114" y="connsiteY114"/>
                        </a:cxn>
                        <a:cxn ang="0">
                          <a:pos x="connsiteX115" y="connsiteY115"/>
                        </a:cxn>
                        <a:cxn ang="0">
                          <a:pos x="connsiteX116" y="connsiteY116"/>
                        </a:cxn>
                        <a:cxn ang="0">
                          <a:pos x="connsiteX117" y="connsiteY117"/>
                        </a:cxn>
                        <a:cxn ang="0">
                          <a:pos x="connsiteX118" y="connsiteY118"/>
                        </a:cxn>
                        <a:cxn ang="0">
                          <a:pos x="connsiteX119" y="connsiteY119"/>
                        </a:cxn>
                        <a:cxn ang="0">
                          <a:pos x="connsiteX120" y="connsiteY120"/>
                        </a:cxn>
                        <a:cxn ang="0">
                          <a:pos x="connsiteX121" y="connsiteY121"/>
                        </a:cxn>
                        <a:cxn ang="0">
                          <a:pos x="connsiteX122" y="connsiteY122"/>
                        </a:cxn>
                        <a:cxn ang="0">
                          <a:pos x="connsiteX123" y="connsiteY123"/>
                        </a:cxn>
                        <a:cxn ang="0">
                          <a:pos x="connsiteX124" y="connsiteY124"/>
                        </a:cxn>
                        <a:cxn ang="0">
                          <a:pos x="connsiteX125" y="connsiteY125"/>
                        </a:cxn>
                        <a:cxn ang="0">
                          <a:pos x="connsiteX126" y="connsiteY126"/>
                        </a:cxn>
                        <a:cxn ang="0">
                          <a:pos x="connsiteX127" y="connsiteY127"/>
                        </a:cxn>
                        <a:cxn ang="0">
                          <a:pos x="connsiteX128" y="connsiteY128"/>
                        </a:cxn>
                        <a:cxn ang="0">
                          <a:pos x="connsiteX129" y="connsiteY129"/>
                        </a:cxn>
                        <a:cxn ang="0">
                          <a:pos x="connsiteX130" y="connsiteY130"/>
                        </a:cxn>
                        <a:cxn ang="0">
                          <a:pos x="connsiteX131" y="connsiteY131"/>
                        </a:cxn>
                        <a:cxn ang="0">
                          <a:pos x="connsiteX132" y="connsiteY132"/>
                        </a:cxn>
                        <a:cxn ang="0">
                          <a:pos x="connsiteX133" y="connsiteY133"/>
                        </a:cxn>
                        <a:cxn ang="0">
                          <a:pos x="connsiteX134" y="connsiteY134"/>
                        </a:cxn>
                        <a:cxn ang="0">
                          <a:pos x="connsiteX135" y="connsiteY135"/>
                        </a:cxn>
                        <a:cxn ang="0">
                          <a:pos x="connsiteX136" y="connsiteY136"/>
                        </a:cxn>
                        <a:cxn ang="0">
                          <a:pos x="connsiteX137" y="connsiteY137"/>
                        </a:cxn>
                        <a:cxn ang="0">
                          <a:pos x="connsiteX138" y="connsiteY138"/>
                        </a:cxn>
                        <a:cxn ang="0">
                          <a:pos x="connsiteX139" y="connsiteY139"/>
                        </a:cxn>
                        <a:cxn ang="0">
                          <a:pos x="connsiteX140" y="connsiteY140"/>
                        </a:cxn>
                        <a:cxn ang="0">
                          <a:pos x="connsiteX141" y="connsiteY141"/>
                        </a:cxn>
                        <a:cxn ang="0">
                          <a:pos x="connsiteX142" y="connsiteY142"/>
                        </a:cxn>
                        <a:cxn ang="0">
                          <a:pos x="connsiteX143" y="connsiteY143"/>
                        </a:cxn>
                        <a:cxn ang="0">
                          <a:pos x="connsiteX144" y="connsiteY144"/>
                        </a:cxn>
                        <a:cxn ang="0">
                          <a:pos x="connsiteX145" y="connsiteY145"/>
                        </a:cxn>
                        <a:cxn ang="0">
                          <a:pos x="connsiteX146" y="connsiteY146"/>
                        </a:cxn>
                        <a:cxn ang="0">
                          <a:pos x="connsiteX147" y="connsiteY147"/>
                        </a:cxn>
                        <a:cxn ang="0">
                          <a:pos x="connsiteX148" y="connsiteY148"/>
                        </a:cxn>
                        <a:cxn ang="0">
                          <a:pos x="connsiteX149" y="connsiteY149"/>
                        </a:cxn>
                        <a:cxn ang="0">
                          <a:pos x="connsiteX150" y="connsiteY150"/>
                        </a:cxn>
                        <a:cxn ang="0">
                          <a:pos x="connsiteX151" y="connsiteY151"/>
                        </a:cxn>
                        <a:cxn ang="0">
                          <a:pos x="connsiteX152" y="connsiteY152"/>
                        </a:cxn>
                        <a:cxn ang="0">
                          <a:pos x="connsiteX153" y="connsiteY153"/>
                        </a:cxn>
                        <a:cxn ang="0">
                          <a:pos x="connsiteX154" y="connsiteY154"/>
                        </a:cxn>
                        <a:cxn ang="0">
                          <a:pos x="connsiteX155" y="connsiteY155"/>
                        </a:cxn>
                        <a:cxn ang="0">
                          <a:pos x="connsiteX156" y="connsiteY156"/>
                        </a:cxn>
                        <a:cxn ang="0">
                          <a:pos x="connsiteX157" y="connsiteY157"/>
                        </a:cxn>
                        <a:cxn ang="0">
                          <a:pos x="connsiteX158" y="connsiteY158"/>
                        </a:cxn>
                        <a:cxn ang="0">
                          <a:pos x="connsiteX159" y="connsiteY159"/>
                        </a:cxn>
                        <a:cxn ang="0">
                          <a:pos x="connsiteX160" y="connsiteY160"/>
                        </a:cxn>
                        <a:cxn ang="0">
                          <a:pos x="connsiteX161" y="connsiteY161"/>
                        </a:cxn>
                        <a:cxn ang="0">
                          <a:pos x="connsiteX162" y="connsiteY162"/>
                        </a:cxn>
                        <a:cxn ang="0">
                          <a:pos x="connsiteX163" y="connsiteY163"/>
                        </a:cxn>
                        <a:cxn ang="0">
                          <a:pos x="connsiteX164" y="connsiteY164"/>
                        </a:cxn>
                        <a:cxn ang="0">
                          <a:pos x="connsiteX165" y="connsiteY165"/>
                        </a:cxn>
                        <a:cxn ang="0">
                          <a:pos x="connsiteX166" y="connsiteY166"/>
                        </a:cxn>
                        <a:cxn ang="0">
                          <a:pos x="connsiteX167" y="connsiteY167"/>
                        </a:cxn>
                        <a:cxn ang="0">
                          <a:pos x="connsiteX168" y="connsiteY168"/>
                        </a:cxn>
                        <a:cxn ang="0">
                          <a:pos x="connsiteX169" y="connsiteY169"/>
                        </a:cxn>
                        <a:cxn ang="0">
                          <a:pos x="connsiteX170" y="connsiteY170"/>
                        </a:cxn>
                        <a:cxn ang="0">
                          <a:pos x="connsiteX171" y="connsiteY171"/>
                        </a:cxn>
                        <a:cxn ang="0">
                          <a:pos x="connsiteX172" y="connsiteY172"/>
                        </a:cxn>
                        <a:cxn ang="0">
                          <a:pos x="connsiteX173" y="connsiteY173"/>
                        </a:cxn>
                        <a:cxn ang="0">
                          <a:pos x="connsiteX174" y="connsiteY174"/>
                        </a:cxn>
                        <a:cxn ang="0">
                          <a:pos x="connsiteX175" y="connsiteY175"/>
                        </a:cxn>
                        <a:cxn ang="0">
                          <a:pos x="connsiteX176" y="connsiteY176"/>
                        </a:cxn>
                        <a:cxn ang="0">
                          <a:pos x="connsiteX177" y="connsiteY177"/>
                        </a:cxn>
                        <a:cxn ang="0">
                          <a:pos x="connsiteX178" y="connsiteY178"/>
                        </a:cxn>
                        <a:cxn ang="0">
                          <a:pos x="connsiteX179" y="connsiteY179"/>
                        </a:cxn>
                        <a:cxn ang="0">
                          <a:pos x="connsiteX180" y="connsiteY180"/>
                        </a:cxn>
                        <a:cxn ang="0">
                          <a:pos x="connsiteX181" y="connsiteY181"/>
                        </a:cxn>
                        <a:cxn ang="0">
                          <a:pos x="connsiteX182" y="connsiteY182"/>
                        </a:cxn>
                        <a:cxn ang="0">
                          <a:pos x="connsiteX183" y="connsiteY183"/>
                        </a:cxn>
                        <a:cxn ang="0">
                          <a:pos x="connsiteX184" y="connsiteY184"/>
                        </a:cxn>
                        <a:cxn ang="0">
                          <a:pos x="connsiteX185" y="connsiteY185"/>
                        </a:cxn>
                        <a:cxn ang="0">
                          <a:pos x="connsiteX186" y="connsiteY186"/>
                        </a:cxn>
                        <a:cxn ang="0">
                          <a:pos x="connsiteX187" y="connsiteY187"/>
                        </a:cxn>
                        <a:cxn ang="0">
                          <a:pos x="connsiteX188" y="connsiteY188"/>
                        </a:cxn>
                        <a:cxn ang="0">
                          <a:pos x="connsiteX189" y="connsiteY189"/>
                        </a:cxn>
                        <a:cxn ang="0">
                          <a:pos x="connsiteX190" y="connsiteY190"/>
                        </a:cxn>
                        <a:cxn ang="0">
                          <a:pos x="connsiteX191" y="connsiteY191"/>
                        </a:cxn>
                        <a:cxn ang="0">
                          <a:pos x="connsiteX192" y="connsiteY192"/>
                        </a:cxn>
                        <a:cxn ang="0">
                          <a:pos x="connsiteX193" y="connsiteY193"/>
                        </a:cxn>
                        <a:cxn ang="0">
                          <a:pos x="connsiteX194" y="connsiteY194"/>
                        </a:cxn>
                        <a:cxn ang="0">
                          <a:pos x="connsiteX195" y="connsiteY195"/>
                        </a:cxn>
                        <a:cxn ang="0">
                          <a:pos x="connsiteX196" y="connsiteY196"/>
                        </a:cxn>
                        <a:cxn ang="0">
                          <a:pos x="connsiteX197" y="connsiteY197"/>
                        </a:cxn>
                        <a:cxn ang="0">
                          <a:pos x="connsiteX198" y="connsiteY198"/>
                        </a:cxn>
                        <a:cxn ang="0">
                          <a:pos x="connsiteX199" y="connsiteY199"/>
                        </a:cxn>
                        <a:cxn ang="0">
                          <a:pos x="connsiteX200" y="connsiteY200"/>
                        </a:cxn>
                        <a:cxn ang="0">
                          <a:pos x="connsiteX201" y="connsiteY201"/>
                        </a:cxn>
                        <a:cxn ang="0">
                          <a:pos x="connsiteX202" y="connsiteY202"/>
                        </a:cxn>
                        <a:cxn ang="0">
                          <a:pos x="connsiteX203" y="connsiteY203"/>
                        </a:cxn>
                        <a:cxn ang="0">
                          <a:pos x="connsiteX204" y="connsiteY204"/>
                        </a:cxn>
                        <a:cxn ang="0">
                          <a:pos x="connsiteX205" y="connsiteY205"/>
                        </a:cxn>
                        <a:cxn ang="0">
                          <a:pos x="connsiteX206" y="connsiteY206"/>
                        </a:cxn>
                        <a:cxn ang="0">
                          <a:pos x="connsiteX207" y="connsiteY207"/>
                        </a:cxn>
                        <a:cxn ang="0">
                          <a:pos x="connsiteX208" y="connsiteY208"/>
                        </a:cxn>
                        <a:cxn ang="0">
                          <a:pos x="connsiteX209" y="connsiteY209"/>
                        </a:cxn>
                        <a:cxn ang="0">
                          <a:pos x="connsiteX210" y="connsiteY210"/>
                        </a:cxn>
                        <a:cxn ang="0">
                          <a:pos x="connsiteX211" y="connsiteY211"/>
                        </a:cxn>
                        <a:cxn ang="0">
                          <a:pos x="connsiteX212" y="connsiteY212"/>
                        </a:cxn>
                        <a:cxn ang="0">
                          <a:pos x="connsiteX213" y="connsiteY213"/>
                        </a:cxn>
                        <a:cxn ang="0">
                          <a:pos x="connsiteX214" y="connsiteY214"/>
                        </a:cxn>
                        <a:cxn ang="0">
                          <a:pos x="connsiteX215" y="connsiteY215"/>
                        </a:cxn>
                        <a:cxn ang="0">
                          <a:pos x="connsiteX216" y="connsiteY216"/>
                        </a:cxn>
                        <a:cxn ang="0">
                          <a:pos x="connsiteX217" y="connsiteY217"/>
                        </a:cxn>
                        <a:cxn ang="0">
                          <a:pos x="connsiteX218" y="connsiteY218"/>
                        </a:cxn>
                        <a:cxn ang="0">
                          <a:pos x="connsiteX219" y="connsiteY219"/>
                        </a:cxn>
                        <a:cxn ang="0">
                          <a:pos x="connsiteX220" y="connsiteY220"/>
                        </a:cxn>
                        <a:cxn ang="0">
                          <a:pos x="connsiteX221" y="connsiteY221"/>
                        </a:cxn>
                        <a:cxn ang="0">
                          <a:pos x="connsiteX222" y="connsiteY222"/>
                        </a:cxn>
                        <a:cxn ang="0">
                          <a:pos x="connsiteX223" y="connsiteY223"/>
                        </a:cxn>
                        <a:cxn ang="0">
                          <a:pos x="connsiteX224" y="connsiteY224"/>
                        </a:cxn>
                        <a:cxn ang="0">
                          <a:pos x="connsiteX225" y="connsiteY225"/>
                        </a:cxn>
                        <a:cxn ang="0">
                          <a:pos x="connsiteX226" y="connsiteY226"/>
                        </a:cxn>
                        <a:cxn ang="0">
                          <a:pos x="connsiteX227" y="connsiteY227"/>
                        </a:cxn>
                        <a:cxn ang="0">
                          <a:pos x="connsiteX228" y="connsiteY228"/>
                        </a:cxn>
                        <a:cxn ang="0">
                          <a:pos x="connsiteX229" y="connsiteY229"/>
                        </a:cxn>
                        <a:cxn ang="0">
                          <a:pos x="connsiteX230" y="connsiteY230"/>
                        </a:cxn>
                        <a:cxn ang="0">
                          <a:pos x="connsiteX231" y="connsiteY231"/>
                        </a:cxn>
                        <a:cxn ang="0">
                          <a:pos x="connsiteX232" y="connsiteY232"/>
                        </a:cxn>
                        <a:cxn ang="0">
                          <a:pos x="connsiteX233" y="connsiteY233"/>
                        </a:cxn>
                        <a:cxn ang="0">
                          <a:pos x="connsiteX234" y="connsiteY234"/>
                        </a:cxn>
                        <a:cxn ang="0">
                          <a:pos x="connsiteX235" y="connsiteY235"/>
                        </a:cxn>
                        <a:cxn ang="0">
                          <a:pos x="connsiteX236" y="connsiteY236"/>
                        </a:cxn>
                        <a:cxn ang="0">
                          <a:pos x="connsiteX237" y="connsiteY237"/>
                        </a:cxn>
                        <a:cxn ang="0">
                          <a:pos x="connsiteX238" y="connsiteY238"/>
                        </a:cxn>
                        <a:cxn ang="0">
                          <a:pos x="connsiteX239" y="connsiteY239"/>
                        </a:cxn>
                        <a:cxn ang="0">
                          <a:pos x="connsiteX240" y="connsiteY240"/>
                        </a:cxn>
                        <a:cxn ang="0">
                          <a:pos x="connsiteX241" y="connsiteY241"/>
                        </a:cxn>
                        <a:cxn ang="0">
                          <a:pos x="connsiteX242" y="connsiteY242"/>
                        </a:cxn>
                        <a:cxn ang="0">
                          <a:pos x="connsiteX243" y="connsiteY243"/>
                        </a:cxn>
                        <a:cxn ang="0">
                          <a:pos x="connsiteX244" y="connsiteY244"/>
                        </a:cxn>
                        <a:cxn ang="0">
                          <a:pos x="connsiteX245" y="connsiteY245"/>
                        </a:cxn>
                        <a:cxn ang="0">
                          <a:pos x="connsiteX246" y="connsiteY246"/>
                        </a:cxn>
                        <a:cxn ang="0">
                          <a:pos x="connsiteX247" y="connsiteY247"/>
                        </a:cxn>
                        <a:cxn ang="0">
                          <a:pos x="connsiteX248" y="connsiteY248"/>
                        </a:cxn>
                        <a:cxn ang="0">
                          <a:pos x="connsiteX249" y="connsiteY249"/>
                        </a:cxn>
                        <a:cxn ang="0">
                          <a:pos x="connsiteX250" y="connsiteY250"/>
                        </a:cxn>
                        <a:cxn ang="0">
                          <a:pos x="connsiteX251" y="connsiteY251"/>
                        </a:cxn>
                        <a:cxn ang="0">
                          <a:pos x="connsiteX252" y="connsiteY252"/>
                        </a:cxn>
                        <a:cxn ang="0">
                          <a:pos x="connsiteX253" y="connsiteY253"/>
                        </a:cxn>
                        <a:cxn ang="0">
                          <a:pos x="connsiteX254" y="connsiteY254"/>
                        </a:cxn>
                        <a:cxn ang="0">
                          <a:pos x="connsiteX255" y="connsiteY255"/>
                        </a:cxn>
                        <a:cxn ang="0">
                          <a:pos x="connsiteX256" y="connsiteY256"/>
                        </a:cxn>
                        <a:cxn ang="0">
                          <a:pos x="connsiteX257" y="connsiteY257"/>
                        </a:cxn>
                        <a:cxn ang="0">
                          <a:pos x="connsiteX258" y="connsiteY258"/>
                        </a:cxn>
                        <a:cxn ang="0">
                          <a:pos x="connsiteX259" y="connsiteY259"/>
                        </a:cxn>
                        <a:cxn ang="0">
                          <a:pos x="connsiteX260" y="connsiteY260"/>
                        </a:cxn>
                        <a:cxn ang="0">
                          <a:pos x="connsiteX261" y="connsiteY261"/>
                        </a:cxn>
                        <a:cxn ang="0">
                          <a:pos x="connsiteX262" y="connsiteY262"/>
                        </a:cxn>
                        <a:cxn ang="0">
                          <a:pos x="connsiteX263" y="connsiteY263"/>
                        </a:cxn>
                        <a:cxn ang="0">
                          <a:pos x="connsiteX264" y="connsiteY264"/>
                        </a:cxn>
                        <a:cxn ang="0">
                          <a:pos x="connsiteX265" y="connsiteY265"/>
                        </a:cxn>
                        <a:cxn ang="0">
                          <a:pos x="connsiteX266" y="connsiteY266"/>
                        </a:cxn>
                        <a:cxn ang="0">
                          <a:pos x="connsiteX267" y="connsiteY267"/>
                        </a:cxn>
                        <a:cxn ang="0">
                          <a:pos x="connsiteX268" y="connsiteY268"/>
                        </a:cxn>
                        <a:cxn ang="0">
                          <a:pos x="connsiteX269" y="connsiteY269"/>
                        </a:cxn>
                        <a:cxn ang="0">
                          <a:pos x="connsiteX270" y="connsiteY270"/>
                        </a:cxn>
                        <a:cxn ang="0">
                          <a:pos x="connsiteX271" y="connsiteY271"/>
                        </a:cxn>
                        <a:cxn ang="0">
                          <a:pos x="connsiteX272" y="connsiteY272"/>
                        </a:cxn>
                        <a:cxn ang="0">
                          <a:pos x="connsiteX273" y="connsiteY273"/>
                        </a:cxn>
                        <a:cxn ang="0">
                          <a:pos x="connsiteX274" y="connsiteY274"/>
                        </a:cxn>
                        <a:cxn ang="0">
                          <a:pos x="connsiteX275" y="connsiteY275"/>
                        </a:cxn>
                        <a:cxn ang="0">
                          <a:pos x="connsiteX276" y="connsiteY276"/>
                        </a:cxn>
                        <a:cxn ang="0">
                          <a:pos x="connsiteX277" y="connsiteY277"/>
                        </a:cxn>
                        <a:cxn ang="0">
                          <a:pos x="connsiteX278" y="connsiteY278"/>
                        </a:cxn>
                        <a:cxn ang="0">
                          <a:pos x="connsiteX279" y="connsiteY279"/>
                        </a:cxn>
                        <a:cxn ang="0">
                          <a:pos x="connsiteX280" y="connsiteY280"/>
                        </a:cxn>
                        <a:cxn ang="0">
                          <a:pos x="connsiteX281" y="connsiteY281"/>
                        </a:cxn>
                        <a:cxn ang="0">
                          <a:pos x="connsiteX282" y="connsiteY282"/>
                        </a:cxn>
                        <a:cxn ang="0">
                          <a:pos x="connsiteX283" y="connsiteY283"/>
                        </a:cxn>
                        <a:cxn ang="0">
                          <a:pos x="connsiteX284" y="connsiteY284"/>
                        </a:cxn>
                        <a:cxn ang="0">
                          <a:pos x="connsiteX285" y="connsiteY285"/>
                        </a:cxn>
                        <a:cxn ang="0">
                          <a:pos x="connsiteX286" y="connsiteY286"/>
                        </a:cxn>
                        <a:cxn ang="0">
                          <a:pos x="connsiteX287" y="connsiteY287"/>
                        </a:cxn>
                        <a:cxn ang="0">
                          <a:pos x="connsiteX288" y="connsiteY288"/>
                        </a:cxn>
                        <a:cxn ang="0">
                          <a:pos x="connsiteX289" y="connsiteY289"/>
                        </a:cxn>
                        <a:cxn ang="0">
                          <a:pos x="connsiteX290" y="connsiteY290"/>
                        </a:cxn>
                        <a:cxn ang="0">
                          <a:pos x="connsiteX291" y="connsiteY291"/>
                        </a:cxn>
                        <a:cxn ang="0">
                          <a:pos x="connsiteX292" y="connsiteY292"/>
                        </a:cxn>
                        <a:cxn ang="0">
                          <a:pos x="connsiteX293" y="connsiteY293"/>
                        </a:cxn>
                        <a:cxn ang="0">
                          <a:pos x="connsiteX294" y="connsiteY294"/>
                        </a:cxn>
                        <a:cxn ang="0">
                          <a:pos x="connsiteX295" y="connsiteY295"/>
                        </a:cxn>
                        <a:cxn ang="0">
                          <a:pos x="connsiteX296" y="connsiteY296"/>
                        </a:cxn>
                        <a:cxn ang="0">
                          <a:pos x="connsiteX297" y="connsiteY297"/>
                        </a:cxn>
                        <a:cxn ang="0">
                          <a:pos x="connsiteX298" y="connsiteY298"/>
                        </a:cxn>
                        <a:cxn ang="0">
                          <a:pos x="connsiteX299" y="connsiteY299"/>
                        </a:cxn>
                        <a:cxn ang="0">
                          <a:pos x="connsiteX300" y="connsiteY300"/>
                        </a:cxn>
                        <a:cxn ang="0">
                          <a:pos x="connsiteX301" y="connsiteY301"/>
                        </a:cxn>
                        <a:cxn ang="0">
                          <a:pos x="connsiteX302" y="connsiteY302"/>
                        </a:cxn>
                        <a:cxn ang="0">
                          <a:pos x="connsiteX303" y="connsiteY303"/>
                        </a:cxn>
                        <a:cxn ang="0">
                          <a:pos x="connsiteX304" y="connsiteY304"/>
                        </a:cxn>
                        <a:cxn ang="0">
                          <a:pos x="connsiteX305" y="connsiteY305"/>
                        </a:cxn>
                        <a:cxn ang="0">
                          <a:pos x="connsiteX306" y="connsiteY306"/>
                        </a:cxn>
                        <a:cxn ang="0">
                          <a:pos x="connsiteX307" y="connsiteY307"/>
                        </a:cxn>
                        <a:cxn ang="0">
                          <a:pos x="connsiteX308" y="connsiteY308"/>
                        </a:cxn>
                        <a:cxn ang="0">
                          <a:pos x="connsiteX309" y="connsiteY309"/>
                        </a:cxn>
                        <a:cxn ang="0">
                          <a:pos x="connsiteX310" y="connsiteY310"/>
                        </a:cxn>
                        <a:cxn ang="0">
                          <a:pos x="connsiteX311" y="connsiteY311"/>
                        </a:cxn>
                        <a:cxn ang="0">
                          <a:pos x="connsiteX312" y="connsiteY312"/>
                        </a:cxn>
                        <a:cxn ang="0">
                          <a:pos x="connsiteX313" y="connsiteY313"/>
                        </a:cxn>
                        <a:cxn ang="0">
                          <a:pos x="connsiteX314" y="connsiteY314"/>
                        </a:cxn>
                        <a:cxn ang="0">
                          <a:pos x="connsiteX315" y="connsiteY315"/>
                        </a:cxn>
                        <a:cxn ang="0">
                          <a:pos x="connsiteX316" y="connsiteY316"/>
                        </a:cxn>
                        <a:cxn ang="0">
                          <a:pos x="connsiteX317" y="connsiteY317"/>
                        </a:cxn>
                        <a:cxn ang="0">
                          <a:pos x="connsiteX318" y="connsiteY318"/>
                        </a:cxn>
                        <a:cxn ang="0">
                          <a:pos x="connsiteX319" y="connsiteY319"/>
                        </a:cxn>
                        <a:cxn ang="0">
                          <a:pos x="connsiteX320" y="connsiteY320"/>
                        </a:cxn>
                        <a:cxn ang="0">
                          <a:pos x="connsiteX321" y="connsiteY321"/>
                        </a:cxn>
                        <a:cxn ang="0">
                          <a:pos x="connsiteX322" y="connsiteY322"/>
                        </a:cxn>
                        <a:cxn ang="0">
                          <a:pos x="connsiteX323" y="connsiteY323"/>
                        </a:cxn>
                        <a:cxn ang="0">
                          <a:pos x="connsiteX324" y="connsiteY324"/>
                        </a:cxn>
                        <a:cxn ang="0">
                          <a:pos x="connsiteX325" y="connsiteY325"/>
                        </a:cxn>
                        <a:cxn ang="0">
                          <a:pos x="connsiteX326" y="connsiteY326"/>
                        </a:cxn>
                        <a:cxn ang="0">
                          <a:pos x="connsiteX327" y="connsiteY327"/>
                        </a:cxn>
                        <a:cxn ang="0">
                          <a:pos x="connsiteX328" y="connsiteY328"/>
                        </a:cxn>
                        <a:cxn ang="0">
                          <a:pos x="connsiteX329" y="connsiteY329"/>
                        </a:cxn>
                        <a:cxn ang="0">
                          <a:pos x="connsiteX330" y="connsiteY330"/>
                        </a:cxn>
                        <a:cxn ang="0">
                          <a:pos x="connsiteX331" y="connsiteY331"/>
                        </a:cxn>
                        <a:cxn ang="0">
                          <a:pos x="connsiteX332" y="connsiteY332"/>
                        </a:cxn>
                        <a:cxn ang="0">
                          <a:pos x="connsiteX333" y="connsiteY333"/>
                        </a:cxn>
                        <a:cxn ang="0">
                          <a:pos x="connsiteX334" y="connsiteY334"/>
                        </a:cxn>
                        <a:cxn ang="0">
                          <a:pos x="connsiteX335" y="connsiteY335"/>
                        </a:cxn>
                        <a:cxn ang="0">
                          <a:pos x="connsiteX336" y="connsiteY336"/>
                        </a:cxn>
                        <a:cxn ang="0">
                          <a:pos x="connsiteX337" y="connsiteY337"/>
                        </a:cxn>
                        <a:cxn ang="0">
                          <a:pos x="connsiteX338" y="connsiteY338"/>
                        </a:cxn>
                        <a:cxn ang="0">
                          <a:pos x="connsiteX339" y="connsiteY339"/>
                        </a:cxn>
                        <a:cxn ang="0">
                          <a:pos x="connsiteX340" y="connsiteY340"/>
                        </a:cxn>
                        <a:cxn ang="0">
                          <a:pos x="connsiteX341" y="connsiteY341"/>
                        </a:cxn>
                        <a:cxn ang="0">
                          <a:pos x="connsiteX342" y="connsiteY342"/>
                        </a:cxn>
                        <a:cxn ang="0">
                          <a:pos x="connsiteX343" y="connsiteY343"/>
                        </a:cxn>
                        <a:cxn ang="0">
                          <a:pos x="connsiteX344" y="connsiteY344"/>
                        </a:cxn>
                        <a:cxn ang="0">
                          <a:pos x="connsiteX345" y="connsiteY345"/>
                        </a:cxn>
                        <a:cxn ang="0">
                          <a:pos x="connsiteX346" y="connsiteY346"/>
                        </a:cxn>
                        <a:cxn ang="0">
                          <a:pos x="connsiteX347" y="connsiteY347"/>
                        </a:cxn>
                        <a:cxn ang="0">
                          <a:pos x="connsiteX348" y="connsiteY348"/>
                        </a:cxn>
                        <a:cxn ang="0">
                          <a:pos x="connsiteX349" y="connsiteY349"/>
                        </a:cxn>
                        <a:cxn ang="0">
                          <a:pos x="connsiteX350" y="connsiteY350"/>
                        </a:cxn>
                        <a:cxn ang="0">
                          <a:pos x="connsiteX351" y="connsiteY351"/>
                        </a:cxn>
                        <a:cxn ang="0">
                          <a:pos x="connsiteX352" y="connsiteY352"/>
                        </a:cxn>
                        <a:cxn ang="0">
                          <a:pos x="connsiteX353" y="connsiteY353"/>
                        </a:cxn>
                        <a:cxn ang="0">
                          <a:pos x="connsiteX354" y="connsiteY354"/>
                        </a:cxn>
                        <a:cxn ang="0">
                          <a:pos x="connsiteX355" y="connsiteY355"/>
                        </a:cxn>
                        <a:cxn ang="0">
                          <a:pos x="connsiteX356" y="connsiteY356"/>
                        </a:cxn>
                        <a:cxn ang="0">
                          <a:pos x="connsiteX357" y="connsiteY357"/>
                        </a:cxn>
                        <a:cxn ang="0">
                          <a:pos x="connsiteX358" y="connsiteY358"/>
                        </a:cxn>
                        <a:cxn ang="0">
                          <a:pos x="connsiteX359" y="connsiteY359"/>
                        </a:cxn>
                        <a:cxn ang="0">
                          <a:pos x="connsiteX360" y="connsiteY360"/>
                        </a:cxn>
                        <a:cxn ang="0">
                          <a:pos x="connsiteX361" y="connsiteY361"/>
                        </a:cxn>
                        <a:cxn ang="0">
                          <a:pos x="connsiteX362" y="connsiteY362"/>
                        </a:cxn>
                        <a:cxn ang="0">
                          <a:pos x="connsiteX363" y="connsiteY363"/>
                        </a:cxn>
                        <a:cxn ang="0">
                          <a:pos x="connsiteX364" y="connsiteY364"/>
                        </a:cxn>
                        <a:cxn ang="0">
                          <a:pos x="connsiteX365" y="connsiteY365"/>
                        </a:cxn>
                        <a:cxn ang="0">
                          <a:pos x="connsiteX366" y="connsiteY366"/>
                        </a:cxn>
                        <a:cxn ang="0">
                          <a:pos x="connsiteX367" y="connsiteY367"/>
                        </a:cxn>
                        <a:cxn ang="0">
                          <a:pos x="connsiteX368" y="connsiteY368"/>
                        </a:cxn>
                        <a:cxn ang="0">
                          <a:pos x="connsiteX369" y="connsiteY369"/>
                        </a:cxn>
                        <a:cxn ang="0">
                          <a:pos x="connsiteX370" y="connsiteY370"/>
                        </a:cxn>
                        <a:cxn ang="0">
                          <a:pos x="connsiteX371" y="connsiteY371"/>
                        </a:cxn>
                        <a:cxn ang="0">
                          <a:pos x="connsiteX372" y="connsiteY372"/>
                        </a:cxn>
                        <a:cxn ang="0">
                          <a:pos x="connsiteX373" y="connsiteY373"/>
                        </a:cxn>
                        <a:cxn ang="0">
                          <a:pos x="connsiteX374" y="connsiteY374"/>
                        </a:cxn>
                      </a:cxnLst>
                      <a:rect l="l" t="t" r="r" b="b"/>
                      <a:pathLst>
                        <a:path w="3238076" h="1930313">
                          <a:moveTo>
                            <a:pt x="3238077" y="762334"/>
                          </a:moveTo>
                          <a:lnTo>
                            <a:pt x="3227570" y="1930314"/>
                          </a:lnTo>
                          <a:lnTo>
                            <a:pt x="3222298" y="1672013"/>
                          </a:lnTo>
                          <a:lnTo>
                            <a:pt x="3217025" y="1196616"/>
                          </a:lnTo>
                          <a:lnTo>
                            <a:pt x="3211740" y="1085750"/>
                          </a:lnTo>
                          <a:lnTo>
                            <a:pt x="3206448" y="1288006"/>
                          </a:lnTo>
                          <a:lnTo>
                            <a:pt x="3201143" y="1790800"/>
                          </a:lnTo>
                          <a:lnTo>
                            <a:pt x="3195832" y="1176381"/>
                          </a:lnTo>
                          <a:lnTo>
                            <a:pt x="3190515" y="1729814"/>
                          </a:lnTo>
                          <a:lnTo>
                            <a:pt x="3185185" y="1761399"/>
                          </a:lnTo>
                          <a:lnTo>
                            <a:pt x="3179848" y="1166059"/>
                          </a:lnTo>
                          <a:lnTo>
                            <a:pt x="3174506" y="1047112"/>
                          </a:lnTo>
                          <a:lnTo>
                            <a:pt x="3169150" y="899326"/>
                          </a:lnTo>
                          <a:lnTo>
                            <a:pt x="3163788" y="1136211"/>
                          </a:lnTo>
                          <a:lnTo>
                            <a:pt x="3158420" y="1158214"/>
                          </a:lnTo>
                          <a:lnTo>
                            <a:pt x="3153039" y="933310"/>
                          </a:lnTo>
                          <a:lnTo>
                            <a:pt x="3147645" y="1007663"/>
                          </a:lnTo>
                          <a:lnTo>
                            <a:pt x="3142251" y="1172142"/>
                          </a:lnTo>
                          <a:lnTo>
                            <a:pt x="3131425" y="1062407"/>
                          </a:lnTo>
                          <a:lnTo>
                            <a:pt x="3126005" y="951880"/>
                          </a:lnTo>
                          <a:lnTo>
                            <a:pt x="3120567" y="903596"/>
                          </a:lnTo>
                          <a:lnTo>
                            <a:pt x="3115128" y="1089300"/>
                          </a:lnTo>
                          <a:lnTo>
                            <a:pt x="3104213" y="1227051"/>
                          </a:lnTo>
                          <a:lnTo>
                            <a:pt x="3098742" y="1319814"/>
                          </a:lnTo>
                          <a:lnTo>
                            <a:pt x="3093265" y="1195154"/>
                          </a:lnTo>
                          <a:lnTo>
                            <a:pt x="3087776" y="1136887"/>
                          </a:lnTo>
                          <a:lnTo>
                            <a:pt x="3082280" y="1243144"/>
                          </a:lnTo>
                          <a:lnTo>
                            <a:pt x="3076771" y="1298296"/>
                          </a:lnTo>
                          <a:lnTo>
                            <a:pt x="3071249" y="1401731"/>
                          </a:lnTo>
                          <a:lnTo>
                            <a:pt x="3065728" y="1321825"/>
                          </a:lnTo>
                          <a:lnTo>
                            <a:pt x="3060187" y="898266"/>
                          </a:lnTo>
                          <a:lnTo>
                            <a:pt x="3054646" y="1329887"/>
                          </a:lnTo>
                          <a:lnTo>
                            <a:pt x="3043527" y="1086638"/>
                          </a:lnTo>
                          <a:lnTo>
                            <a:pt x="3037948" y="1270930"/>
                          </a:lnTo>
                          <a:lnTo>
                            <a:pt x="3032362" y="1326472"/>
                          </a:lnTo>
                          <a:lnTo>
                            <a:pt x="3026770" y="1298679"/>
                          </a:lnTo>
                          <a:lnTo>
                            <a:pt x="3021166" y="1321997"/>
                          </a:lnTo>
                          <a:lnTo>
                            <a:pt x="3015555" y="1128308"/>
                          </a:lnTo>
                          <a:lnTo>
                            <a:pt x="3009931" y="1393177"/>
                          </a:lnTo>
                          <a:lnTo>
                            <a:pt x="3004295" y="1036120"/>
                          </a:lnTo>
                          <a:lnTo>
                            <a:pt x="2998652" y="1305987"/>
                          </a:lnTo>
                          <a:lnTo>
                            <a:pt x="2992996" y="890715"/>
                          </a:lnTo>
                          <a:lnTo>
                            <a:pt x="2987334" y="1127829"/>
                          </a:lnTo>
                          <a:lnTo>
                            <a:pt x="2981660" y="1219404"/>
                          </a:lnTo>
                          <a:lnTo>
                            <a:pt x="2975972" y="1218402"/>
                          </a:lnTo>
                          <a:lnTo>
                            <a:pt x="2970278" y="1156605"/>
                          </a:lnTo>
                          <a:lnTo>
                            <a:pt x="2964578" y="1249010"/>
                          </a:lnTo>
                          <a:lnTo>
                            <a:pt x="2958858" y="1140098"/>
                          </a:lnTo>
                          <a:lnTo>
                            <a:pt x="2953133" y="1215670"/>
                          </a:lnTo>
                          <a:lnTo>
                            <a:pt x="2947400" y="1147988"/>
                          </a:lnTo>
                          <a:lnTo>
                            <a:pt x="2941655" y="757176"/>
                          </a:lnTo>
                          <a:lnTo>
                            <a:pt x="2935898" y="1046442"/>
                          </a:lnTo>
                          <a:lnTo>
                            <a:pt x="2930127" y="1080797"/>
                          </a:lnTo>
                          <a:lnTo>
                            <a:pt x="2924350" y="1093289"/>
                          </a:lnTo>
                          <a:lnTo>
                            <a:pt x="2918561" y="982373"/>
                          </a:lnTo>
                          <a:lnTo>
                            <a:pt x="2912758" y="614911"/>
                          </a:lnTo>
                          <a:lnTo>
                            <a:pt x="2906949" y="905575"/>
                          </a:lnTo>
                          <a:lnTo>
                            <a:pt x="2901128" y="770121"/>
                          </a:lnTo>
                          <a:lnTo>
                            <a:pt x="2895293" y="821513"/>
                          </a:lnTo>
                          <a:lnTo>
                            <a:pt x="2889453" y="1162733"/>
                          </a:lnTo>
                          <a:lnTo>
                            <a:pt x="2883599" y="1217119"/>
                          </a:lnTo>
                          <a:lnTo>
                            <a:pt x="2877733" y="1223624"/>
                          </a:lnTo>
                          <a:lnTo>
                            <a:pt x="2871854" y="847359"/>
                          </a:lnTo>
                          <a:lnTo>
                            <a:pt x="2865969" y="800104"/>
                          </a:lnTo>
                          <a:lnTo>
                            <a:pt x="2860070" y="662192"/>
                          </a:lnTo>
                          <a:lnTo>
                            <a:pt x="2854159" y="857739"/>
                          </a:lnTo>
                          <a:lnTo>
                            <a:pt x="2848236" y="1132808"/>
                          </a:lnTo>
                          <a:lnTo>
                            <a:pt x="2842299" y="1129827"/>
                          </a:lnTo>
                          <a:lnTo>
                            <a:pt x="2836356" y="1065790"/>
                          </a:lnTo>
                          <a:lnTo>
                            <a:pt x="2830401" y="770510"/>
                          </a:lnTo>
                          <a:lnTo>
                            <a:pt x="2824432" y="982296"/>
                          </a:lnTo>
                          <a:lnTo>
                            <a:pt x="2818451" y="1227766"/>
                          </a:lnTo>
                          <a:lnTo>
                            <a:pt x="2812463" y="1298551"/>
                          </a:lnTo>
                          <a:lnTo>
                            <a:pt x="2806457" y="1242805"/>
                          </a:lnTo>
                          <a:lnTo>
                            <a:pt x="2800444" y="1236250"/>
                          </a:lnTo>
                          <a:lnTo>
                            <a:pt x="2794411" y="1305975"/>
                          </a:lnTo>
                          <a:lnTo>
                            <a:pt x="2788373" y="1265849"/>
                          </a:lnTo>
                          <a:lnTo>
                            <a:pt x="2782322" y="1179106"/>
                          </a:lnTo>
                          <a:lnTo>
                            <a:pt x="2776257" y="1342245"/>
                          </a:lnTo>
                          <a:lnTo>
                            <a:pt x="2770187" y="1188586"/>
                          </a:lnTo>
                          <a:lnTo>
                            <a:pt x="2764097" y="1009291"/>
                          </a:lnTo>
                          <a:lnTo>
                            <a:pt x="2757995" y="1377659"/>
                          </a:lnTo>
                          <a:lnTo>
                            <a:pt x="2751886" y="1117565"/>
                          </a:lnTo>
                          <a:lnTo>
                            <a:pt x="2745758" y="976315"/>
                          </a:lnTo>
                          <a:lnTo>
                            <a:pt x="2739624" y="1175474"/>
                          </a:lnTo>
                          <a:lnTo>
                            <a:pt x="2733470" y="988973"/>
                          </a:lnTo>
                          <a:lnTo>
                            <a:pt x="2727310" y="1059853"/>
                          </a:lnTo>
                          <a:lnTo>
                            <a:pt x="2721131" y="1183294"/>
                          </a:lnTo>
                          <a:lnTo>
                            <a:pt x="2714946" y="1108743"/>
                          </a:lnTo>
                          <a:lnTo>
                            <a:pt x="2708741" y="1211393"/>
                          </a:lnTo>
                          <a:lnTo>
                            <a:pt x="2702530" y="933393"/>
                          </a:lnTo>
                          <a:lnTo>
                            <a:pt x="2696300" y="1033171"/>
                          </a:lnTo>
                          <a:lnTo>
                            <a:pt x="2690057" y="1225870"/>
                          </a:lnTo>
                          <a:lnTo>
                            <a:pt x="2683808" y="1305043"/>
                          </a:lnTo>
                          <a:lnTo>
                            <a:pt x="2677540" y="1101479"/>
                          </a:lnTo>
                          <a:lnTo>
                            <a:pt x="2671258" y="1139977"/>
                          </a:lnTo>
                          <a:lnTo>
                            <a:pt x="2664964" y="1025332"/>
                          </a:lnTo>
                          <a:lnTo>
                            <a:pt x="2658658" y="1118522"/>
                          </a:lnTo>
                          <a:lnTo>
                            <a:pt x="2652338" y="1009349"/>
                          </a:lnTo>
                          <a:lnTo>
                            <a:pt x="2646000" y="846663"/>
                          </a:lnTo>
                          <a:lnTo>
                            <a:pt x="2639655" y="1158795"/>
                          </a:lnTo>
                          <a:lnTo>
                            <a:pt x="2633290" y="1070220"/>
                          </a:lnTo>
                          <a:lnTo>
                            <a:pt x="2626913" y="1076392"/>
                          </a:lnTo>
                          <a:lnTo>
                            <a:pt x="2620524" y="1231296"/>
                          </a:lnTo>
                          <a:lnTo>
                            <a:pt x="2614121" y="1273854"/>
                          </a:lnTo>
                          <a:lnTo>
                            <a:pt x="2607706" y="1085074"/>
                          </a:lnTo>
                          <a:lnTo>
                            <a:pt x="2601272" y="1127376"/>
                          </a:lnTo>
                          <a:lnTo>
                            <a:pt x="2594825" y="1054083"/>
                          </a:lnTo>
                          <a:lnTo>
                            <a:pt x="2588365" y="1204818"/>
                          </a:lnTo>
                          <a:lnTo>
                            <a:pt x="2581886" y="906437"/>
                          </a:lnTo>
                          <a:lnTo>
                            <a:pt x="2575400" y="943103"/>
                          </a:lnTo>
                          <a:lnTo>
                            <a:pt x="2568896" y="898151"/>
                          </a:lnTo>
                          <a:lnTo>
                            <a:pt x="2562372" y="730602"/>
                          </a:lnTo>
                          <a:lnTo>
                            <a:pt x="2555842" y="833016"/>
                          </a:lnTo>
                          <a:lnTo>
                            <a:pt x="2549292" y="775304"/>
                          </a:lnTo>
                          <a:lnTo>
                            <a:pt x="2542724" y="687406"/>
                          </a:lnTo>
                          <a:lnTo>
                            <a:pt x="2536143" y="743324"/>
                          </a:lnTo>
                          <a:lnTo>
                            <a:pt x="2529549" y="726000"/>
                          </a:lnTo>
                          <a:lnTo>
                            <a:pt x="2522942" y="554882"/>
                          </a:lnTo>
                          <a:lnTo>
                            <a:pt x="2516316" y="590795"/>
                          </a:lnTo>
                          <a:lnTo>
                            <a:pt x="2509678" y="681636"/>
                          </a:lnTo>
                          <a:lnTo>
                            <a:pt x="2503020" y="638484"/>
                          </a:lnTo>
                          <a:lnTo>
                            <a:pt x="2496343" y="674997"/>
                          </a:lnTo>
                          <a:lnTo>
                            <a:pt x="2489660" y="716603"/>
                          </a:lnTo>
                          <a:lnTo>
                            <a:pt x="2482951" y="645295"/>
                          </a:lnTo>
                          <a:lnTo>
                            <a:pt x="2476235" y="637195"/>
                          </a:lnTo>
                          <a:lnTo>
                            <a:pt x="2469495" y="732300"/>
                          </a:lnTo>
                          <a:lnTo>
                            <a:pt x="2462748" y="915061"/>
                          </a:lnTo>
                          <a:lnTo>
                            <a:pt x="2455975" y="1066479"/>
                          </a:lnTo>
                          <a:lnTo>
                            <a:pt x="2449189" y="1170202"/>
                          </a:lnTo>
                          <a:lnTo>
                            <a:pt x="2442391" y="1084008"/>
                          </a:lnTo>
                          <a:lnTo>
                            <a:pt x="2435574" y="1280920"/>
                          </a:lnTo>
                          <a:lnTo>
                            <a:pt x="2428737" y="1210825"/>
                          </a:lnTo>
                          <a:lnTo>
                            <a:pt x="2421882" y="1254225"/>
                          </a:lnTo>
                          <a:lnTo>
                            <a:pt x="2415013" y="1205042"/>
                          </a:lnTo>
                          <a:lnTo>
                            <a:pt x="2408132" y="1234411"/>
                          </a:lnTo>
                          <a:lnTo>
                            <a:pt x="2401225" y="1231494"/>
                          </a:lnTo>
                          <a:lnTo>
                            <a:pt x="2387367" y="1086657"/>
                          </a:lnTo>
                          <a:lnTo>
                            <a:pt x="2380409" y="1094757"/>
                          </a:lnTo>
                          <a:lnTo>
                            <a:pt x="2373439" y="1300613"/>
                          </a:lnTo>
                          <a:lnTo>
                            <a:pt x="2366449" y="1343585"/>
                          </a:lnTo>
                          <a:lnTo>
                            <a:pt x="2359440" y="1224907"/>
                          </a:lnTo>
                          <a:lnTo>
                            <a:pt x="2352412" y="1197522"/>
                          </a:lnTo>
                          <a:lnTo>
                            <a:pt x="2345365" y="1225194"/>
                          </a:lnTo>
                          <a:lnTo>
                            <a:pt x="2338305" y="1328699"/>
                          </a:lnTo>
                          <a:lnTo>
                            <a:pt x="2331219" y="1290393"/>
                          </a:lnTo>
                          <a:lnTo>
                            <a:pt x="2324121" y="1306868"/>
                          </a:lnTo>
                          <a:lnTo>
                            <a:pt x="2316997" y="1334661"/>
                          </a:lnTo>
                          <a:lnTo>
                            <a:pt x="2309861" y="1288433"/>
                          </a:lnTo>
                          <a:lnTo>
                            <a:pt x="2302705" y="1350715"/>
                          </a:lnTo>
                          <a:lnTo>
                            <a:pt x="2295530" y="1303211"/>
                          </a:lnTo>
                          <a:lnTo>
                            <a:pt x="2288330" y="1287489"/>
                          </a:lnTo>
                          <a:lnTo>
                            <a:pt x="2281117" y="1252597"/>
                          </a:lnTo>
                          <a:lnTo>
                            <a:pt x="2273885" y="1232107"/>
                          </a:lnTo>
                          <a:lnTo>
                            <a:pt x="2266627" y="1222283"/>
                          </a:lnTo>
                          <a:lnTo>
                            <a:pt x="2259356" y="1350907"/>
                          </a:lnTo>
                          <a:lnTo>
                            <a:pt x="2252060" y="1273911"/>
                          </a:lnTo>
                          <a:lnTo>
                            <a:pt x="2244745" y="1204857"/>
                          </a:lnTo>
                          <a:lnTo>
                            <a:pt x="2237410" y="1232375"/>
                          </a:lnTo>
                          <a:lnTo>
                            <a:pt x="2230057" y="1243444"/>
                          </a:lnTo>
                          <a:lnTo>
                            <a:pt x="2222678" y="1369444"/>
                          </a:lnTo>
                          <a:lnTo>
                            <a:pt x="2215286" y="1203076"/>
                          </a:lnTo>
                          <a:lnTo>
                            <a:pt x="2207868" y="1246399"/>
                          </a:lnTo>
                          <a:lnTo>
                            <a:pt x="2200425" y="1314828"/>
                          </a:lnTo>
                          <a:lnTo>
                            <a:pt x="2192970" y="1265058"/>
                          </a:lnTo>
                          <a:lnTo>
                            <a:pt x="2185489" y="1206082"/>
                          </a:lnTo>
                          <a:lnTo>
                            <a:pt x="2177982" y="1167814"/>
                          </a:lnTo>
                          <a:lnTo>
                            <a:pt x="2170462" y="1204684"/>
                          </a:lnTo>
                          <a:lnTo>
                            <a:pt x="2162911" y="1177230"/>
                          </a:lnTo>
                          <a:lnTo>
                            <a:pt x="2155346" y="1195824"/>
                          </a:lnTo>
                          <a:lnTo>
                            <a:pt x="2147757" y="1208738"/>
                          </a:lnTo>
                          <a:lnTo>
                            <a:pt x="2140141" y="1139306"/>
                          </a:lnTo>
                          <a:lnTo>
                            <a:pt x="2132507" y="1122071"/>
                          </a:lnTo>
                          <a:lnTo>
                            <a:pt x="2124847" y="1133427"/>
                          </a:lnTo>
                          <a:lnTo>
                            <a:pt x="2117168" y="1203389"/>
                          </a:lnTo>
                          <a:lnTo>
                            <a:pt x="2109463" y="1042657"/>
                          </a:lnTo>
                          <a:lnTo>
                            <a:pt x="2101733" y="1096079"/>
                          </a:lnTo>
                          <a:lnTo>
                            <a:pt x="2093984" y="1100113"/>
                          </a:lnTo>
                          <a:lnTo>
                            <a:pt x="2086209" y="1055245"/>
                          </a:lnTo>
                          <a:lnTo>
                            <a:pt x="2078408" y="1051127"/>
                          </a:lnTo>
                          <a:lnTo>
                            <a:pt x="2070582" y="1107792"/>
                          </a:lnTo>
                          <a:lnTo>
                            <a:pt x="2062737" y="928025"/>
                          </a:lnTo>
                          <a:lnTo>
                            <a:pt x="2054867" y="957886"/>
                          </a:lnTo>
                          <a:lnTo>
                            <a:pt x="2046964" y="959342"/>
                          </a:lnTo>
                          <a:lnTo>
                            <a:pt x="2039042" y="891149"/>
                          </a:lnTo>
                          <a:lnTo>
                            <a:pt x="2031095" y="949058"/>
                          </a:lnTo>
                          <a:lnTo>
                            <a:pt x="2023123" y="886770"/>
                          </a:lnTo>
                          <a:lnTo>
                            <a:pt x="2015124" y="902268"/>
                          </a:lnTo>
                          <a:lnTo>
                            <a:pt x="2007100" y="934102"/>
                          </a:lnTo>
                          <a:lnTo>
                            <a:pt x="1999051" y="788384"/>
                          </a:lnTo>
                          <a:lnTo>
                            <a:pt x="1990976" y="910439"/>
                          </a:lnTo>
                          <a:lnTo>
                            <a:pt x="1982869" y="1109081"/>
                          </a:lnTo>
                          <a:lnTo>
                            <a:pt x="1974743" y="1047208"/>
                          </a:lnTo>
                          <a:lnTo>
                            <a:pt x="1966586" y="793797"/>
                          </a:lnTo>
                          <a:lnTo>
                            <a:pt x="1958402" y="733998"/>
                          </a:lnTo>
                          <a:lnTo>
                            <a:pt x="1950187" y="863337"/>
                          </a:lnTo>
                          <a:lnTo>
                            <a:pt x="1941952" y="808478"/>
                          </a:lnTo>
                          <a:lnTo>
                            <a:pt x="1933679" y="737368"/>
                          </a:lnTo>
                          <a:lnTo>
                            <a:pt x="1925388" y="772891"/>
                          </a:lnTo>
                          <a:lnTo>
                            <a:pt x="1917064" y="714822"/>
                          </a:lnTo>
                          <a:lnTo>
                            <a:pt x="1908708" y="683825"/>
                          </a:lnTo>
                          <a:lnTo>
                            <a:pt x="1900327" y="724065"/>
                          </a:lnTo>
                          <a:lnTo>
                            <a:pt x="1891913" y="784298"/>
                          </a:lnTo>
                          <a:lnTo>
                            <a:pt x="1883475" y="591210"/>
                          </a:lnTo>
                          <a:lnTo>
                            <a:pt x="1866502" y="683870"/>
                          </a:lnTo>
                          <a:lnTo>
                            <a:pt x="1857974" y="865603"/>
                          </a:lnTo>
                          <a:lnTo>
                            <a:pt x="1840815" y="473778"/>
                          </a:lnTo>
                          <a:lnTo>
                            <a:pt x="1832191" y="541508"/>
                          </a:lnTo>
                          <a:lnTo>
                            <a:pt x="1823536" y="718416"/>
                          </a:lnTo>
                          <a:lnTo>
                            <a:pt x="1814848" y="480114"/>
                          </a:lnTo>
                          <a:lnTo>
                            <a:pt x="1806128" y="493483"/>
                          </a:lnTo>
                          <a:lnTo>
                            <a:pt x="1797370" y="645372"/>
                          </a:lnTo>
                          <a:lnTo>
                            <a:pt x="1788587" y="548716"/>
                          </a:lnTo>
                          <a:lnTo>
                            <a:pt x="1779765" y="523318"/>
                          </a:lnTo>
                          <a:lnTo>
                            <a:pt x="1770912" y="455255"/>
                          </a:lnTo>
                          <a:lnTo>
                            <a:pt x="1762026" y="661694"/>
                          </a:lnTo>
                          <a:lnTo>
                            <a:pt x="1753108" y="724397"/>
                          </a:lnTo>
                          <a:lnTo>
                            <a:pt x="1744153" y="499180"/>
                          </a:lnTo>
                          <a:lnTo>
                            <a:pt x="1735159" y="653045"/>
                          </a:lnTo>
                          <a:lnTo>
                            <a:pt x="1726133" y="666865"/>
                          </a:lnTo>
                          <a:lnTo>
                            <a:pt x="1717075" y="856826"/>
                          </a:lnTo>
                          <a:lnTo>
                            <a:pt x="1707972" y="597899"/>
                          </a:lnTo>
                          <a:lnTo>
                            <a:pt x="1698838" y="668486"/>
                          </a:lnTo>
                          <a:lnTo>
                            <a:pt x="1689671" y="652981"/>
                          </a:lnTo>
                          <a:lnTo>
                            <a:pt x="1680460" y="719610"/>
                          </a:lnTo>
                          <a:lnTo>
                            <a:pt x="1671217" y="748712"/>
                          </a:lnTo>
                          <a:lnTo>
                            <a:pt x="1661929" y="673791"/>
                          </a:lnTo>
                          <a:lnTo>
                            <a:pt x="1652610" y="751367"/>
                          </a:lnTo>
                          <a:lnTo>
                            <a:pt x="1643245" y="618281"/>
                          </a:lnTo>
                          <a:lnTo>
                            <a:pt x="1633849" y="598116"/>
                          </a:lnTo>
                          <a:lnTo>
                            <a:pt x="1624408" y="616602"/>
                          </a:lnTo>
                          <a:lnTo>
                            <a:pt x="1614923" y="615358"/>
                          </a:lnTo>
                          <a:lnTo>
                            <a:pt x="1605405" y="605336"/>
                          </a:lnTo>
                          <a:lnTo>
                            <a:pt x="1595843" y="670778"/>
                          </a:lnTo>
                          <a:lnTo>
                            <a:pt x="1586242" y="707916"/>
                          </a:lnTo>
                          <a:lnTo>
                            <a:pt x="1576597" y="767676"/>
                          </a:lnTo>
                          <a:lnTo>
                            <a:pt x="1566907" y="510290"/>
                          </a:lnTo>
                          <a:lnTo>
                            <a:pt x="1557179" y="671678"/>
                          </a:lnTo>
                          <a:lnTo>
                            <a:pt x="1547400" y="417160"/>
                          </a:lnTo>
                          <a:lnTo>
                            <a:pt x="1537583" y="481930"/>
                          </a:lnTo>
                          <a:lnTo>
                            <a:pt x="1527720" y="561329"/>
                          </a:lnTo>
                          <a:lnTo>
                            <a:pt x="1517813" y="470990"/>
                          </a:lnTo>
                          <a:lnTo>
                            <a:pt x="1507862" y="649259"/>
                          </a:lnTo>
                          <a:lnTo>
                            <a:pt x="1497865" y="537530"/>
                          </a:lnTo>
                          <a:lnTo>
                            <a:pt x="1487825" y="254845"/>
                          </a:lnTo>
                          <a:lnTo>
                            <a:pt x="1477733" y="374663"/>
                          </a:lnTo>
                          <a:lnTo>
                            <a:pt x="1467589" y="439197"/>
                          </a:lnTo>
                          <a:lnTo>
                            <a:pt x="1457402" y="436199"/>
                          </a:lnTo>
                          <a:lnTo>
                            <a:pt x="1447169" y="373202"/>
                          </a:lnTo>
                          <a:lnTo>
                            <a:pt x="1436886" y="411546"/>
                          </a:lnTo>
                          <a:lnTo>
                            <a:pt x="1426551" y="361104"/>
                          </a:lnTo>
                          <a:lnTo>
                            <a:pt x="1416165" y="390256"/>
                          </a:lnTo>
                          <a:lnTo>
                            <a:pt x="1405729" y="758382"/>
                          </a:lnTo>
                          <a:lnTo>
                            <a:pt x="1395247" y="445593"/>
                          </a:lnTo>
                          <a:lnTo>
                            <a:pt x="1384708" y="677327"/>
                          </a:lnTo>
                          <a:lnTo>
                            <a:pt x="1374112" y="557506"/>
                          </a:lnTo>
                          <a:lnTo>
                            <a:pt x="1363471" y="554391"/>
                          </a:lnTo>
                          <a:lnTo>
                            <a:pt x="1352773" y="639914"/>
                          </a:lnTo>
                          <a:lnTo>
                            <a:pt x="1342017" y="307088"/>
                          </a:lnTo>
                          <a:lnTo>
                            <a:pt x="1331210" y="629593"/>
                          </a:lnTo>
                          <a:lnTo>
                            <a:pt x="1309424" y="749260"/>
                          </a:lnTo>
                          <a:lnTo>
                            <a:pt x="1298444" y="766572"/>
                          </a:lnTo>
                          <a:lnTo>
                            <a:pt x="1287414" y="951848"/>
                          </a:lnTo>
                          <a:lnTo>
                            <a:pt x="1276320" y="990894"/>
                          </a:lnTo>
                          <a:lnTo>
                            <a:pt x="1265168" y="1230249"/>
                          </a:lnTo>
                          <a:lnTo>
                            <a:pt x="1253953" y="836169"/>
                          </a:lnTo>
                          <a:lnTo>
                            <a:pt x="1242680" y="868335"/>
                          </a:lnTo>
                          <a:lnTo>
                            <a:pt x="1231350" y="737828"/>
                          </a:lnTo>
                          <a:lnTo>
                            <a:pt x="1219949" y="765704"/>
                          </a:lnTo>
                          <a:lnTo>
                            <a:pt x="1208491" y="902524"/>
                          </a:lnTo>
                          <a:lnTo>
                            <a:pt x="1196969" y="899128"/>
                          </a:lnTo>
                          <a:lnTo>
                            <a:pt x="1185383" y="800882"/>
                          </a:lnTo>
                          <a:lnTo>
                            <a:pt x="1173740" y="1006751"/>
                          </a:lnTo>
                          <a:lnTo>
                            <a:pt x="1162020" y="950111"/>
                          </a:lnTo>
                          <a:lnTo>
                            <a:pt x="1150243" y="1070475"/>
                          </a:lnTo>
                          <a:lnTo>
                            <a:pt x="1138396" y="1140117"/>
                          </a:lnTo>
                          <a:lnTo>
                            <a:pt x="1126485" y="1045485"/>
                          </a:lnTo>
                          <a:lnTo>
                            <a:pt x="1114503" y="1082386"/>
                          </a:lnTo>
                          <a:lnTo>
                            <a:pt x="1102451" y="1078914"/>
                          </a:lnTo>
                          <a:lnTo>
                            <a:pt x="1090336" y="1048887"/>
                          </a:lnTo>
                          <a:lnTo>
                            <a:pt x="1078144" y="1089389"/>
                          </a:lnTo>
                          <a:lnTo>
                            <a:pt x="1065888" y="981211"/>
                          </a:lnTo>
                          <a:lnTo>
                            <a:pt x="1053562" y="973564"/>
                          </a:lnTo>
                          <a:lnTo>
                            <a:pt x="1041165" y="901611"/>
                          </a:lnTo>
                          <a:lnTo>
                            <a:pt x="1028692" y="888500"/>
                          </a:lnTo>
                          <a:lnTo>
                            <a:pt x="1016149" y="813164"/>
                          </a:lnTo>
                          <a:lnTo>
                            <a:pt x="1003536" y="840912"/>
                          </a:lnTo>
                          <a:lnTo>
                            <a:pt x="990852" y="741486"/>
                          </a:lnTo>
                          <a:lnTo>
                            <a:pt x="965261" y="487856"/>
                          </a:lnTo>
                          <a:lnTo>
                            <a:pt x="952361" y="546520"/>
                          </a:lnTo>
                          <a:lnTo>
                            <a:pt x="939383" y="536812"/>
                          </a:lnTo>
                          <a:lnTo>
                            <a:pt x="926336" y="294418"/>
                          </a:lnTo>
                          <a:lnTo>
                            <a:pt x="913212" y="560614"/>
                          </a:lnTo>
                          <a:lnTo>
                            <a:pt x="900017" y="696822"/>
                          </a:lnTo>
                          <a:lnTo>
                            <a:pt x="886753" y="483542"/>
                          </a:lnTo>
                          <a:lnTo>
                            <a:pt x="873418" y="666335"/>
                          </a:lnTo>
                          <a:lnTo>
                            <a:pt x="860007" y="549795"/>
                          </a:lnTo>
                          <a:lnTo>
                            <a:pt x="846532" y="546603"/>
                          </a:lnTo>
                          <a:lnTo>
                            <a:pt x="832986" y="436350"/>
                          </a:lnTo>
                          <a:lnTo>
                            <a:pt x="819371" y="452364"/>
                          </a:lnTo>
                          <a:lnTo>
                            <a:pt x="805691" y="557997"/>
                          </a:lnTo>
                          <a:lnTo>
                            <a:pt x="791948" y="560997"/>
                          </a:lnTo>
                          <a:lnTo>
                            <a:pt x="778147" y="734011"/>
                          </a:lnTo>
                          <a:lnTo>
                            <a:pt x="764276" y="769234"/>
                          </a:lnTo>
                          <a:lnTo>
                            <a:pt x="750354" y="888863"/>
                          </a:lnTo>
                          <a:lnTo>
                            <a:pt x="736375" y="972734"/>
                          </a:lnTo>
                          <a:lnTo>
                            <a:pt x="722344" y="976864"/>
                          </a:lnTo>
                          <a:lnTo>
                            <a:pt x="708263" y="1147949"/>
                          </a:lnTo>
                          <a:lnTo>
                            <a:pt x="694137" y="1230581"/>
                          </a:lnTo>
                          <a:lnTo>
                            <a:pt x="679972" y="1200344"/>
                          </a:lnTo>
                          <a:lnTo>
                            <a:pt x="665769" y="1123769"/>
                          </a:lnTo>
                          <a:lnTo>
                            <a:pt x="651534" y="1097094"/>
                          </a:lnTo>
                          <a:lnTo>
                            <a:pt x="637280" y="964104"/>
                          </a:lnTo>
                          <a:lnTo>
                            <a:pt x="623001" y="972810"/>
                          </a:lnTo>
                          <a:lnTo>
                            <a:pt x="608709" y="965431"/>
                          </a:lnTo>
                          <a:lnTo>
                            <a:pt x="594410" y="916420"/>
                          </a:lnTo>
                          <a:lnTo>
                            <a:pt x="580111" y="945784"/>
                          </a:lnTo>
                          <a:lnTo>
                            <a:pt x="565819" y="822649"/>
                          </a:lnTo>
                          <a:lnTo>
                            <a:pt x="551546" y="780998"/>
                          </a:lnTo>
                          <a:lnTo>
                            <a:pt x="537299" y="912137"/>
                          </a:lnTo>
                          <a:lnTo>
                            <a:pt x="523089" y="718129"/>
                          </a:lnTo>
                          <a:lnTo>
                            <a:pt x="508918" y="748756"/>
                          </a:lnTo>
                          <a:lnTo>
                            <a:pt x="494805" y="843925"/>
                          </a:lnTo>
                          <a:lnTo>
                            <a:pt x="480762" y="872860"/>
                          </a:lnTo>
                          <a:lnTo>
                            <a:pt x="466788" y="819234"/>
                          </a:lnTo>
                          <a:lnTo>
                            <a:pt x="452904" y="878682"/>
                          </a:lnTo>
                          <a:lnTo>
                            <a:pt x="439118" y="1180396"/>
                          </a:lnTo>
                          <a:lnTo>
                            <a:pt x="425440" y="1199890"/>
                          </a:lnTo>
                          <a:lnTo>
                            <a:pt x="411886" y="1111801"/>
                          </a:lnTo>
                          <a:lnTo>
                            <a:pt x="398462" y="1127887"/>
                          </a:lnTo>
                          <a:lnTo>
                            <a:pt x="385182" y="1079137"/>
                          </a:lnTo>
                          <a:lnTo>
                            <a:pt x="372056" y="1082508"/>
                          </a:lnTo>
                          <a:lnTo>
                            <a:pt x="346309" y="975594"/>
                          </a:lnTo>
                          <a:lnTo>
                            <a:pt x="333707" y="954644"/>
                          </a:lnTo>
                          <a:lnTo>
                            <a:pt x="321298" y="987703"/>
                          </a:lnTo>
                          <a:lnTo>
                            <a:pt x="309089" y="916229"/>
                          </a:lnTo>
                          <a:lnTo>
                            <a:pt x="297093" y="968489"/>
                          </a:lnTo>
                          <a:lnTo>
                            <a:pt x="285311" y="880559"/>
                          </a:lnTo>
                          <a:lnTo>
                            <a:pt x="273750" y="995184"/>
                          </a:lnTo>
                          <a:lnTo>
                            <a:pt x="262415" y="903002"/>
                          </a:lnTo>
                          <a:lnTo>
                            <a:pt x="251311" y="940798"/>
                          </a:lnTo>
                          <a:lnTo>
                            <a:pt x="240443" y="898107"/>
                          </a:lnTo>
                          <a:lnTo>
                            <a:pt x="229812" y="828937"/>
                          </a:lnTo>
                          <a:lnTo>
                            <a:pt x="219416" y="805887"/>
                          </a:lnTo>
                          <a:lnTo>
                            <a:pt x="209260" y="758172"/>
                          </a:lnTo>
                          <a:lnTo>
                            <a:pt x="189663" y="794761"/>
                          </a:lnTo>
                          <a:lnTo>
                            <a:pt x="180222" y="695921"/>
                          </a:lnTo>
                          <a:lnTo>
                            <a:pt x="171013" y="522241"/>
                          </a:lnTo>
                          <a:lnTo>
                            <a:pt x="162033" y="468152"/>
                          </a:lnTo>
                          <a:lnTo>
                            <a:pt x="153289" y="733513"/>
                          </a:lnTo>
                          <a:lnTo>
                            <a:pt x="144768" y="582439"/>
                          </a:lnTo>
                          <a:lnTo>
                            <a:pt x="136466" y="362095"/>
                          </a:lnTo>
                          <a:lnTo>
                            <a:pt x="128382" y="542020"/>
                          </a:lnTo>
                          <a:lnTo>
                            <a:pt x="120511" y="369861"/>
                          </a:lnTo>
                          <a:lnTo>
                            <a:pt x="112847" y="151618"/>
                          </a:lnTo>
                          <a:lnTo>
                            <a:pt x="105387" y="39753"/>
                          </a:lnTo>
                          <a:lnTo>
                            <a:pt x="98125" y="455895"/>
                          </a:lnTo>
                          <a:lnTo>
                            <a:pt x="91054" y="504586"/>
                          </a:lnTo>
                          <a:lnTo>
                            <a:pt x="84168" y="492698"/>
                          </a:lnTo>
                          <a:lnTo>
                            <a:pt x="77469" y="422185"/>
                          </a:lnTo>
                          <a:lnTo>
                            <a:pt x="70949" y="306995"/>
                          </a:lnTo>
                          <a:lnTo>
                            <a:pt x="64595" y="275929"/>
                          </a:lnTo>
                          <a:lnTo>
                            <a:pt x="58412" y="27114"/>
                          </a:lnTo>
                          <a:lnTo>
                            <a:pt x="52391" y="197920"/>
                          </a:lnTo>
                          <a:lnTo>
                            <a:pt x="46522" y="0"/>
                          </a:lnTo>
                          <a:lnTo>
                            <a:pt x="40810" y="299141"/>
                          </a:lnTo>
                          <a:lnTo>
                            <a:pt x="35242" y="229421"/>
                          </a:lnTo>
                          <a:lnTo>
                            <a:pt x="29815" y="215321"/>
                          </a:lnTo>
                          <a:lnTo>
                            <a:pt x="24531" y="156459"/>
                          </a:lnTo>
                          <a:lnTo>
                            <a:pt x="19372" y="475422"/>
                          </a:lnTo>
                          <a:lnTo>
                            <a:pt x="14346" y="553586"/>
                          </a:lnTo>
                          <a:lnTo>
                            <a:pt x="9449" y="793312"/>
                          </a:lnTo>
                          <a:lnTo>
                            <a:pt x="4669" y="430268"/>
                          </a:lnTo>
                          <a:lnTo>
                            <a:pt x="0" y="466765"/>
                          </a:lnTo>
                          <a:lnTo>
                            <a:pt x="0" y="466765"/>
                          </a:ln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s-ES" dirty="0"/>
            </a:p>
          </p:txBody>
        </p:sp>
      </p:grpSp>
      <p:sp>
        <p:nvSpPr>
          <p:cNvPr id="472" name="Forma libre: forma 471">
            <a:extLst>
              <a:ext uri="{FF2B5EF4-FFF2-40B4-BE49-F238E27FC236}">
                <a16:creationId xmlns:a16="http://schemas.microsoft.com/office/drawing/2014/main" id="{C4719B24-E240-5CD4-DEE0-330D520C324A}"/>
              </a:ext>
            </a:extLst>
          </p:cNvPr>
          <p:cNvSpPr/>
          <p:nvPr/>
        </p:nvSpPr>
        <p:spPr>
          <a:xfrm>
            <a:off x="5564617" y="12372151"/>
            <a:ext cx="1636974" cy="1250887"/>
          </a:xfrm>
          <a:custGeom>
            <a:avLst/>
            <a:gdLst>
              <a:gd name="connsiteX0" fmla="*/ 0 w 1236043"/>
              <a:gd name="connsiteY0" fmla="*/ 56718 h 736842"/>
              <a:gd name="connsiteX1" fmla="*/ 1782 w 1236043"/>
              <a:gd name="connsiteY1" fmla="*/ 102143 h 736842"/>
              <a:gd name="connsiteX2" fmla="*/ 3607 w 1236043"/>
              <a:gd name="connsiteY2" fmla="*/ 0 h 736842"/>
              <a:gd name="connsiteX3" fmla="*/ 5476 w 1236043"/>
              <a:gd name="connsiteY3" fmla="*/ 23736 h 736842"/>
              <a:gd name="connsiteX4" fmla="*/ 7395 w 1236043"/>
              <a:gd name="connsiteY4" fmla="*/ 97360 h 736842"/>
              <a:gd name="connsiteX5" fmla="*/ 9364 w 1236043"/>
              <a:gd name="connsiteY5" fmla="*/ 194969 h 736842"/>
              <a:gd name="connsiteX6" fmla="*/ 11381 w 1236043"/>
              <a:gd name="connsiteY6" fmla="*/ 231591 h 736842"/>
              <a:gd name="connsiteX7" fmla="*/ 13452 w 1236043"/>
              <a:gd name="connsiteY7" fmla="*/ 234286 h 736842"/>
              <a:gd name="connsiteX8" fmla="*/ 15578 w 1236043"/>
              <a:gd name="connsiteY8" fmla="*/ 246864 h 736842"/>
              <a:gd name="connsiteX9" fmla="*/ 17758 w 1236043"/>
              <a:gd name="connsiteY9" fmla="*/ 164043 h 736842"/>
              <a:gd name="connsiteX10" fmla="*/ 19999 w 1236043"/>
              <a:gd name="connsiteY10" fmla="*/ 152951 h 736842"/>
              <a:gd name="connsiteX11" fmla="*/ 22297 w 1236043"/>
              <a:gd name="connsiteY11" fmla="*/ 169054 h 736842"/>
              <a:gd name="connsiteX12" fmla="*/ 24657 w 1236043"/>
              <a:gd name="connsiteY12" fmla="*/ 222722 h 736842"/>
              <a:gd name="connsiteX13" fmla="*/ 29572 w 1236043"/>
              <a:gd name="connsiteY13" fmla="*/ 303482 h 736842"/>
              <a:gd name="connsiteX14" fmla="*/ 32129 w 1236043"/>
              <a:gd name="connsiteY14" fmla="*/ 316640 h 736842"/>
              <a:gd name="connsiteX15" fmla="*/ 34757 w 1236043"/>
              <a:gd name="connsiteY15" fmla="*/ 319296 h 736842"/>
              <a:gd name="connsiteX16" fmla="*/ 37456 w 1236043"/>
              <a:gd name="connsiteY16" fmla="*/ 314588 h 736842"/>
              <a:gd name="connsiteX17" fmla="*/ 40229 w 1236043"/>
              <a:gd name="connsiteY17" fmla="*/ 221028 h 736842"/>
              <a:gd name="connsiteX18" fmla="*/ 46001 w 1236043"/>
              <a:gd name="connsiteY18" fmla="*/ 312103 h 736842"/>
              <a:gd name="connsiteX19" fmla="*/ 49006 w 1236043"/>
              <a:gd name="connsiteY19" fmla="*/ 350298 h 736842"/>
              <a:gd name="connsiteX20" fmla="*/ 52092 w 1236043"/>
              <a:gd name="connsiteY20" fmla="*/ 309335 h 736842"/>
              <a:gd name="connsiteX21" fmla="*/ 55261 w 1236043"/>
              <a:gd name="connsiteY21" fmla="*/ 361740 h 736842"/>
              <a:gd name="connsiteX22" fmla="*/ 58514 w 1236043"/>
              <a:gd name="connsiteY22" fmla="*/ 388360 h 736842"/>
              <a:gd name="connsiteX23" fmla="*/ 61851 w 1236043"/>
              <a:gd name="connsiteY23" fmla="*/ 356769 h 736842"/>
              <a:gd name="connsiteX24" fmla="*/ 65279 w 1236043"/>
              <a:gd name="connsiteY24" fmla="*/ 366611 h 736842"/>
              <a:gd name="connsiteX25" fmla="*/ 68795 w 1236043"/>
              <a:gd name="connsiteY25" fmla="*/ 392254 h 736842"/>
              <a:gd name="connsiteX26" fmla="*/ 72398 w 1236043"/>
              <a:gd name="connsiteY26" fmla="*/ 406928 h 736842"/>
              <a:gd name="connsiteX27" fmla="*/ 76094 w 1236043"/>
              <a:gd name="connsiteY27" fmla="*/ 411789 h 736842"/>
              <a:gd name="connsiteX28" fmla="*/ 79879 w 1236043"/>
              <a:gd name="connsiteY28" fmla="*/ 403994 h 736842"/>
              <a:gd name="connsiteX29" fmla="*/ 83756 w 1236043"/>
              <a:gd name="connsiteY29" fmla="*/ 415254 h 736842"/>
              <a:gd name="connsiteX30" fmla="*/ 87724 w 1236043"/>
              <a:gd name="connsiteY30" fmla="*/ 421786 h 736842"/>
              <a:gd name="connsiteX31" fmla="*/ 91782 w 1236043"/>
              <a:gd name="connsiteY31" fmla="*/ 432335 h 736842"/>
              <a:gd name="connsiteX32" fmla="*/ 95931 w 1236043"/>
              <a:gd name="connsiteY32" fmla="*/ 444925 h 736842"/>
              <a:gd name="connsiteX33" fmla="*/ 100169 w 1236043"/>
              <a:gd name="connsiteY33" fmla="*/ 447897 h 736842"/>
              <a:gd name="connsiteX34" fmla="*/ 104496 w 1236043"/>
              <a:gd name="connsiteY34" fmla="*/ 464160 h 736842"/>
              <a:gd name="connsiteX35" fmla="*/ 108909 w 1236043"/>
              <a:gd name="connsiteY35" fmla="*/ 455527 h 736842"/>
              <a:gd name="connsiteX36" fmla="*/ 113407 w 1236043"/>
              <a:gd name="connsiteY36" fmla="*/ 465434 h 736842"/>
              <a:gd name="connsiteX37" fmla="*/ 117986 w 1236043"/>
              <a:gd name="connsiteY37" fmla="*/ 460770 h 736842"/>
              <a:gd name="connsiteX38" fmla="*/ 122646 w 1236043"/>
              <a:gd name="connsiteY38" fmla="*/ 472508 h 736842"/>
              <a:gd name="connsiteX39" fmla="*/ 127383 w 1236043"/>
              <a:gd name="connsiteY39" fmla="*/ 471808 h 736842"/>
              <a:gd name="connsiteX40" fmla="*/ 132194 w 1236043"/>
              <a:gd name="connsiteY40" fmla="*/ 479842 h 736842"/>
              <a:gd name="connsiteX41" fmla="*/ 137074 w 1236043"/>
              <a:gd name="connsiteY41" fmla="*/ 486764 h 736842"/>
              <a:gd name="connsiteX42" fmla="*/ 142022 w 1236043"/>
              <a:gd name="connsiteY42" fmla="*/ 488136 h 736842"/>
              <a:gd name="connsiteX43" fmla="*/ 147032 w 1236043"/>
              <a:gd name="connsiteY43" fmla="*/ 486282 h 736842"/>
              <a:gd name="connsiteX44" fmla="*/ 152101 w 1236043"/>
              <a:gd name="connsiteY44" fmla="*/ 491175 h 736842"/>
              <a:gd name="connsiteX45" fmla="*/ 157226 w 1236043"/>
              <a:gd name="connsiteY45" fmla="*/ 494610 h 736842"/>
              <a:gd name="connsiteX46" fmla="*/ 162400 w 1236043"/>
              <a:gd name="connsiteY46" fmla="*/ 501796 h 736842"/>
              <a:gd name="connsiteX47" fmla="*/ 167621 w 1236043"/>
              <a:gd name="connsiteY47" fmla="*/ 500012 h 736842"/>
              <a:gd name="connsiteX48" fmla="*/ 172883 w 1236043"/>
              <a:gd name="connsiteY48" fmla="*/ 452812 h 736842"/>
              <a:gd name="connsiteX49" fmla="*/ 178183 w 1236043"/>
              <a:gd name="connsiteY49" fmla="*/ 451343 h 736842"/>
              <a:gd name="connsiteX50" fmla="*/ 183517 w 1236043"/>
              <a:gd name="connsiteY50" fmla="*/ 457013 h 736842"/>
              <a:gd name="connsiteX51" fmla="*/ 188878 w 1236043"/>
              <a:gd name="connsiteY51" fmla="*/ 439835 h 736842"/>
              <a:gd name="connsiteX52" fmla="*/ 194265 w 1236043"/>
              <a:gd name="connsiteY52" fmla="*/ 430222 h 736842"/>
              <a:gd name="connsiteX53" fmla="*/ 199674 w 1236043"/>
              <a:gd name="connsiteY53" fmla="*/ 429369 h 736842"/>
              <a:gd name="connsiteX54" fmla="*/ 205098 w 1236043"/>
              <a:gd name="connsiteY54" fmla="*/ 433126 h 736842"/>
              <a:gd name="connsiteX55" fmla="*/ 210537 w 1236043"/>
              <a:gd name="connsiteY55" fmla="*/ 431396 h 736842"/>
              <a:gd name="connsiteX56" fmla="*/ 215985 w 1236043"/>
              <a:gd name="connsiteY56" fmla="*/ 439481 h 736842"/>
              <a:gd name="connsiteX57" fmla="*/ 221441 w 1236043"/>
              <a:gd name="connsiteY57" fmla="*/ 432120 h 736842"/>
              <a:gd name="connsiteX58" fmla="*/ 226899 w 1236043"/>
              <a:gd name="connsiteY58" fmla="*/ 426923 h 736842"/>
              <a:gd name="connsiteX59" fmla="*/ 232357 w 1236043"/>
              <a:gd name="connsiteY59" fmla="*/ 435819 h 736842"/>
              <a:gd name="connsiteX60" fmla="*/ 237813 w 1236043"/>
              <a:gd name="connsiteY60" fmla="*/ 461401 h 736842"/>
              <a:gd name="connsiteX61" fmla="*/ 243264 w 1236043"/>
              <a:gd name="connsiteY61" fmla="*/ 450534 h 736842"/>
              <a:gd name="connsiteX62" fmla="*/ 248705 w 1236043"/>
              <a:gd name="connsiteY62" fmla="*/ 455522 h 736842"/>
              <a:gd name="connsiteX63" fmla="*/ 254138 w 1236043"/>
              <a:gd name="connsiteY63" fmla="*/ 468636 h 736842"/>
              <a:gd name="connsiteX64" fmla="*/ 264967 w 1236043"/>
              <a:gd name="connsiteY64" fmla="*/ 484917 h 736842"/>
              <a:gd name="connsiteX65" fmla="*/ 270359 w 1236043"/>
              <a:gd name="connsiteY65" fmla="*/ 485273 h 736842"/>
              <a:gd name="connsiteX66" fmla="*/ 275734 w 1236043"/>
              <a:gd name="connsiteY66" fmla="*/ 463682 h 736842"/>
              <a:gd name="connsiteX67" fmla="*/ 281090 w 1236043"/>
              <a:gd name="connsiteY67" fmla="*/ 450629 h 736842"/>
              <a:gd name="connsiteX68" fmla="*/ 286426 w 1236043"/>
              <a:gd name="connsiteY68" fmla="*/ 433794 h 736842"/>
              <a:gd name="connsiteX69" fmla="*/ 291741 w 1236043"/>
              <a:gd name="connsiteY69" fmla="*/ 420624 h 736842"/>
              <a:gd name="connsiteX70" fmla="*/ 297036 w 1236043"/>
              <a:gd name="connsiteY70" fmla="*/ 402417 h 736842"/>
              <a:gd name="connsiteX71" fmla="*/ 302304 w 1236043"/>
              <a:gd name="connsiteY71" fmla="*/ 396933 h 736842"/>
              <a:gd name="connsiteX72" fmla="*/ 307550 w 1236043"/>
              <a:gd name="connsiteY72" fmla="*/ 400997 h 736842"/>
              <a:gd name="connsiteX73" fmla="*/ 312771 w 1236043"/>
              <a:gd name="connsiteY73" fmla="*/ 378619 h 736842"/>
              <a:gd name="connsiteX74" fmla="*/ 317969 w 1236043"/>
              <a:gd name="connsiteY74" fmla="*/ 400088 h 736842"/>
              <a:gd name="connsiteX75" fmla="*/ 323139 w 1236043"/>
              <a:gd name="connsiteY75" fmla="*/ 402841 h 736842"/>
              <a:gd name="connsiteX76" fmla="*/ 328283 w 1236043"/>
              <a:gd name="connsiteY76" fmla="*/ 411216 h 736842"/>
              <a:gd name="connsiteX77" fmla="*/ 333403 w 1236043"/>
              <a:gd name="connsiteY77" fmla="*/ 414394 h 736842"/>
              <a:gd name="connsiteX78" fmla="*/ 338493 w 1236043"/>
              <a:gd name="connsiteY78" fmla="*/ 420873 h 736842"/>
              <a:gd name="connsiteX79" fmla="*/ 343556 w 1236043"/>
              <a:gd name="connsiteY79" fmla="*/ 422391 h 736842"/>
              <a:gd name="connsiteX80" fmla="*/ 348593 w 1236043"/>
              <a:gd name="connsiteY80" fmla="*/ 417142 h 736842"/>
              <a:gd name="connsiteX81" fmla="*/ 353602 w 1236043"/>
              <a:gd name="connsiteY81" fmla="*/ 412615 h 736842"/>
              <a:gd name="connsiteX82" fmla="*/ 363537 w 1236043"/>
              <a:gd name="connsiteY82" fmla="*/ 430531 h 736842"/>
              <a:gd name="connsiteX83" fmla="*/ 368461 w 1236043"/>
              <a:gd name="connsiteY83" fmla="*/ 437997 h 736842"/>
              <a:gd name="connsiteX84" fmla="*/ 373359 w 1236043"/>
              <a:gd name="connsiteY84" fmla="*/ 439976 h 736842"/>
              <a:gd name="connsiteX85" fmla="*/ 378230 w 1236043"/>
              <a:gd name="connsiteY85" fmla="*/ 450064 h 736842"/>
              <a:gd name="connsiteX86" fmla="*/ 383071 w 1236043"/>
              <a:gd name="connsiteY86" fmla="*/ 468687 h 736842"/>
              <a:gd name="connsiteX87" fmla="*/ 387886 w 1236043"/>
              <a:gd name="connsiteY87" fmla="*/ 470963 h 736842"/>
              <a:gd name="connsiteX88" fmla="*/ 392674 w 1236043"/>
              <a:gd name="connsiteY88" fmla="*/ 487291 h 736842"/>
              <a:gd name="connsiteX89" fmla="*/ 397435 w 1236043"/>
              <a:gd name="connsiteY89" fmla="*/ 495388 h 736842"/>
              <a:gd name="connsiteX90" fmla="*/ 402167 w 1236043"/>
              <a:gd name="connsiteY90" fmla="*/ 508821 h 736842"/>
              <a:gd name="connsiteX91" fmla="*/ 406872 w 1236043"/>
              <a:gd name="connsiteY91" fmla="*/ 512551 h 736842"/>
              <a:gd name="connsiteX92" fmla="*/ 411551 w 1236043"/>
              <a:gd name="connsiteY92" fmla="*/ 532118 h 736842"/>
              <a:gd name="connsiteX93" fmla="*/ 416205 w 1236043"/>
              <a:gd name="connsiteY93" fmla="*/ 539023 h 736842"/>
              <a:gd name="connsiteX94" fmla="*/ 420829 w 1236043"/>
              <a:gd name="connsiteY94" fmla="*/ 544057 h 736842"/>
              <a:gd name="connsiteX95" fmla="*/ 425430 w 1236043"/>
              <a:gd name="connsiteY95" fmla="*/ 551457 h 736842"/>
              <a:gd name="connsiteX96" fmla="*/ 430003 w 1236043"/>
              <a:gd name="connsiteY96" fmla="*/ 546231 h 736842"/>
              <a:gd name="connsiteX97" fmla="*/ 434550 w 1236043"/>
              <a:gd name="connsiteY97" fmla="*/ 553224 h 736842"/>
              <a:gd name="connsiteX98" fmla="*/ 439073 w 1236043"/>
              <a:gd name="connsiteY98" fmla="*/ 547335 h 736842"/>
              <a:gd name="connsiteX99" fmla="*/ 443568 w 1236043"/>
              <a:gd name="connsiteY99" fmla="*/ 540936 h 736842"/>
              <a:gd name="connsiteX100" fmla="*/ 448042 w 1236043"/>
              <a:gd name="connsiteY100" fmla="*/ 540795 h 736842"/>
              <a:gd name="connsiteX101" fmla="*/ 452486 w 1236043"/>
              <a:gd name="connsiteY101" fmla="*/ 523911 h 736842"/>
              <a:gd name="connsiteX102" fmla="*/ 456909 w 1236043"/>
              <a:gd name="connsiteY102" fmla="*/ 521338 h 736842"/>
              <a:gd name="connsiteX103" fmla="*/ 461307 w 1236043"/>
              <a:gd name="connsiteY103" fmla="*/ 513024 h 736842"/>
              <a:gd name="connsiteX104" fmla="*/ 465681 w 1236043"/>
              <a:gd name="connsiteY104" fmla="*/ 491319 h 736842"/>
              <a:gd name="connsiteX105" fmla="*/ 470033 w 1236043"/>
              <a:gd name="connsiteY105" fmla="*/ 480151 h 736842"/>
              <a:gd name="connsiteX106" fmla="*/ 474358 w 1236043"/>
              <a:gd name="connsiteY106" fmla="*/ 476031 h 736842"/>
              <a:gd name="connsiteX107" fmla="*/ 478661 w 1236043"/>
              <a:gd name="connsiteY107" fmla="*/ 486114 h 736842"/>
              <a:gd name="connsiteX108" fmla="*/ 482942 w 1236043"/>
              <a:gd name="connsiteY108" fmla="*/ 489871 h 736842"/>
              <a:gd name="connsiteX109" fmla="*/ 487199 w 1236043"/>
              <a:gd name="connsiteY109" fmla="*/ 471243 h 736842"/>
              <a:gd name="connsiteX110" fmla="*/ 491434 w 1236043"/>
              <a:gd name="connsiteY110" fmla="*/ 467732 h 736842"/>
              <a:gd name="connsiteX111" fmla="*/ 495644 w 1236043"/>
              <a:gd name="connsiteY111" fmla="*/ 457610 h 736842"/>
              <a:gd name="connsiteX112" fmla="*/ 499835 w 1236043"/>
              <a:gd name="connsiteY112" fmla="*/ 451055 h 736842"/>
              <a:gd name="connsiteX113" fmla="*/ 508152 w 1236043"/>
              <a:gd name="connsiteY113" fmla="*/ 458183 h 736842"/>
              <a:gd name="connsiteX114" fmla="*/ 512277 w 1236043"/>
              <a:gd name="connsiteY114" fmla="*/ 437520 h 736842"/>
              <a:gd name="connsiteX115" fmla="*/ 516383 w 1236043"/>
              <a:gd name="connsiteY115" fmla="*/ 467637 h 736842"/>
              <a:gd name="connsiteX116" fmla="*/ 520466 w 1236043"/>
              <a:gd name="connsiteY116" fmla="*/ 466311 h 736842"/>
              <a:gd name="connsiteX117" fmla="*/ 524528 w 1236043"/>
              <a:gd name="connsiteY117" fmla="*/ 469520 h 736842"/>
              <a:gd name="connsiteX118" fmla="*/ 528573 w 1236043"/>
              <a:gd name="connsiteY118" fmla="*/ 492530 h 736842"/>
              <a:gd name="connsiteX119" fmla="*/ 532596 w 1236043"/>
              <a:gd name="connsiteY119" fmla="*/ 472703 h 736842"/>
              <a:gd name="connsiteX120" fmla="*/ 536597 w 1236043"/>
              <a:gd name="connsiteY120" fmla="*/ 516187 h 736842"/>
              <a:gd name="connsiteX121" fmla="*/ 540581 w 1236043"/>
              <a:gd name="connsiteY121" fmla="*/ 461760 h 736842"/>
              <a:gd name="connsiteX122" fmla="*/ 544545 w 1236043"/>
              <a:gd name="connsiteY122" fmla="*/ 451243 h 736842"/>
              <a:gd name="connsiteX123" fmla="*/ 548490 w 1236043"/>
              <a:gd name="connsiteY123" fmla="*/ 443514 h 736842"/>
              <a:gd name="connsiteX124" fmla="*/ 552416 w 1236043"/>
              <a:gd name="connsiteY124" fmla="*/ 465290 h 736842"/>
              <a:gd name="connsiteX125" fmla="*/ 556322 w 1236043"/>
              <a:gd name="connsiteY125" fmla="*/ 462505 h 736842"/>
              <a:gd name="connsiteX126" fmla="*/ 560211 w 1236043"/>
              <a:gd name="connsiteY126" fmla="*/ 453541 h 736842"/>
              <a:gd name="connsiteX127" fmla="*/ 564082 w 1236043"/>
              <a:gd name="connsiteY127" fmla="*/ 449713 h 736842"/>
              <a:gd name="connsiteX128" fmla="*/ 567935 w 1236043"/>
              <a:gd name="connsiteY128" fmla="*/ 428007 h 736842"/>
              <a:gd name="connsiteX129" fmla="*/ 571768 w 1236043"/>
              <a:gd name="connsiteY129" fmla="*/ 441474 h 736842"/>
              <a:gd name="connsiteX130" fmla="*/ 575583 w 1236043"/>
              <a:gd name="connsiteY130" fmla="*/ 451063 h 736842"/>
              <a:gd name="connsiteX131" fmla="*/ 579382 w 1236043"/>
              <a:gd name="connsiteY131" fmla="*/ 439138 h 736842"/>
              <a:gd name="connsiteX132" fmla="*/ 583164 w 1236043"/>
              <a:gd name="connsiteY132" fmla="*/ 444067 h 736842"/>
              <a:gd name="connsiteX133" fmla="*/ 586928 w 1236043"/>
              <a:gd name="connsiteY133" fmla="*/ 439050 h 736842"/>
              <a:gd name="connsiteX134" fmla="*/ 590676 w 1236043"/>
              <a:gd name="connsiteY134" fmla="*/ 447832 h 736842"/>
              <a:gd name="connsiteX135" fmla="*/ 594409 w 1236043"/>
              <a:gd name="connsiteY135" fmla="*/ 444277 h 736842"/>
              <a:gd name="connsiteX136" fmla="*/ 598122 w 1236043"/>
              <a:gd name="connsiteY136" fmla="*/ 437897 h 736842"/>
              <a:gd name="connsiteX137" fmla="*/ 601821 w 1236043"/>
              <a:gd name="connsiteY137" fmla="*/ 458236 h 736842"/>
              <a:gd name="connsiteX138" fmla="*/ 605503 w 1236043"/>
              <a:gd name="connsiteY138" fmla="*/ 454374 h 736842"/>
              <a:gd name="connsiteX139" fmla="*/ 609168 w 1236043"/>
              <a:gd name="connsiteY139" fmla="*/ 449713 h 736842"/>
              <a:gd name="connsiteX140" fmla="*/ 612818 w 1236043"/>
              <a:gd name="connsiteY140" fmla="*/ 456881 h 736842"/>
              <a:gd name="connsiteX141" fmla="*/ 616451 w 1236043"/>
              <a:gd name="connsiteY141" fmla="*/ 454574 h 736842"/>
              <a:gd name="connsiteX142" fmla="*/ 620072 w 1236043"/>
              <a:gd name="connsiteY142" fmla="*/ 441930 h 736842"/>
              <a:gd name="connsiteX143" fmla="*/ 623675 w 1236043"/>
              <a:gd name="connsiteY143" fmla="*/ 458516 h 736842"/>
              <a:gd name="connsiteX144" fmla="*/ 627262 w 1236043"/>
              <a:gd name="connsiteY144" fmla="*/ 451703 h 736842"/>
              <a:gd name="connsiteX145" fmla="*/ 630837 w 1236043"/>
              <a:gd name="connsiteY145" fmla="*/ 452625 h 736842"/>
              <a:gd name="connsiteX146" fmla="*/ 634394 w 1236043"/>
              <a:gd name="connsiteY146" fmla="*/ 468314 h 736842"/>
              <a:gd name="connsiteX147" fmla="*/ 637940 w 1236043"/>
              <a:gd name="connsiteY147" fmla="*/ 454791 h 736842"/>
              <a:gd name="connsiteX148" fmla="*/ 641468 w 1236043"/>
              <a:gd name="connsiteY148" fmla="*/ 468487 h 736842"/>
              <a:gd name="connsiteX149" fmla="*/ 644984 w 1236043"/>
              <a:gd name="connsiteY149" fmla="*/ 468368 h 736842"/>
              <a:gd name="connsiteX150" fmla="*/ 651970 w 1236043"/>
              <a:gd name="connsiteY150" fmla="*/ 475098 h 736842"/>
              <a:gd name="connsiteX151" fmla="*/ 655444 w 1236043"/>
              <a:gd name="connsiteY151" fmla="*/ 480639 h 736842"/>
              <a:gd name="connsiteX152" fmla="*/ 658902 w 1236043"/>
              <a:gd name="connsiteY152" fmla="*/ 477374 h 736842"/>
              <a:gd name="connsiteX153" fmla="*/ 662347 w 1236043"/>
              <a:gd name="connsiteY153" fmla="*/ 483117 h 736842"/>
              <a:gd name="connsiteX154" fmla="*/ 665781 w 1236043"/>
              <a:gd name="connsiteY154" fmla="*/ 459603 h 736842"/>
              <a:gd name="connsiteX155" fmla="*/ 669199 w 1236043"/>
              <a:gd name="connsiteY155" fmla="*/ 489995 h 736842"/>
              <a:gd name="connsiteX156" fmla="*/ 672603 w 1236043"/>
              <a:gd name="connsiteY156" fmla="*/ 485804 h 736842"/>
              <a:gd name="connsiteX157" fmla="*/ 675995 w 1236043"/>
              <a:gd name="connsiteY157" fmla="*/ 478434 h 736842"/>
              <a:gd name="connsiteX158" fmla="*/ 679375 w 1236043"/>
              <a:gd name="connsiteY158" fmla="*/ 483161 h 736842"/>
              <a:gd name="connsiteX159" fmla="*/ 682742 w 1236043"/>
              <a:gd name="connsiteY159" fmla="*/ 491004 h 736842"/>
              <a:gd name="connsiteX160" fmla="*/ 686095 w 1236043"/>
              <a:gd name="connsiteY160" fmla="*/ 500753 h 736842"/>
              <a:gd name="connsiteX161" fmla="*/ 689438 w 1236043"/>
              <a:gd name="connsiteY161" fmla="*/ 496962 h 736842"/>
              <a:gd name="connsiteX162" fmla="*/ 692767 w 1236043"/>
              <a:gd name="connsiteY162" fmla="*/ 495422 h 736842"/>
              <a:gd name="connsiteX163" fmla="*/ 696083 w 1236043"/>
              <a:gd name="connsiteY163" fmla="*/ 514647 h 736842"/>
              <a:gd name="connsiteX164" fmla="*/ 699387 w 1236043"/>
              <a:gd name="connsiteY164" fmla="*/ 513248 h 736842"/>
              <a:gd name="connsiteX165" fmla="*/ 702679 w 1236043"/>
              <a:gd name="connsiteY165" fmla="*/ 517274 h 736842"/>
              <a:gd name="connsiteX166" fmla="*/ 705959 w 1236043"/>
              <a:gd name="connsiteY166" fmla="*/ 529825 h 736842"/>
              <a:gd name="connsiteX167" fmla="*/ 709229 w 1236043"/>
              <a:gd name="connsiteY167" fmla="*/ 537069 h 736842"/>
              <a:gd name="connsiteX168" fmla="*/ 712484 w 1236043"/>
              <a:gd name="connsiteY168" fmla="*/ 526177 h 736842"/>
              <a:gd name="connsiteX169" fmla="*/ 715729 w 1236043"/>
              <a:gd name="connsiteY169" fmla="*/ 526319 h 736842"/>
              <a:gd name="connsiteX170" fmla="*/ 718963 w 1236043"/>
              <a:gd name="connsiteY170" fmla="*/ 521657 h 736842"/>
              <a:gd name="connsiteX171" fmla="*/ 722184 w 1236043"/>
              <a:gd name="connsiteY171" fmla="*/ 541333 h 736842"/>
              <a:gd name="connsiteX172" fmla="*/ 725396 w 1236043"/>
              <a:gd name="connsiteY172" fmla="*/ 538945 h 736842"/>
              <a:gd name="connsiteX173" fmla="*/ 728595 w 1236043"/>
              <a:gd name="connsiteY173" fmla="*/ 539106 h 736842"/>
              <a:gd name="connsiteX174" fmla="*/ 731785 w 1236043"/>
              <a:gd name="connsiteY174" fmla="*/ 540541 h 736842"/>
              <a:gd name="connsiteX175" fmla="*/ 734962 w 1236043"/>
              <a:gd name="connsiteY175" fmla="*/ 544126 h 736842"/>
              <a:gd name="connsiteX176" fmla="*/ 738127 w 1236043"/>
              <a:gd name="connsiteY176" fmla="*/ 543368 h 736842"/>
              <a:gd name="connsiteX177" fmla="*/ 741285 w 1236043"/>
              <a:gd name="connsiteY177" fmla="*/ 551146 h 736842"/>
              <a:gd name="connsiteX178" fmla="*/ 744428 w 1236043"/>
              <a:gd name="connsiteY178" fmla="*/ 560383 h 736842"/>
              <a:gd name="connsiteX179" fmla="*/ 747564 w 1236043"/>
              <a:gd name="connsiteY179" fmla="*/ 550300 h 736842"/>
              <a:gd name="connsiteX180" fmla="*/ 750688 w 1236043"/>
              <a:gd name="connsiteY180" fmla="*/ 561353 h 736842"/>
              <a:gd name="connsiteX181" fmla="*/ 753802 w 1236043"/>
              <a:gd name="connsiteY181" fmla="*/ 576433 h 736842"/>
              <a:gd name="connsiteX182" fmla="*/ 756904 w 1236043"/>
              <a:gd name="connsiteY182" fmla="*/ 579240 h 736842"/>
              <a:gd name="connsiteX183" fmla="*/ 759998 w 1236043"/>
              <a:gd name="connsiteY183" fmla="*/ 569318 h 736842"/>
              <a:gd name="connsiteX184" fmla="*/ 763081 w 1236043"/>
              <a:gd name="connsiteY184" fmla="*/ 566867 h 736842"/>
              <a:gd name="connsiteX185" fmla="*/ 766153 w 1236043"/>
              <a:gd name="connsiteY185" fmla="*/ 570607 h 736842"/>
              <a:gd name="connsiteX186" fmla="*/ 769216 w 1236043"/>
              <a:gd name="connsiteY186" fmla="*/ 572751 h 736842"/>
              <a:gd name="connsiteX187" fmla="*/ 772269 w 1236043"/>
              <a:gd name="connsiteY187" fmla="*/ 585675 h 736842"/>
              <a:gd name="connsiteX188" fmla="*/ 775313 w 1236043"/>
              <a:gd name="connsiteY188" fmla="*/ 583295 h 736842"/>
              <a:gd name="connsiteX189" fmla="*/ 778346 w 1236043"/>
              <a:gd name="connsiteY189" fmla="*/ 586460 h 736842"/>
              <a:gd name="connsiteX190" fmla="*/ 781370 w 1236043"/>
              <a:gd name="connsiteY190" fmla="*/ 584830 h 736842"/>
              <a:gd name="connsiteX191" fmla="*/ 784387 w 1236043"/>
              <a:gd name="connsiteY191" fmla="*/ 587284 h 736842"/>
              <a:gd name="connsiteX192" fmla="*/ 787391 w 1236043"/>
              <a:gd name="connsiteY192" fmla="*/ 596426 h 736842"/>
              <a:gd name="connsiteX193" fmla="*/ 790386 w 1236043"/>
              <a:gd name="connsiteY193" fmla="*/ 601450 h 736842"/>
              <a:gd name="connsiteX194" fmla="*/ 793373 w 1236043"/>
              <a:gd name="connsiteY194" fmla="*/ 595631 h 736842"/>
              <a:gd name="connsiteX195" fmla="*/ 796351 w 1236043"/>
              <a:gd name="connsiteY195" fmla="*/ 592335 h 736842"/>
              <a:gd name="connsiteX196" fmla="*/ 799319 w 1236043"/>
              <a:gd name="connsiteY196" fmla="*/ 601367 h 736842"/>
              <a:gd name="connsiteX197" fmla="*/ 802277 w 1236043"/>
              <a:gd name="connsiteY197" fmla="*/ 612634 h 736842"/>
              <a:gd name="connsiteX198" fmla="*/ 805228 w 1236043"/>
              <a:gd name="connsiteY198" fmla="*/ 604233 h 736842"/>
              <a:gd name="connsiteX199" fmla="*/ 808169 w 1236043"/>
              <a:gd name="connsiteY199" fmla="*/ 615064 h 736842"/>
              <a:gd name="connsiteX200" fmla="*/ 814024 w 1236043"/>
              <a:gd name="connsiteY200" fmla="*/ 609608 h 736842"/>
              <a:gd name="connsiteX201" fmla="*/ 816938 w 1236043"/>
              <a:gd name="connsiteY201" fmla="*/ 611155 h 736842"/>
              <a:gd name="connsiteX202" fmla="*/ 819845 w 1236043"/>
              <a:gd name="connsiteY202" fmla="*/ 622449 h 736842"/>
              <a:gd name="connsiteX203" fmla="*/ 822742 w 1236043"/>
              <a:gd name="connsiteY203" fmla="*/ 616070 h 736842"/>
              <a:gd name="connsiteX204" fmla="*/ 825630 w 1236043"/>
              <a:gd name="connsiteY204" fmla="*/ 618356 h 736842"/>
              <a:gd name="connsiteX205" fmla="*/ 828512 w 1236043"/>
              <a:gd name="connsiteY205" fmla="*/ 622535 h 736842"/>
              <a:gd name="connsiteX206" fmla="*/ 831382 w 1236043"/>
              <a:gd name="connsiteY206" fmla="*/ 619084 h 736842"/>
              <a:gd name="connsiteX207" fmla="*/ 834248 w 1236043"/>
              <a:gd name="connsiteY207" fmla="*/ 623122 h 736842"/>
              <a:gd name="connsiteX208" fmla="*/ 837104 w 1236043"/>
              <a:gd name="connsiteY208" fmla="*/ 625790 h 736842"/>
              <a:gd name="connsiteX209" fmla="*/ 839950 w 1236043"/>
              <a:gd name="connsiteY209" fmla="*/ 633195 h 736842"/>
              <a:gd name="connsiteX210" fmla="*/ 842791 w 1236043"/>
              <a:gd name="connsiteY210" fmla="*/ 626141 h 736842"/>
              <a:gd name="connsiteX211" fmla="*/ 845622 w 1236043"/>
              <a:gd name="connsiteY211" fmla="*/ 629715 h 736842"/>
              <a:gd name="connsiteX212" fmla="*/ 848444 w 1236043"/>
              <a:gd name="connsiteY212" fmla="*/ 636979 h 736842"/>
              <a:gd name="connsiteX213" fmla="*/ 851261 w 1236043"/>
              <a:gd name="connsiteY213" fmla="*/ 640439 h 736842"/>
              <a:gd name="connsiteX214" fmla="*/ 854068 w 1236043"/>
              <a:gd name="connsiteY214" fmla="*/ 638750 h 736842"/>
              <a:gd name="connsiteX215" fmla="*/ 856867 w 1236043"/>
              <a:gd name="connsiteY215" fmla="*/ 637781 h 736842"/>
              <a:gd name="connsiteX216" fmla="*/ 859660 w 1236043"/>
              <a:gd name="connsiteY216" fmla="*/ 638015 h 736842"/>
              <a:gd name="connsiteX217" fmla="*/ 862445 w 1236043"/>
              <a:gd name="connsiteY217" fmla="*/ 647768 h 736842"/>
              <a:gd name="connsiteX218" fmla="*/ 865220 w 1236043"/>
              <a:gd name="connsiteY218" fmla="*/ 634959 h 736842"/>
              <a:gd name="connsiteX219" fmla="*/ 867991 w 1236043"/>
              <a:gd name="connsiteY219" fmla="*/ 639513 h 736842"/>
              <a:gd name="connsiteX220" fmla="*/ 870751 w 1236043"/>
              <a:gd name="connsiteY220" fmla="*/ 640885 h 736842"/>
              <a:gd name="connsiteX221" fmla="*/ 873505 w 1236043"/>
              <a:gd name="connsiteY221" fmla="*/ 639396 h 736842"/>
              <a:gd name="connsiteX222" fmla="*/ 876253 w 1236043"/>
              <a:gd name="connsiteY222" fmla="*/ 641691 h 736842"/>
              <a:gd name="connsiteX223" fmla="*/ 878992 w 1236043"/>
              <a:gd name="connsiteY223" fmla="*/ 641016 h 736842"/>
              <a:gd name="connsiteX224" fmla="*/ 881724 w 1236043"/>
              <a:gd name="connsiteY224" fmla="*/ 636782 h 736842"/>
              <a:gd name="connsiteX225" fmla="*/ 884448 w 1236043"/>
              <a:gd name="connsiteY225" fmla="*/ 638480 h 736842"/>
              <a:gd name="connsiteX226" fmla="*/ 887167 w 1236043"/>
              <a:gd name="connsiteY226" fmla="*/ 636628 h 736842"/>
              <a:gd name="connsiteX227" fmla="*/ 889877 w 1236043"/>
              <a:gd name="connsiteY227" fmla="*/ 640970 h 736842"/>
              <a:gd name="connsiteX228" fmla="*/ 892581 w 1236043"/>
              <a:gd name="connsiteY228" fmla="*/ 644345 h 736842"/>
              <a:gd name="connsiteX229" fmla="*/ 895276 w 1236043"/>
              <a:gd name="connsiteY229" fmla="*/ 632915 h 736842"/>
              <a:gd name="connsiteX230" fmla="*/ 900649 w 1236043"/>
              <a:gd name="connsiteY230" fmla="*/ 633802 h 736842"/>
              <a:gd name="connsiteX231" fmla="*/ 903325 w 1236043"/>
              <a:gd name="connsiteY231" fmla="*/ 638022 h 736842"/>
              <a:gd name="connsiteX232" fmla="*/ 905993 w 1236043"/>
              <a:gd name="connsiteY232" fmla="*/ 644043 h 736842"/>
              <a:gd name="connsiteX233" fmla="*/ 908653 w 1236043"/>
              <a:gd name="connsiteY233" fmla="*/ 619294 h 736842"/>
              <a:gd name="connsiteX234" fmla="*/ 911309 w 1236043"/>
              <a:gd name="connsiteY234" fmla="*/ 615066 h 736842"/>
              <a:gd name="connsiteX235" fmla="*/ 913958 w 1236043"/>
              <a:gd name="connsiteY235" fmla="*/ 625025 h 736842"/>
              <a:gd name="connsiteX236" fmla="*/ 916599 w 1236043"/>
              <a:gd name="connsiteY236" fmla="*/ 633292 h 736842"/>
              <a:gd name="connsiteX237" fmla="*/ 919236 w 1236043"/>
              <a:gd name="connsiteY237" fmla="*/ 626996 h 736842"/>
              <a:gd name="connsiteX238" fmla="*/ 921863 w 1236043"/>
              <a:gd name="connsiteY238" fmla="*/ 627422 h 736842"/>
              <a:gd name="connsiteX239" fmla="*/ 924484 w 1236043"/>
              <a:gd name="connsiteY239" fmla="*/ 631236 h 736842"/>
              <a:gd name="connsiteX240" fmla="*/ 927101 w 1236043"/>
              <a:gd name="connsiteY240" fmla="*/ 635861 h 736842"/>
              <a:gd name="connsiteX241" fmla="*/ 929711 w 1236043"/>
              <a:gd name="connsiteY241" fmla="*/ 635532 h 736842"/>
              <a:gd name="connsiteX242" fmla="*/ 932313 w 1236043"/>
              <a:gd name="connsiteY242" fmla="*/ 617466 h 736842"/>
              <a:gd name="connsiteX243" fmla="*/ 934908 w 1236043"/>
              <a:gd name="connsiteY243" fmla="*/ 634813 h 736842"/>
              <a:gd name="connsiteX244" fmla="*/ 940084 w 1236043"/>
              <a:gd name="connsiteY244" fmla="*/ 640400 h 736842"/>
              <a:gd name="connsiteX245" fmla="*/ 942659 w 1236043"/>
              <a:gd name="connsiteY245" fmla="*/ 638273 h 736842"/>
              <a:gd name="connsiteX246" fmla="*/ 945232 w 1236043"/>
              <a:gd name="connsiteY246" fmla="*/ 619070 h 736842"/>
              <a:gd name="connsiteX247" fmla="*/ 950357 w 1236043"/>
              <a:gd name="connsiteY247" fmla="*/ 639333 h 736842"/>
              <a:gd name="connsiteX248" fmla="*/ 952908 w 1236043"/>
              <a:gd name="connsiteY248" fmla="*/ 628767 h 736842"/>
              <a:gd name="connsiteX249" fmla="*/ 955457 w 1236043"/>
              <a:gd name="connsiteY249" fmla="*/ 625856 h 736842"/>
              <a:gd name="connsiteX250" fmla="*/ 957998 w 1236043"/>
              <a:gd name="connsiteY250" fmla="*/ 628409 h 736842"/>
              <a:gd name="connsiteX251" fmla="*/ 960532 w 1236043"/>
              <a:gd name="connsiteY251" fmla="*/ 624708 h 736842"/>
              <a:gd name="connsiteX252" fmla="*/ 963061 w 1236043"/>
              <a:gd name="connsiteY252" fmla="*/ 623611 h 736842"/>
              <a:gd name="connsiteX253" fmla="*/ 965583 w 1236043"/>
              <a:gd name="connsiteY253" fmla="*/ 636133 h 736842"/>
              <a:gd name="connsiteX254" fmla="*/ 970613 w 1236043"/>
              <a:gd name="connsiteY254" fmla="*/ 632213 h 736842"/>
              <a:gd name="connsiteX255" fmla="*/ 973120 w 1236043"/>
              <a:gd name="connsiteY255" fmla="*/ 634827 h 736842"/>
              <a:gd name="connsiteX256" fmla="*/ 975620 w 1236043"/>
              <a:gd name="connsiteY256" fmla="*/ 633741 h 736842"/>
              <a:gd name="connsiteX257" fmla="*/ 978113 w 1236043"/>
              <a:gd name="connsiteY257" fmla="*/ 630434 h 736842"/>
              <a:gd name="connsiteX258" fmla="*/ 980603 w 1236043"/>
              <a:gd name="connsiteY258" fmla="*/ 631294 h 736842"/>
              <a:gd name="connsiteX259" fmla="*/ 983086 w 1236043"/>
              <a:gd name="connsiteY259" fmla="*/ 637839 h 736842"/>
              <a:gd name="connsiteX260" fmla="*/ 985561 w 1236043"/>
              <a:gd name="connsiteY260" fmla="*/ 630878 h 736842"/>
              <a:gd name="connsiteX261" fmla="*/ 988035 w 1236043"/>
              <a:gd name="connsiteY261" fmla="*/ 639442 h 736842"/>
              <a:gd name="connsiteX262" fmla="*/ 990500 w 1236043"/>
              <a:gd name="connsiteY262" fmla="*/ 637532 h 736842"/>
              <a:gd name="connsiteX263" fmla="*/ 992961 w 1236043"/>
              <a:gd name="connsiteY263" fmla="*/ 643297 h 736842"/>
              <a:gd name="connsiteX264" fmla="*/ 995418 w 1236043"/>
              <a:gd name="connsiteY264" fmla="*/ 629009 h 736842"/>
              <a:gd name="connsiteX265" fmla="*/ 997866 w 1236043"/>
              <a:gd name="connsiteY265" fmla="*/ 649769 h 736842"/>
              <a:gd name="connsiteX266" fmla="*/ 1000310 w 1236043"/>
              <a:gd name="connsiteY266" fmla="*/ 633809 h 736842"/>
              <a:gd name="connsiteX267" fmla="*/ 1002749 w 1236043"/>
              <a:gd name="connsiteY267" fmla="*/ 633231 h 736842"/>
              <a:gd name="connsiteX268" fmla="*/ 1005184 w 1236043"/>
              <a:gd name="connsiteY268" fmla="*/ 633100 h 736842"/>
              <a:gd name="connsiteX269" fmla="*/ 1007613 w 1236043"/>
              <a:gd name="connsiteY269" fmla="*/ 654871 h 736842"/>
              <a:gd name="connsiteX270" fmla="*/ 1010035 w 1236043"/>
              <a:gd name="connsiteY270" fmla="*/ 629386 h 736842"/>
              <a:gd name="connsiteX271" fmla="*/ 1012455 w 1236043"/>
              <a:gd name="connsiteY271" fmla="*/ 649913 h 736842"/>
              <a:gd name="connsiteX272" fmla="*/ 1014867 w 1236043"/>
              <a:gd name="connsiteY272" fmla="*/ 658558 h 736842"/>
              <a:gd name="connsiteX273" fmla="*/ 1017274 w 1236043"/>
              <a:gd name="connsiteY273" fmla="*/ 644954 h 736842"/>
              <a:gd name="connsiteX274" fmla="*/ 1019677 w 1236043"/>
              <a:gd name="connsiteY274" fmla="*/ 644016 h 736842"/>
              <a:gd name="connsiteX275" fmla="*/ 1022074 w 1236043"/>
              <a:gd name="connsiteY275" fmla="*/ 647761 h 736842"/>
              <a:gd name="connsiteX276" fmla="*/ 1024467 w 1236043"/>
              <a:gd name="connsiteY276" fmla="*/ 662486 h 736842"/>
              <a:gd name="connsiteX277" fmla="*/ 1026853 w 1236043"/>
              <a:gd name="connsiteY277" fmla="*/ 653153 h 736842"/>
              <a:gd name="connsiteX278" fmla="*/ 1029236 w 1236043"/>
              <a:gd name="connsiteY278" fmla="*/ 663246 h 736842"/>
              <a:gd name="connsiteX279" fmla="*/ 1031614 w 1236043"/>
              <a:gd name="connsiteY279" fmla="*/ 646606 h 736842"/>
              <a:gd name="connsiteX280" fmla="*/ 1033985 w 1236043"/>
              <a:gd name="connsiteY280" fmla="*/ 654394 h 736842"/>
              <a:gd name="connsiteX281" fmla="*/ 1036353 w 1236043"/>
              <a:gd name="connsiteY281" fmla="*/ 647866 h 736842"/>
              <a:gd name="connsiteX282" fmla="*/ 1038714 w 1236043"/>
              <a:gd name="connsiteY282" fmla="*/ 646804 h 736842"/>
              <a:gd name="connsiteX283" fmla="*/ 1041073 w 1236043"/>
              <a:gd name="connsiteY283" fmla="*/ 638085 h 736842"/>
              <a:gd name="connsiteX284" fmla="*/ 1043424 w 1236043"/>
              <a:gd name="connsiteY284" fmla="*/ 640807 h 736842"/>
              <a:gd name="connsiteX285" fmla="*/ 1045773 w 1236043"/>
              <a:gd name="connsiteY285" fmla="*/ 658458 h 736842"/>
              <a:gd name="connsiteX286" fmla="*/ 1048115 w 1236043"/>
              <a:gd name="connsiteY286" fmla="*/ 633999 h 736842"/>
              <a:gd name="connsiteX287" fmla="*/ 1050454 w 1236043"/>
              <a:gd name="connsiteY287" fmla="*/ 637751 h 736842"/>
              <a:gd name="connsiteX288" fmla="*/ 1052786 w 1236043"/>
              <a:gd name="connsiteY288" fmla="*/ 661575 h 736842"/>
              <a:gd name="connsiteX289" fmla="*/ 1055115 w 1236043"/>
              <a:gd name="connsiteY289" fmla="*/ 635761 h 736842"/>
              <a:gd name="connsiteX290" fmla="*/ 1057440 w 1236043"/>
              <a:gd name="connsiteY290" fmla="*/ 635261 h 736842"/>
              <a:gd name="connsiteX291" fmla="*/ 1059757 w 1236043"/>
              <a:gd name="connsiteY291" fmla="*/ 646409 h 736842"/>
              <a:gd name="connsiteX292" fmla="*/ 1062072 w 1236043"/>
              <a:gd name="connsiteY292" fmla="*/ 651526 h 736842"/>
              <a:gd name="connsiteX293" fmla="*/ 1064382 w 1236043"/>
              <a:gd name="connsiteY293" fmla="*/ 642912 h 736842"/>
              <a:gd name="connsiteX294" fmla="*/ 1066687 w 1236043"/>
              <a:gd name="connsiteY294" fmla="*/ 659469 h 736842"/>
              <a:gd name="connsiteX295" fmla="*/ 1068990 w 1236043"/>
              <a:gd name="connsiteY295" fmla="*/ 639184 h 736842"/>
              <a:gd name="connsiteX296" fmla="*/ 1071285 w 1236043"/>
              <a:gd name="connsiteY296" fmla="*/ 640846 h 736842"/>
              <a:gd name="connsiteX297" fmla="*/ 1073578 w 1236043"/>
              <a:gd name="connsiteY297" fmla="*/ 652347 h 736842"/>
              <a:gd name="connsiteX298" fmla="*/ 1075864 w 1236043"/>
              <a:gd name="connsiteY298" fmla="*/ 637747 h 736842"/>
              <a:gd name="connsiteX299" fmla="*/ 1078147 w 1236043"/>
              <a:gd name="connsiteY299" fmla="*/ 645315 h 736842"/>
              <a:gd name="connsiteX300" fmla="*/ 1080425 w 1236043"/>
              <a:gd name="connsiteY300" fmla="*/ 644981 h 736842"/>
              <a:gd name="connsiteX301" fmla="*/ 1082698 w 1236043"/>
              <a:gd name="connsiteY301" fmla="*/ 632756 h 736842"/>
              <a:gd name="connsiteX302" fmla="*/ 1084967 w 1236043"/>
              <a:gd name="connsiteY302" fmla="*/ 647325 h 736842"/>
              <a:gd name="connsiteX303" fmla="*/ 1087233 w 1236043"/>
              <a:gd name="connsiteY303" fmla="*/ 642052 h 736842"/>
              <a:gd name="connsiteX304" fmla="*/ 1089494 w 1236043"/>
              <a:gd name="connsiteY304" fmla="*/ 646533 h 736842"/>
              <a:gd name="connsiteX305" fmla="*/ 1096249 w 1236043"/>
              <a:gd name="connsiteY305" fmla="*/ 623244 h 736842"/>
              <a:gd name="connsiteX306" fmla="*/ 1098493 w 1236043"/>
              <a:gd name="connsiteY306" fmla="*/ 644757 h 736842"/>
              <a:gd name="connsiteX307" fmla="*/ 1100732 w 1236043"/>
              <a:gd name="connsiteY307" fmla="*/ 655134 h 736842"/>
              <a:gd name="connsiteX308" fmla="*/ 1102966 w 1236043"/>
              <a:gd name="connsiteY308" fmla="*/ 644459 h 736842"/>
              <a:gd name="connsiteX309" fmla="*/ 1105196 w 1236043"/>
              <a:gd name="connsiteY309" fmla="*/ 638329 h 736842"/>
              <a:gd name="connsiteX310" fmla="*/ 1107423 w 1236043"/>
              <a:gd name="connsiteY310" fmla="*/ 642303 h 736842"/>
              <a:gd name="connsiteX311" fmla="*/ 1109645 w 1236043"/>
              <a:gd name="connsiteY311" fmla="*/ 648295 h 736842"/>
              <a:gd name="connsiteX312" fmla="*/ 1111863 w 1236043"/>
              <a:gd name="connsiteY312" fmla="*/ 630605 h 736842"/>
              <a:gd name="connsiteX313" fmla="*/ 1114077 w 1236043"/>
              <a:gd name="connsiteY313" fmla="*/ 634854 h 736842"/>
              <a:gd name="connsiteX314" fmla="*/ 1116288 w 1236043"/>
              <a:gd name="connsiteY314" fmla="*/ 640312 h 736842"/>
              <a:gd name="connsiteX315" fmla="*/ 1118493 w 1236043"/>
              <a:gd name="connsiteY315" fmla="*/ 651487 h 736842"/>
              <a:gd name="connsiteX316" fmla="*/ 1120695 w 1236043"/>
              <a:gd name="connsiteY316" fmla="*/ 657708 h 736842"/>
              <a:gd name="connsiteX317" fmla="*/ 1122893 w 1236043"/>
              <a:gd name="connsiteY317" fmla="*/ 632432 h 736842"/>
              <a:gd name="connsiteX318" fmla="*/ 1125086 w 1236043"/>
              <a:gd name="connsiteY318" fmla="*/ 644160 h 736842"/>
              <a:gd name="connsiteX319" fmla="*/ 1129460 w 1236043"/>
              <a:gd name="connsiteY319" fmla="*/ 635030 h 736842"/>
              <a:gd name="connsiteX320" fmla="*/ 1131643 w 1236043"/>
              <a:gd name="connsiteY320" fmla="*/ 647111 h 736842"/>
              <a:gd name="connsiteX321" fmla="*/ 1133819 w 1236043"/>
              <a:gd name="connsiteY321" fmla="*/ 647761 h 736842"/>
              <a:gd name="connsiteX322" fmla="*/ 1135993 w 1236043"/>
              <a:gd name="connsiteY322" fmla="*/ 635310 h 736842"/>
              <a:gd name="connsiteX323" fmla="*/ 1138164 w 1236043"/>
              <a:gd name="connsiteY323" fmla="*/ 636475 h 736842"/>
              <a:gd name="connsiteX324" fmla="*/ 1140330 w 1236043"/>
              <a:gd name="connsiteY324" fmla="*/ 638027 h 736842"/>
              <a:gd name="connsiteX325" fmla="*/ 1142491 w 1236043"/>
              <a:gd name="connsiteY325" fmla="*/ 633236 h 736842"/>
              <a:gd name="connsiteX326" fmla="*/ 1144650 w 1236043"/>
              <a:gd name="connsiteY326" fmla="*/ 655595 h 736842"/>
              <a:gd name="connsiteX327" fmla="*/ 1146804 w 1236043"/>
              <a:gd name="connsiteY327" fmla="*/ 621621 h 736842"/>
              <a:gd name="connsiteX328" fmla="*/ 1148956 w 1236043"/>
              <a:gd name="connsiteY328" fmla="*/ 643044 h 736842"/>
              <a:gd name="connsiteX329" fmla="*/ 1151102 w 1236043"/>
              <a:gd name="connsiteY329" fmla="*/ 637084 h 736842"/>
              <a:gd name="connsiteX330" fmla="*/ 1153244 w 1236043"/>
              <a:gd name="connsiteY330" fmla="*/ 650692 h 736842"/>
              <a:gd name="connsiteX331" fmla="*/ 1155383 w 1236043"/>
              <a:gd name="connsiteY331" fmla="*/ 631730 h 736842"/>
              <a:gd name="connsiteX332" fmla="*/ 1157518 w 1236043"/>
              <a:gd name="connsiteY332" fmla="*/ 649001 h 736842"/>
              <a:gd name="connsiteX333" fmla="*/ 1159650 w 1236043"/>
              <a:gd name="connsiteY333" fmla="*/ 637137 h 736842"/>
              <a:gd name="connsiteX334" fmla="*/ 1161780 w 1236043"/>
              <a:gd name="connsiteY334" fmla="*/ 612919 h 736842"/>
              <a:gd name="connsiteX335" fmla="*/ 1163902 w 1236043"/>
              <a:gd name="connsiteY335" fmla="*/ 629628 h 736842"/>
              <a:gd name="connsiteX336" fmla="*/ 1166024 w 1236043"/>
              <a:gd name="connsiteY336" fmla="*/ 635283 h 736842"/>
              <a:gd name="connsiteX337" fmla="*/ 1168139 w 1236043"/>
              <a:gd name="connsiteY337" fmla="*/ 613880 h 736842"/>
              <a:gd name="connsiteX338" fmla="*/ 1170254 w 1236043"/>
              <a:gd name="connsiteY338" fmla="*/ 648892 h 736842"/>
              <a:gd name="connsiteX339" fmla="*/ 1172362 w 1236043"/>
              <a:gd name="connsiteY339" fmla="*/ 638036 h 736842"/>
              <a:gd name="connsiteX340" fmla="*/ 1174470 w 1236043"/>
              <a:gd name="connsiteY340" fmla="*/ 639325 h 736842"/>
              <a:gd name="connsiteX341" fmla="*/ 1176573 w 1236043"/>
              <a:gd name="connsiteY341" fmla="*/ 632837 h 736842"/>
              <a:gd name="connsiteX342" fmla="*/ 1178671 w 1236043"/>
              <a:gd name="connsiteY342" fmla="*/ 622700 h 736842"/>
              <a:gd name="connsiteX343" fmla="*/ 1180766 w 1236043"/>
              <a:gd name="connsiteY343" fmla="*/ 635909 h 736842"/>
              <a:gd name="connsiteX344" fmla="*/ 1182857 w 1236043"/>
              <a:gd name="connsiteY344" fmla="*/ 651628 h 736842"/>
              <a:gd name="connsiteX345" fmla="*/ 1184945 w 1236043"/>
              <a:gd name="connsiteY345" fmla="*/ 640890 h 736842"/>
              <a:gd name="connsiteX346" fmla="*/ 1187031 w 1236043"/>
              <a:gd name="connsiteY346" fmla="*/ 647915 h 736842"/>
              <a:gd name="connsiteX347" fmla="*/ 1189112 w 1236043"/>
              <a:gd name="connsiteY347" fmla="*/ 638387 h 736842"/>
              <a:gd name="connsiteX348" fmla="*/ 1191188 w 1236043"/>
              <a:gd name="connsiteY348" fmla="*/ 615137 h 736842"/>
              <a:gd name="connsiteX349" fmla="*/ 1193264 w 1236043"/>
              <a:gd name="connsiteY349" fmla="*/ 622995 h 736842"/>
              <a:gd name="connsiteX350" fmla="*/ 1195332 w 1236043"/>
              <a:gd name="connsiteY350" fmla="*/ 623429 h 736842"/>
              <a:gd name="connsiteX351" fmla="*/ 1197401 w 1236043"/>
              <a:gd name="connsiteY351" fmla="*/ 635551 h 736842"/>
              <a:gd name="connsiteX352" fmla="*/ 1199465 w 1236043"/>
              <a:gd name="connsiteY352" fmla="*/ 625366 h 736842"/>
              <a:gd name="connsiteX353" fmla="*/ 1201524 w 1236043"/>
              <a:gd name="connsiteY353" fmla="*/ 621204 h 736842"/>
              <a:gd name="connsiteX354" fmla="*/ 1203583 w 1236043"/>
              <a:gd name="connsiteY354" fmla="*/ 625288 h 736842"/>
              <a:gd name="connsiteX355" fmla="*/ 1205637 w 1236043"/>
              <a:gd name="connsiteY355" fmla="*/ 640736 h 736842"/>
              <a:gd name="connsiteX356" fmla="*/ 1207686 w 1236043"/>
              <a:gd name="connsiteY356" fmla="*/ 640293 h 736842"/>
              <a:gd name="connsiteX357" fmla="*/ 1209733 w 1236043"/>
              <a:gd name="connsiteY357" fmla="*/ 622700 h 736842"/>
              <a:gd name="connsiteX358" fmla="*/ 1211777 w 1236043"/>
              <a:gd name="connsiteY358" fmla="*/ 636243 h 736842"/>
              <a:gd name="connsiteX359" fmla="*/ 1213817 w 1236043"/>
              <a:gd name="connsiteY359" fmla="*/ 636211 h 736842"/>
              <a:gd name="connsiteX360" fmla="*/ 1215854 w 1236043"/>
              <a:gd name="connsiteY360" fmla="*/ 620100 h 736842"/>
              <a:gd name="connsiteX361" fmla="*/ 1217888 w 1236043"/>
              <a:gd name="connsiteY361" fmla="*/ 717503 h 736842"/>
              <a:gd name="connsiteX362" fmla="*/ 1219918 w 1236043"/>
              <a:gd name="connsiteY362" fmla="*/ 671436 h 736842"/>
              <a:gd name="connsiteX363" fmla="*/ 1221945 w 1236043"/>
              <a:gd name="connsiteY363" fmla="*/ 736843 h 736842"/>
              <a:gd name="connsiteX364" fmla="*/ 1223970 w 1236043"/>
              <a:gd name="connsiteY364" fmla="*/ 622656 h 736842"/>
              <a:gd name="connsiteX365" fmla="*/ 1225990 w 1236043"/>
              <a:gd name="connsiteY365" fmla="*/ 645256 h 736842"/>
              <a:gd name="connsiteX366" fmla="*/ 1228008 w 1236043"/>
              <a:gd name="connsiteY366" fmla="*/ 603485 h 736842"/>
              <a:gd name="connsiteX367" fmla="*/ 1230020 w 1236043"/>
              <a:gd name="connsiteY367" fmla="*/ 689265 h 736842"/>
              <a:gd name="connsiteX368" fmla="*/ 1232033 w 1236043"/>
              <a:gd name="connsiteY368" fmla="*/ 730298 h 736842"/>
              <a:gd name="connsiteX369" fmla="*/ 1236044 w 1236043"/>
              <a:gd name="connsiteY369" fmla="*/ 576613 h 736842"/>
              <a:gd name="connsiteX370" fmla="*/ 1236044 w 1236043"/>
              <a:gd name="connsiteY370" fmla="*/ 576613 h 736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</a:cxnLst>
            <a:rect l="l" t="t" r="r" b="b"/>
            <a:pathLst>
              <a:path w="1236043" h="736842">
                <a:moveTo>
                  <a:pt x="0" y="56718"/>
                </a:moveTo>
                <a:lnTo>
                  <a:pt x="1782" y="102143"/>
                </a:lnTo>
                <a:lnTo>
                  <a:pt x="3607" y="0"/>
                </a:lnTo>
                <a:lnTo>
                  <a:pt x="5476" y="23736"/>
                </a:lnTo>
                <a:lnTo>
                  <a:pt x="7395" y="97360"/>
                </a:lnTo>
                <a:lnTo>
                  <a:pt x="9364" y="194969"/>
                </a:lnTo>
                <a:lnTo>
                  <a:pt x="11381" y="231591"/>
                </a:lnTo>
                <a:lnTo>
                  <a:pt x="13452" y="234286"/>
                </a:lnTo>
                <a:lnTo>
                  <a:pt x="15578" y="246864"/>
                </a:lnTo>
                <a:lnTo>
                  <a:pt x="17758" y="164043"/>
                </a:lnTo>
                <a:lnTo>
                  <a:pt x="19999" y="152951"/>
                </a:lnTo>
                <a:lnTo>
                  <a:pt x="22297" y="169054"/>
                </a:lnTo>
                <a:lnTo>
                  <a:pt x="24657" y="222722"/>
                </a:lnTo>
                <a:lnTo>
                  <a:pt x="29572" y="303482"/>
                </a:lnTo>
                <a:lnTo>
                  <a:pt x="32129" y="316640"/>
                </a:lnTo>
                <a:lnTo>
                  <a:pt x="34757" y="319296"/>
                </a:lnTo>
                <a:lnTo>
                  <a:pt x="37456" y="314588"/>
                </a:lnTo>
                <a:lnTo>
                  <a:pt x="40229" y="221028"/>
                </a:lnTo>
                <a:lnTo>
                  <a:pt x="46001" y="312103"/>
                </a:lnTo>
                <a:lnTo>
                  <a:pt x="49006" y="350298"/>
                </a:lnTo>
                <a:lnTo>
                  <a:pt x="52092" y="309335"/>
                </a:lnTo>
                <a:lnTo>
                  <a:pt x="55261" y="361740"/>
                </a:lnTo>
                <a:lnTo>
                  <a:pt x="58514" y="388360"/>
                </a:lnTo>
                <a:lnTo>
                  <a:pt x="61851" y="356769"/>
                </a:lnTo>
                <a:lnTo>
                  <a:pt x="65279" y="366611"/>
                </a:lnTo>
                <a:lnTo>
                  <a:pt x="68795" y="392254"/>
                </a:lnTo>
                <a:lnTo>
                  <a:pt x="72398" y="406928"/>
                </a:lnTo>
                <a:lnTo>
                  <a:pt x="76094" y="411789"/>
                </a:lnTo>
                <a:lnTo>
                  <a:pt x="79879" y="403994"/>
                </a:lnTo>
                <a:lnTo>
                  <a:pt x="83756" y="415254"/>
                </a:lnTo>
                <a:lnTo>
                  <a:pt x="87724" y="421786"/>
                </a:lnTo>
                <a:lnTo>
                  <a:pt x="91782" y="432335"/>
                </a:lnTo>
                <a:lnTo>
                  <a:pt x="95931" y="444925"/>
                </a:lnTo>
                <a:lnTo>
                  <a:pt x="100169" y="447897"/>
                </a:lnTo>
                <a:lnTo>
                  <a:pt x="104496" y="464160"/>
                </a:lnTo>
                <a:lnTo>
                  <a:pt x="108909" y="455527"/>
                </a:lnTo>
                <a:lnTo>
                  <a:pt x="113407" y="465434"/>
                </a:lnTo>
                <a:lnTo>
                  <a:pt x="117986" y="460770"/>
                </a:lnTo>
                <a:lnTo>
                  <a:pt x="122646" y="472508"/>
                </a:lnTo>
                <a:lnTo>
                  <a:pt x="127383" y="471808"/>
                </a:lnTo>
                <a:lnTo>
                  <a:pt x="132194" y="479842"/>
                </a:lnTo>
                <a:lnTo>
                  <a:pt x="137074" y="486764"/>
                </a:lnTo>
                <a:lnTo>
                  <a:pt x="142022" y="488136"/>
                </a:lnTo>
                <a:lnTo>
                  <a:pt x="147032" y="486282"/>
                </a:lnTo>
                <a:lnTo>
                  <a:pt x="152101" y="491175"/>
                </a:lnTo>
                <a:lnTo>
                  <a:pt x="157226" y="494610"/>
                </a:lnTo>
                <a:lnTo>
                  <a:pt x="162400" y="501796"/>
                </a:lnTo>
                <a:lnTo>
                  <a:pt x="167621" y="500012"/>
                </a:lnTo>
                <a:lnTo>
                  <a:pt x="172883" y="452812"/>
                </a:lnTo>
                <a:lnTo>
                  <a:pt x="178183" y="451343"/>
                </a:lnTo>
                <a:lnTo>
                  <a:pt x="183517" y="457013"/>
                </a:lnTo>
                <a:lnTo>
                  <a:pt x="188878" y="439835"/>
                </a:lnTo>
                <a:lnTo>
                  <a:pt x="194265" y="430222"/>
                </a:lnTo>
                <a:lnTo>
                  <a:pt x="199674" y="429369"/>
                </a:lnTo>
                <a:lnTo>
                  <a:pt x="205098" y="433126"/>
                </a:lnTo>
                <a:lnTo>
                  <a:pt x="210537" y="431396"/>
                </a:lnTo>
                <a:lnTo>
                  <a:pt x="215985" y="439481"/>
                </a:lnTo>
                <a:lnTo>
                  <a:pt x="221441" y="432120"/>
                </a:lnTo>
                <a:lnTo>
                  <a:pt x="226899" y="426923"/>
                </a:lnTo>
                <a:lnTo>
                  <a:pt x="232357" y="435819"/>
                </a:lnTo>
                <a:lnTo>
                  <a:pt x="237813" y="461401"/>
                </a:lnTo>
                <a:lnTo>
                  <a:pt x="243264" y="450534"/>
                </a:lnTo>
                <a:lnTo>
                  <a:pt x="248705" y="455522"/>
                </a:lnTo>
                <a:lnTo>
                  <a:pt x="254138" y="468636"/>
                </a:lnTo>
                <a:lnTo>
                  <a:pt x="264967" y="484917"/>
                </a:lnTo>
                <a:lnTo>
                  <a:pt x="270359" y="485273"/>
                </a:lnTo>
                <a:lnTo>
                  <a:pt x="275734" y="463682"/>
                </a:lnTo>
                <a:lnTo>
                  <a:pt x="281090" y="450629"/>
                </a:lnTo>
                <a:lnTo>
                  <a:pt x="286426" y="433794"/>
                </a:lnTo>
                <a:lnTo>
                  <a:pt x="291741" y="420624"/>
                </a:lnTo>
                <a:lnTo>
                  <a:pt x="297036" y="402417"/>
                </a:lnTo>
                <a:lnTo>
                  <a:pt x="302304" y="396933"/>
                </a:lnTo>
                <a:lnTo>
                  <a:pt x="307550" y="400997"/>
                </a:lnTo>
                <a:lnTo>
                  <a:pt x="312771" y="378619"/>
                </a:lnTo>
                <a:lnTo>
                  <a:pt x="317969" y="400088"/>
                </a:lnTo>
                <a:lnTo>
                  <a:pt x="323139" y="402841"/>
                </a:lnTo>
                <a:lnTo>
                  <a:pt x="328283" y="411216"/>
                </a:lnTo>
                <a:lnTo>
                  <a:pt x="333403" y="414394"/>
                </a:lnTo>
                <a:lnTo>
                  <a:pt x="338493" y="420873"/>
                </a:lnTo>
                <a:lnTo>
                  <a:pt x="343556" y="422391"/>
                </a:lnTo>
                <a:lnTo>
                  <a:pt x="348593" y="417142"/>
                </a:lnTo>
                <a:lnTo>
                  <a:pt x="353602" y="412615"/>
                </a:lnTo>
                <a:lnTo>
                  <a:pt x="363537" y="430531"/>
                </a:lnTo>
                <a:lnTo>
                  <a:pt x="368461" y="437997"/>
                </a:lnTo>
                <a:lnTo>
                  <a:pt x="373359" y="439976"/>
                </a:lnTo>
                <a:lnTo>
                  <a:pt x="378230" y="450064"/>
                </a:lnTo>
                <a:lnTo>
                  <a:pt x="383071" y="468687"/>
                </a:lnTo>
                <a:lnTo>
                  <a:pt x="387886" y="470963"/>
                </a:lnTo>
                <a:lnTo>
                  <a:pt x="392674" y="487291"/>
                </a:lnTo>
                <a:lnTo>
                  <a:pt x="397435" y="495388"/>
                </a:lnTo>
                <a:lnTo>
                  <a:pt x="402167" y="508821"/>
                </a:lnTo>
                <a:lnTo>
                  <a:pt x="406872" y="512551"/>
                </a:lnTo>
                <a:lnTo>
                  <a:pt x="411551" y="532118"/>
                </a:lnTo>
                <a:lnTo>
                  <a:pt x="416205" y="539023"/>
                </a:lnTo>
                <a:lnTo>
                  <a:pt x="420829" y="544057"/>
                </a:lnTo>
                <a:lnTo>
                  <a:pt x="425430" y="551457"/>
                </a:lnTo>
                <a:lnTo>
                  <a:pt x="430003" y="546231"/>
                </a:lnTo>
                <a:lnTo>
                  <a:pt x="434550" y="553224"/>
                </a:lnTo>
                <a:lnTo>
                  <a:pt x="439073" y="547335"/>
                </a:lnTo>
                <a:lnTo>
                  <a:pt x="443568" y="540936"/>
                </a:lnTo>
                <a:lnTo>
                  <a:pt x="448042" y="540795"/>
                </a:lnTo>
                <a:lnTo>
                  <a:pt x="452486" y="523911"/>
                </a:lnTo>
                <a:lnTo>
                  <a:pt x="456909" y="521338"/>
                </a:lnTo>
                <a:lnTo>
                  <a:pt x="461307" y="513024"/>
                </a:lnTo>
                <a:lnTo>
                  <a:pt x="465681" y="491319"/>
                </a:lnTo>
                <a:lnTo>
                  <a:pt x="470033" y="480151"/>
                </a:lnTo>
                <a:lnTo>
                  <a:pt x="474358" y="476031"/>
                </a:lnTo>
                <a:lnTo>
                  <a:pt x="478661" y="486114"/>
                </a:lnTo>
                <a:lnTo>
                  <a:pt x="482942" y="489871"/>
                </a:lnTo>
                <a:lnTo>
                  <a:pt x="487199" y="471243"/>
                </a:lnTo>
                <a:lnTo>
                  <a:pt x="491434" y="467732"/>
                </a:lnTo>
                <a:lnTo>
                  <a:pt x="495644" y="457610"/>
                </a:lnTo>
                <a:lnTo>
                  <a:pt x="499835" y="451055"/>
                </a:lnTo>
                <a:lnTo>
                  <a:pt x="508152" y="458183"/>
                </a:lnTo>
                <a:lnTo>
                  <a:pt x="512277" y="437520"/>
                </a:lnTo>
                <a:lnTo>
                  <a:pt x="516383" y="467637"/>
                </a:lnTo>
                <a:lnTo>
                  <a:pt x="520466" y="466311"/>
                </a:lnTo>
                <a:lnTo>
                  <a:pt x="524528" y="469520"/>
                </a:lnTo>
                <a:lnTo>
                  <a:pt x="528573" y="492530"/>
                </a:lnTo>
                <a:lnTo>
                  <a:pt x="532596" y="472703"/>
                </a:lnTo>
                <a:lnTo>
                  <a:pt x="536597" y="516187"/>
                </a:lnTo>
                <a:lnTo>
                  <a:pt x="540581" y="461760"/>
                </a:lnTo>
                <a:lnTo>
                  <a:pt x="544545" y="451243"/>
                </a:lnTo>
                <a:lnTo>
                  <a:pt x="548490" y="443514"/>
                </a:lnTo>
                <a:lnTo>
                  <a:pt x="552416" y="465290"/>
                </a:lnTo>
                <a:lnTo>
                  <a:pt x="556322" y="462505"/>
                </a:lnTo>
                <a:lnTo>
                  <a:pt x="560211" y="453541"/>
                </a:lnTo>
                <a:lnTo>
                  <a:pt x="564082" y="449713"/>
                </a:lnTo>
                <a:lnTo>
                  <a:pt x="567935" y="428007"/>
                </a:lnTo>
                <a:lnTo>
                  <a:pt x="571768" y="441474"/>
                </a:lnTo>
                <a:lnTo>
                  <a:pt x="575583" y="451063"/>
                </a:lnTo>
                <a:lnTo>
                  <a:pt x="579382" y="439138"/>
                </a:lnTo>
                <a:lnTo>
                  <a:pt x="583164" y="444067"/>
                </a:lnTo>
                <a:lnTo>
                  <a:pt x="586928" y="439050"/>
                </a:lnTo>
                <a:lnTo>
                  <a:pt x="590676" y="447832"/>
                </a:lnTo>
                <a:lnTo>
                  <a:pt x="594409" y="444277"/>
                </a:lnTo>
                <a:lnTo>
                  <a:pt x="598122" y="437897"/>
                </a:lnTo>
                <a:lnTo>
                  <a:pt x="601821" y="458236"/>
                </a:lnTo>
                <a:lnTo>
                  <a:pt x="605503" y="454374"/>
                </a:lnTo>
                <a:lnTo>
                  <a:pt x="609168" y="449713"/>
                </a:lnTo>
                <a:lnTo>
                  <a:pt x="612818" y="456881"/>
                </a:lnTo>
                <a:lnTo>
                  <a:pt x="616451" y="454574"/>
                </a:lnTo>
                <a:lnTo>
                  <a:pt x="620072" y="441930"/>
                </a:lnTo>
                <a:lnTo>
                  <a:pt x="623675" y="458516"/>
                </a:lnTo>
                <a:lnTo>
                  <a:pt x="627262" y="451703"/>
                </a:lnTo>
                <a:lnTo>
                  <a:pt x="630837" y="452625"/>
                </a:lnTo>
                <a:lnTo>
                  <a:pt x="634394" y="468314"/>
                </a:lnTo>
                <a:lnTo>
                  <a:pt x="637940" y="454791"/>
                </a:lnTo>
                <a:lnTo>
                  <a:pt x="641468" y="468487"/>
                </a:lnTo>
                <a:lnTo>
                  <a:pt x="644984" y="468368"/>
                </a:lnTo>
                <a:lnTo>
                  <a:pt x="651970" y="475098"/>
                </a:lnTo>
                <a:lnTo>
                  <a:pt x="655444" y="480639"/>
                </a:lnTo>
                <a:lnTo>
                  <a:pt x="658902" y="477374"/>
                </a:lnTo>
                <a:lnTo>
                  <a:pt x="662347" y="483117"/>
                </a:lnTo>
                <a:lnTo>
                  <a:pt x="665781" y="459603"/>
                </a:lnTo>
                <a:lnTo>
                  <a:pt x="669199" y="489995"/>
                </a:lnTo>
                <a:lnTo>
                  <a:pt x="672603" y="485804"/>
                </a:lnTo>
                <a:lnTo>
                  <a:pt x="675995" y="478434"/>
                </a:lnTo>
                <a:lnTo>
                  <a:pt x="679375" y="483161"/>
                </a:lnTo>
                <a:lnTo>
                  <a:pt x="682742" y="491004"/>
                </a:lnTo>
                <a:lnTo>
                  <a:pt x="686095" y="500753"/>
                </a:lnTo>
                <a:lnTo>
                  <a:pt x="689438" y="496962"/>
                </a:lnTo>
                <a:lnTo>
                  <a:pt x="692767" y="495422"/>
                </a:lnTo>
                <a:lnTo>
                  <a:pt x="696083" y="514647"/>
                </a:lnTo>
                <a:lnTo>
                  <a:pt x="699387" y="513248"/>
                </a:lnTo>
                <a:lnTo>
                  <a:pt x="702679" y="517274"/>
                </a:lnTo>
                <a:lnTo>
                  <a:pt x="705959" y="529825"/>
                </a:lnTo>
                <a:lnTo>
                  <a:pt x="709229" y="537069"/>
                </a:lnTo>
                <a:lnTo>
                  <a:pt x="712484" y="526177"/>
                </a:lnTo>
                <a:lnTo>
                  <a:pt x="715729" y="526319"/>
                </a:lnTo>
                <a:lnTo>
                  <a:pt x="718963" y="521657"/>
                </a:lnTo>
                <a:lnTo>
                  <a:pt x="722184" y="541333"/>
                </a:lnTo>
                <a:lnTo>
                  <a:pt x="725396" y="538945"/>
                </a:lnTo>
                <a:lnTo>
                  <a:pt x="728595" y="539106"/>
                </a:lnTo>
                <a:lnTo>
                  <a:pt x="731785" y="540541"/>
                </a:lnTo>
                <a:lnTo>
                  <a:pt x="734962" y="544126"/>
                </a:lnTo>
                <a:lnTo>
                  <a:pt x="738127" y="543368"/>
                </a:lnTo>
                <a:lnTo>
                  <a:pt x="741285" y="551146"/>
                </a:lnTo>
                <a:lnTo>
                  <a:pt x="744428" y="560383"/>
                </a:lnTo>
                <a:lnTo>
                  <a:pt x="747564" y="550300"/>
                </a:lnTo>
                <a:lnTo>
                  <a:pt x="750688" y="561353"/>
                </a:lnTo>
                <a:lnTo>
                  <a:pt x="753802" y="576433"/>
                </a:lnTo>
                <a:lnTo>
                  <a:pt x="756904" y="579240"/>
                </a:lnTo>
                <a:lnTo>
                  <a:pt x="759998" y="569318"/>
                </a:lnTo>
                <a:lnTo>
                  <a:pt x="763081" y="566867"/>
                </a:lnTo>
                <a:lnTo>
                  <a:pt x="766153" y="570607"/>
                </a:lnTo>
                <a:lnTo>
                  <a:pt x="769216" y="572751"/>
                </a:lnTo>
                <a:lnTo>
                  <a:pt x="772269" y="585675"/>
                </a:lnTo>
                <a:lnTo>
                  <a:pt x="775313" y="583295"/>
                </a:lnTo>
                <a:lnTo>
                  <a:pt x="778346" y="586460"/>
                </a:lnTo>
                <a:lnTo>
                  <a:pt x="781370" y="584830"/>
                </a:lnTo>
                <a:lnTo>
                  <a:pt x="784387" y="587284"/>
                </a:lnTo>
                <a:lnTo>
                  <a:pt x="787391" y="596426"/>
                </a:lnTo>
                <a:lnTo>
                  <a:pt x="790386" y="601450"/>
                </a:lnTo>
                <a:lnTo>
                  <a:pt x="793373" y="595631"/>
                </a:lnTo>
                <a:lnTo>
                  <a:pt x="796351" y="592335"/>
                </a:lnTo>
                <a:lnTo>
                  <a:pt x="799319" y="601367"/>
                </a:lnTo>
                <a:lnTo>
                  <a:pt x="802277" y="612634"/>
                </a:lnTo>
                <a:lnTo>
                  <a:pt x="805228" y="604233"/>
                </a:lnTo>
                <a:lnTo>
                  <a:pt x="808169" y="615064"/>
                </a:lnTo>
                <a:lnTo>
                  <a:pt x="814024" y="609608"/>
                </a:lnTo>
                <a:lnTo>
                  <a:pt x="816938" y="611155"/>
                </a:lnTo>
                <a:lnTo>
                  <a:pt x="819845" y="622449"/>
                </a:lnTo>
                <a:lnTo>
                  <a:pt x="822742" y="616070"/>
                </a:lnTo>
                <a:lnTo>
                  <a:pt x="825630" y="618356"/>
                </a:lnTo>
                <a:lnTo>
                  <a:pt x="828512" y="622535"/>
                </a:lnTo>
                <a:lnTo>
                  <a:pt x="831382" y="619084"/>
                </a:lnTo>
                <a:lnTo>
                  <a:pt x="834248" y="623122"/>
                </a:lnTo>
                <a:lnTo>
                  <a:pt x="837104" y="625790"/>
                </a:lnTo>
                <a:lnTo>
                  <a:pt x="839950" y="633195"/>
                </a:lnTo>
                <a:lnTo>
                  <a:pt x="842791" y="626141"/>
                </a:lnTo>
                <a:lnTo>
                  <a:pt x="845622" y="629715"/>
                </a:lnTo>
                <a:lnTo>
                  <a:pt x="848444" y="636979"/>
                </a:lnTo>
                <a:lnTo>
                  <a:pt x="851261" y="640439"/>
                </a:lnTo>
                <a:lnTo>
                  <a:pt x="854068" y="638750"/>
                </a:lnTo>
                <a:lnTo>
                  <a:pt x="856867" y="637781"/>
                </a:lnTo>
                <a:lnTo>
                  <a:pt x="859660" y="638015"/>
                </a:lnTo>
                <a:lnTo>
                  <a:pt x="862445" y="647768"/>
                </a:lnTo>
                <a:lnTo>
                  <a:pt x="865220" y="634959"/>
                </a:lnTo>
                <a:lnTo>
                  <a:pt x="867991" y="639513"/>
                </a:lnTo>
                <a:lnTo>
                  <a:pt x="870751" y="640885"/>
                </a:lnTo>
                <a:lnTo>
                  <a:pt x="873505" y="639396"/>
                </a:lnTo>
                <a:lnTo>
                  <a:pt x="876253" y="641691"/>
                </a:lnTo>
                <a:lnTo>
                  <a:pt x="878992" y="641016"/>
                </a:lnTo>
                <a:lnTo>
                  <a:pt x="881724" y="636782"/>
                </a:lnTo>
                <a:lnTo>
                  <a:pt x="884448" y="638480"/>
                </a:lnTo>
                <a:lnTo>
                  <a:pt x="887167" y="636628"/>
                </a:lnTo>
                <a:lnTo>
                  <a:pt x="889877" y="640970"/>
                </a:lnTo>
                <a:lnTo>
                  <a:pt x="892581" y="644345"/>
                </a:lnTo>
                <a:lnTo>
                  <a:pt x="895276" y="632915"/>
                </a:lnTo>
                <a:lnTo>
                  <a:pt x="900649" y="633802"/>
                </a:lnTo>
                <a:lnTo>
                  <a:pt x="903325" y="638022"/>
                </a:lnTo>
                <a:lnTo>
                  <a:pt x="905993" y="644043"/>
                </a:lnTo>
                <a:lnTo>
                  <a:pt x="908653" y="619294"/>
                </a:lnTo>
                <a:lnTo>
                  <a:pt x="911309" y="615066"/>
                </a:lnTo>
                <a:lnTo>
                  <a:pt x="913958" y="625025"/>
                </a:lnTo>
                <a:lnTo>
                  <a:pt x="916599" y="633292"/>
                </a:lnTo>
                <a:lnTo>
                  <a:pt x="919236" y="626996"/>
                </a:lnTo>
                <a:lnTo>
                  <a:pt x="921863" y="627422"/>
                </a:lnTo>
                <a:lnTo>
                  <a:pt x="924484" y="631236"/>
                </a:lnTo>
                <a:lnTo>
                  <a:pt x="927101" y="635861"/>
                </a:lnTo>
                <a:lnTo>
                  <a:pt x="929711" y="635532"/>
                </a:lnTo>
                <a:lnTo>
                  <a:pt x="932313" y="617466"/>
                </a:lnTo>
                <a:lnTo>
                  <a:pt x="934908" y="634813"/>
                </a:lnTo>
                <a:lnTo>
                  <a:pt x="940084" y="640400"/>
                </a:lnTo>
                <a:lnTo>
                  <a:pt x="942659" y="638273"/>
                </a:lnTo>
                <a:lnTo>
                  <a:pt x="945232" y="619070"/>
                </a:lnTo>
                <a:lnTo>
                  <a:pt x="950357" y="639333"/>
                </a:lnTo>
                <a:lnTo>
                  <a:pt x="952908" y="628767"/>
                </a:lnTo>
                <a:lnTo>
                  <a:pt x="955457" y="625856"/>
                </a:lnTo>
                <a:lnTo>
                  <a:pt x="957998" y="628409"/>
                </a:lnTo>
                <a:lnTo>
                  <a:pt x="960532" y="624708"/>
                </a:lnTo>
                <a:lnTo>
                  <a:pt x="963061" y="623611"/>
                </a:lnTo>
                <a:lnTo>
                  <a:pt x="965583" y="636133"/>
                </a:lnTo>
                <a:lnTo>
                  <a:pt x="970613" y="632213"/>
                </a:lnTo>
                <a:lnTo>
                  <a:pt x="973120" y="634827"/>
                </a:lnTo>
                <a:lnTo>
                  <a:pt x="975620" y="633741"/>
                </a:lnTo>
                <a:lnTo>
                  <a:pt x="978113" y="630434"/>
                </a:lnTo>
                <a:lnTo>
                  <a:pt x="980603" y="631294"/>
                </a:lnTo>
                <a:lnTo>
                  <a:pt x="983086" y="637839"/>
                </a:lnTo>
                <a:lnTo>
                  <a:pt x="985561" y="630878"/>
                </a:lnTo>
                <a:lnTo>
                  <a:pt x="988035" y="639442"/>
                </a:lnTo>
                <a:lnTo>
                  <a:pt x="990500" y="637532"/>
                </a:lnTo>
                <a:lnTo>
                  <a:pt x="992961" y="643297"/>
                </a:lnTo>
                <a:lnTo>
                  <a:pt x="995418" y="629009"/>
                </a:lnTo>
                <a:lnTo>
                  <a:pt x="997866" y="649769"/>
                </a:lnTo>
                <a:lnTo>
                  <a:pt x="1000310" y="633809"/>
                </a:lnTo>
                <a:lnTo>
                  <a:pt x="1002749" y="633231"/>
                </a:lnTo>
                <a:lnTo>
                  <a:pt x="1005184" y="633100"/>
                </a:lnTo>
                <a:lnTo>
                  <a:pt x="1007613" y="654871"/>
                </a:lnTo>
                <a:lnTo>
                  <a:pt x="1010035" y="629386"/>
                </a:lnTo>
                <a:lnTo>
                  <a:pt x="1012455" y="649913"/>
                </a:lnTo>
                <a:lnTo>
                  <a:pt x="1014867" y="658558"/>
                </a:lnTo>
                <a:lnTo>
                  <a:pt x="1017274" y="644954"/>
                </a:lnTo>
                <a:lnTo>
                  <a:pt x="1019677" y="644016"/>
                </a:lnTo>
                <a:lnTo>
                  <a:pt x="1022074" y="647761"/>
                </a:lnTo>
                <a:lnTo>
                  <a:pt x="1024467" y="662486"/>
                </a:lnTo>
                <a:lnTo>
                  <a:pt x="1026853" y="653153"/>
                </a:lnTo>
                <a:lnTo>
                  <a:pt x="1029236" y="663246"/>
                </a:lnTo>
                <a:lnTo>
                  <a:pt x="1031614" y="646606"/>
                </a:lnTo>
                <a:lnTo>
                  <a:pt x="1033985" y="654394"/>
                </a:lnTo>
                <a:lnTo>
                  <a:pt x="1036353" y="647866"/>
                </a:lnTo>
                <a:lnTo>
                  <a:pt x="1038714" y="646804"/>
                </a:lnTo>
                <a:lnTo>
                  <a:pt x="1041073" y="638085"/>
                </a:lnTo>
                <a:lnTo>
                  <a:pt x="1043424" y="640807"/>
                </a:lnTo>
                <a:lnTo>
                  <a:pt x="1045773" y="658458"/>
                </a:lnTo>
                <a:lnTo>
                  <a:pt x="1048115" y="633999"/>
                </a:lnTo>
                <a:lnTo>
                  <a:pt x="1050454" y="637751"/>
                </a:lnTo>
                <a:lnTo>
                  <a:pt x="1052786" y="661575"/>
                </a:lnTo>
                <a:lnTo>
                  <a:pt x="1055115" y="635761"/>
                </a:lnTo>
                <a:lnTo>
                  <a:pt x="1057440" y="635261"/>
                </a:lnTo>
                <a:lnTo>
                  <a:pt x="1059757" y="646409"/>
                </a:lnTo>
                <a:lnTo>
                  <a:pt x="1062072" y="651526"/>
                </a:lnTo>
                <a:lnTo>
                  <a:pt x="1064382" y="642912"/>
                </a:lnTo>
                <a:lnTo>
                  <a:pt x="1066687" y="659469"/>
                </a:lnTo>
                <a:lnTo>
                  <a:pt x="1068990" y="639184"/>
                </a:lnTo>
                <a:lnTo>
                  <a:pt x="1071285" y="640846"/>
                </a:lnTo>
                <a:lnTo>
                  <a:pt x="1073578" y="652347"/>
                </a:lnTo>
                <a:lnTo>
                  <a:pt x="1075864" y="637747"/>
                </a:lnTo>
                <a:lnTo>
                  <a:pt x="1078147" y="645315"/>
                </a:lnTo>
                <a:lnTo>
                  <a:pt x="1080425" y="644981"/>
                </a:lnTo>
                <a:lnTo>
                  <a:pt x="1082698" y="632756"/>
                </a:lnTo>
                <a:lnTo>
                  <a:pt x="1084967" y="647325"/>
                </a:lnTo>
                <a:lnTo>
                  <a:pt x="1087233" y="642052"/>
                </a:lnTo>
                <a:lnTo>
                  <a:pt x="1089494" y="646533"/>
                </a:lnTo>
                <a:lnTo>
                  <a:pt x="1096249" y="623244"/>
                </a:lnTo>
                <a:lnTo>
                  <a:pt x="1098493" y="644757"/>
                </a:lnTo>
                <a:lnTo>
                  <a:pt x="1100732" y="655134"/>
                </a:lnTo>
                <a:lnTo>
                  <a:pt x="1102966" y="644459"/>
                </a:lnTo>
                <a:lnTo>
                  <a:pt x="1105196" y="638329"/>
                </a:lnTo>
                <a:lnTo>
                  <a:pt x="1107423" y="642303"/>
                </a:lnTo>
                <a:lnTo>
                  <a:pt x="1109645" y="648295"/>
                </a:lnTo>
                <a:lnTo>
                  <a:pt x="1111863" y="630605"/>
                </a:lnTo>
                <a:lnTo>
                  <a:pt x="1114077" y="634854"/>
                </a:lnTo>
                <a:lnTo>
                  <a:pt x="1116288" y="640312"/>
                </a:lnTo>
                <a:lnTo>
                  <a:pt x="1118493" y="651487"/>
                </a:lnTo>
                <a:lnTo>
                  <a:pt x="1120695" y="657708"/>
                </a:lnTo>
                <a:lnTo>
                  <a:pt x="1122893" y="632432"/>
                </a:lnTo>
                <a:lnTo>
                  <a:pt x="1125086" y="644160"/>
                </a:lnTo>
                <a:lnTo>
                  <a:pt x="1129460" y="635030"/>
                </a:lnTo>
                <a:lnTo>
                  <a:pt x="1131643" y="647111"/>
                </a:lnTo>
                <a:lnTo>
                  <a:pt x="1133819" y="647761"/>
                </a:lnTo>
                <a:lnTo>
                  <a:pt x="1135993" y="635310"/>
                </a:lnTo>
                <a:lnTo>
                  <a:pt x="1138164" y="636475"/>
                </a:lnTo>
                <a:lnTo>
                  <a:pt x="1140330" y="638027"/>
                </a:lnTo>
                <a:lnTo>
                  <a:pt x="1142491" y="633236"/>
                </a:lnTo>
                <a:lnTo>
                  <a:pt x="1144650" y="655595"/>
                </a:lnTo>
                <a:lnTo>
                  <a:pt x="1146804" y="621621"/>
                </a:lnTo>
                <a:lnTo>
                  <a:pt x="1148956" y="643044"/>
                </a:lnTo>
                <a:lnTo>
                  <a:pt x="1151102" y="637084"/>
                </a:lnTo>
                <a:lnTo>
                  <a:pt x="1153244" y="650692"/>
                </a:lnTo>
                <a:lnTo>
                  <a:pt x="1155383" y="631730"/>
                </a:lnTo>
                <a:lnTo>
                  <a:pt x="1157518" y="649001"/>
                </a:lnTo>
                <a:lnTo>
                  <a:pt x="1159650" y="637137"/>
                </a:lnTo>
                <a:lnTo>
                  <a:pt x="1161780" y="612919"/>
                </a:lnTo>
                <a:lnTo>
                  <a:pt x="1163902" y="629628"/>
                </a:lnTo>
                <a:lnTo>
                  <a:pt x="1166024" y="635283"/>
                </a:lnTo>
                <a:lnTo>
                  <a:pt x="1168139" y="613880"/>
                </a:lnTo>
                <a:lnTo>
                  <a:pt x="1170254" y="648892"/>
                </a:lnTo>
                <a:lnTo>
                  <a:pt x="1172362" y="638036"/>
                </a:lnTo>
                <a:lnTo>
                  <a:pt x="1174470" y="639325"/>
                </a:lnTo>
                <a:lnTo>
                  <a:pt x="1176573" y="632837"/>
                </a:lnTo>
                <a:lnTo>
                  <a:pt x="1178671" y="622700"/>
                </a:lnTo>
                <a:lnTo>
                  <a:pt x="1180766" y="635909"/>
                </a:lnTo>
                <a:lnTo>
                  <a:pt x="1182857" y="651628"/>
                </a:lnTo>
                <a:lnTo>
                  <a:pt x="1184945" y="640890"/>
                </a:lnTo>
                <a:lnTo>
                  <a:pt x="1187031" y="647915"/>
                </a:lnTo>
                <a:lnTo>
                  <a:pt x="1189112" y="638387"/>
                </a:lnTo>
                <a:lnTo>
                  <a:pt x="1191188" y="615137"/>
                </a:lnTo>
                <a:lnTo>
                  <a:pt x="1193264" y="622995"/>
                </a:lnTo>
                <a:lnTo>
                  <a:pt x="1195332" y="623429"/>
                </a:lnTo>
                <a:lnTo>
                  <a:pt x="1197401" y="635551"/>
                </a:lnTo>
                <a:lnTo>
                  <a:pt x="1199465" y="625366"/>
                </a:lnTo>
                <a:lnTo>
                  <a:pt x="1201524" y="621204"/>
                </a:lnTo>
                <a:lnTo>
                  <a:pt x="1203583" y="625288"/>
                </a:lnTo>
                <a:lnTo>
                  <a:pt x="1205637" y="640736"/>
                </a:lnTo>
                <a:lnTo>
                  <a:pt x="1207686" y="640293"/>
                </a:lnTo>
                <a:lnTo>
                  <a:pt x="1209733" y="622700"/>
                </a:lnTo>
                <a:lnTo>
                  <a:pt x="1211777" y="636243"/>
                </a:lnTo>
                <a:lnTo>
                  <a:pt x="1213817" y="636211"/>
                </a:lnTo>
                <a:lnTo>
                  <a:pt x="1215854" y="620100"/>
                </a:lnTo>
                <a:lnTo>
                  <a:pt x="1217888" y="717503"/>
                </a:lnTo>
                <a:lnTo>
                  <a:pt x="1219918" y="671436"/>
                </a:lnTo>
                <a:lnTo>
                  <a:pt x="1221945" y="736843"/>
                </a:lnTo>
                <a:lnTo>
                  <a:pt x="1223970" y="622656"/>
                </a:lnTo>
                <a:lnTo>
                  <a:pt x="1225990" y="645256"/>
                </a:lnTo>
                <a:lnTo>
                  <a:pt x="1228008" y="603485"/>
                </a:lnTo>
                <a:lnTo>
                  <a:pt x="1230020" y="689265"/>
                </a:lnTo>
                <a:lnTo>
                  <a:pt x="1232033" y="730298"/>
                </a:lnTo>
                <a:lnTo>
                  <a:pt x="1236044" y="576613"/>
                </a:lnTo>
                <a:lnTo>
                  <a:pt x="1236044" y="576613"/>
                </a:lnTo>
              </a:path>
            </a:pathLst>
          </a:custGeom>
          <a:noFill/>
          <a:ln w="38100" cap="sq">
            <a:solidFill>
              <a:srgbClr val="F4A261"/>
            </a:solidFill>
            <a:prstDash val="solid"/>
            <a:round/>
          </a:ln>
        </p:spPr>
        <p:txBody>
          <a:bodyPr rtlCol="0" anchor="ctr"/>
          <a:lstStyle/>
          <a:p>
            <a:endParaRPr lang="es-ES"/>
          </a:p>
        </p:txBody>
      </p:sp>
      <p:sp>
        <p:nvSpPr>
          <p:cNvPr id="473" name="Forma libre: forma 472">
            <a:extLst>
              <a:ext uri="{FF2B5EF4-FFF2-40B4-BE49-F238E27FC236}">
                <a16:creationId xmlns:a16="http://schemas.microsoft.com/office/drawing/2014/main" id="{AECDEDDE-66BE-F260-3007-16C78520ED78}"/>
              </a:ext>
            </a:extLst>
          </p:cNvPr>
          <p:cNvSpPr/>
          <p:nvPr/>
        </p:nvSpPr>
        <p:spPr>
          <a:xfrm>
            <a:off x="3166013" y="12581597"/>
            <a:ext cx="1469411" cy="875960"/>
          </a:xfrm>
          <a:custGeom>
            <a:avLst/>
            <a:gdLst>
              <a:gd name="connsiteX0" fmla="*/ 0 w 1236043"/>
              <a:gd name="connsiteY0" fmla="*/ 634304 h 736842"/>
              <a:gd name="connsiteX1" fmla="*/ 1782 w 1236043"/>
              <a:gd name="connsiteY1" fmla="*/ 582581 h 736842"/>
              <a:gd name="connsiteX2" fmla="*/ 3607 w 1236043"/>
              <a:gd name="connsiteY2" fmla="*/ 736843 h 736842"/>
              <a:gd name="connsiteX3" fmla="*/ 5476 w 1236043"/>
              <a:gd name="connsiteY3" fmla="*/ 678626 h 736842"/>
              <a:gd name="connsiteX4" fmla="*/ 7395 w 1236043"/>
              <a:gd name="connsiteY4" fmla="*/ 593575 h 736842"/>
              <a:gd name="connsiteX5" fmla="*/ 9364 w 1236043"/>
              <a:gd name="connsiteY5" fmla="*/ 439511 h 736842"/>
              <a:gd name="connsiteX6" fmla="*/ 11381 w 1236043"/>
              <a:gd name="connsiteY6" fmla="*/ 407069 h 736842"/>
              <a:gd name="connsiteX7" fmla="*/ 13452 w 1236043"/>
              <a:gd name="connsiteY7" fmla="*/ 405782 h 736842"/>
              <a:gd name="connsiteX8" fmla="*/ 15578 w 1236043"/>
              <a:gd name="connsiteY8" fmla="*/ 402098 h 736842"/>
              <a:gd name="connsiteX9" fmla="*/ 19999 w 1236043"/>
              <a:gd name="connsiteY9" fmla="*/ 489513 h 736842"/>
              <a:gd name="connsiteX10" fmla="*/ 22297 w 1236043"/>
              <a:gd name="connsiteY10" fmla="*/ 444991 h 736842"/>
              <a:gd name="connsiteX11" fmla="*/ 24657 w 1236043"/>
              <a:gd name="connsiteY11" fmla="*/ 424126 h 736842"/>
              <a:gd name="connsiteX12" fmla="*/ 27083 w 1236043"/>
              <a:gd name="connsiteY12" fmla="*/ 381131 h 736842"/>
              <a:gd name="connsiteX13" fmla="*/ 29572 w 1236043"/>
              <a:gd name="connsiteY13" fmla="*/ 353134 h 736842"/>
              <a:gd name="connsiteX14" fmla="*/ 32129 w 1236043"/>
              <a:gd name="connsiteY14" fmla="*/ 348857 h 736842"/>
              <a:gd name="connsiteX15" fmla="*/ 34757 w 1236043"/>
              <a:gd name="connsiteY15" fmla="*/ 347054 h 736842"/>
              <a:gd name="connsiteX16" fmla="*/ 37456 w 1236043"/>
              <a:gd name="connsiteY16" fmla="*/ 344072 h 736842"/>
              <a:gd name="connsiteX17" fmla="*/ 40229 w 1236043"/>
              <a:gd name="connsiteY17" fmla="*/ 385721 h 736842"/>
              <a:gd name="connsiteX18" fmla="*/ 43076 w 1236043"/>
              <a:gd name="connsiteY18" fmla="*/ 352208 h 736842"/>
              <a:gd name="connsiteX19" fmla="*/ 46001 w 1236043"/>
              <a:gd name="connsiteY19" fmla="*/ 331562 h 736842"/>
              <a:gd name="connsiteX20" fmla="*/ 49006 w 1236043"/>
              <a:gd name="connsiteY20" fmla="*/ 313124 h 736842"/>
              <a:gd name="connsiteX21" fmla="*/ 52092 w 1236043"/>
              <a:gd name="connsiteY21" fmla="*/ 333555 h 736842"/>
              <a:gd name="connsiteX22" fmla="*/ 55261 w 1236043"/>
              <a:gd name="connsiteY22" fmla="*/ 306506 h 736842"/>
              <a:gd name="connsiteX23" fmla="*/ 58514 w 1236043"/>
              <a:gd name="connsiteY23" fmla="*/ 297737 h 736842"/>
              <a:gd name="connsiteX24" fmla="*/ 61851 w 1236043"/>
              <a:gd name="connsiteY24" fmla="*/ 292581 h 736842"/>
              <a:gd name="connsiteX25" fmla="*/ 65279 w 1236043"/>
              <a:gd name="connsiteY25" fmla="*/ 290565 h 736842"/>
              <a:gd name="connsiteX26" fmla="*/ 68795 w 1236043"/>
              <a:gd name="connsiteY26" fmla="*/ 286002 h 736842"/>
              <a:gd name="connsiteX27" fmla="*/ 72398 w 1236043"/>
              <a:gd name="connsiteY27" fmla="*/ 283268 h 736842"/>
              <a:gd name="connsiteX28" fmla="*/ 76094 w 1236043"/>
              <a:gd name="connsiteY28" fmla="*/ 272637 h 736842"/>
              <a:gd name="connsiteX29" fmla="*/ 79879 w 1236043"/>
              <a:gd name="connsiteY29" fmla="*/ 279055 h 736842"/>
              <a:gd name="connsiteX30" fmla="*/ 83756 w 1236043"/>
              <a:gd name="connsiteY30" fmla="*/ 272498 h 736842"/>
              <a:gd name="connsiteX31" fmla="*/ 87724 w 1236043"/>
              <a:gd name="connsiteY31" fmla="*/ 267734 h 736842"/>
              <a:gd name="connsiteX32" fmla="*/ 91782 w 1236043"/>
              <a:gd name="connsiteY32" fmla="*/ 265595 h 736842"/>
              <a:gd name="connsiteX33" fmla="*/ 95931 w 1236043"/>
              <a:gd name="connsiteY33" fmla="*/ 256506 h 736842"/>
              <a:gd name="connsiteX34" fmla="*/ 100169 w 1236043"/>
              <a:gd name="connsiteY34" fmla="*/ 245534 h 736842"/>
              <a:gd name="connsiteX35" fmla="*/ 104496 w 1236043"/>
              <a:gd name="connsiteY35" fmla="*/ 240044 h 736842"/>
              <a:gd name="connsiteX36" fmla="*/ 108909 w 1236043"/>
              <a:gd name="connsiteY36" fmla="*/ 231952 h 736842"/>
              <a:gd name="connsiteX37" fmla="*/ 113407 w 1236043"/>
              <a:gd name="connsiteY37" fmla="*/ 236835 h 736842"/>
              <a:gd name="connsiteX38" fmla="*/ 117986 w 1236043"/>
              <a:gd name="connsiteY38" fmla="*/ 234688 h 736842"/>
              <a:gd name="connsiteX39" fmla="*/ 122646 w 1236043"/>
              <a:gd name="connsiteY39" fmla="*/ 231024 h 736842"/>
              <a:gd name="connsiteX40" fmla="*/ 127383 w 1236043"/>
              <a:gd name="connsiteY40" fmla="*/ 227778 h 736842"/>
              <a:gd name="connsiteX41" fmla="*/ 132194 w 1236043"/>
              <a:gd name="connsiteY41" fmla="*/ 216401 h 736842"/>
              <a:gd name="connsiteX42" fmla="*/ 137074 w 1236043"/>
              <a:gd name="connsiteY42" fmla="*/ 218256 h 736842"/>
              <a:gd name="connsiteX43" fmla="*/ 142022 w 1236043"/>
              <a:gd name="connsiteY43" fmla="*/ 224118 h 736842"/>
              <a:gd name="connsiteX44" fmla="*/ 147032 w 1236043"/>
              <a:gd name="connsiteY44" fmla="*/ 223026 h 736842"/>
              <a:gd name="connsiteX45" fmla="*/ 152101 w 1236043"/>
              <a:gd name="connsiteY45" fmla="*/ 224908 h 736842"/>
              <a:gd name="connsiteX46" fmla="*/ 157226 w 1236043"/>
              <a:gd name="connsiteY46" fmla="*/ 217734 h 736842"/>
              <a:gd name="connsiteX47" fmla="*/ 162400 w 1236043"/>
              <a:gd name="connsiteY47" fmla="*/ 223748 h 736842"/>
              <a:gd name="connsiteX48" fmla="*/ 167621 w 1236043"/>
              <a:gd name="connsiteY48" fmla="*/ 225736 h 736842"/>
              <a:gd name="connsiteX49" fmla="*/ 172883 w 1236043"/>
              <a:gd name="connsiteY49" fmla="*/ 237293 h 736842"/>
              <a:gd name="connsiteX50" fmla="*/ 178183 w 1236043"/>
              <a:gd name="connsiteY50" fmla="*/ 241496 h 736842"/>
              <a:gd name="connsiteX51" fmla="*/ 183517 w 1236043"/>
              <a:gd name="connsiteY51" fmla="*/ 242140 h 736842"/>
              <a:gd name="connsiteX52" fmla="*/ 188878 w 1236043"/>
              <a:gd name="connsiteY52" fmla="*/ 260068 h 736842"/>
              <a:gd name="connsiteX53" fmla="*/ 194265 w 1236043"/>
              <a:gd name="connsiteY53" fmla="*/ 248058 h 736842"/>
              <a:gd name="connsiteX54" fmla="*/ 199674 w 1236043"/>
              <a:gd name="connsiteY54" fmla="*/ 253899 h 736842"/>
              <a:gd name="connsiteX55" fmla="*/ 205098 w 1236043"/>
              <a:gd name="connsiteY55" fmla="*/ 266915 h 736842"/>
              <a:gd name="connsiteX56" fmla="*/ 210537 w 1236043"/>
              <a:gd name="connsiteY56" fmla="*/ 244803 h 736842"/>
              <a:gd name="connsiteX57" fmla="*/ 215985 w 1236043"/>
              <a:gd name="connsiteY57" fmla="*/ 240261 h 736842"/>
              <a:gd name="connsiteX58" fmla="*/ 221441 w 1236043"/>
              <a:gd name="connsiteY58" fmla="*/ 270424 h 736842"/>
              <a:gd name="connsiteX59" fmla="*/ 226899 w 1236043"/>
              <a:gd name="connsiteY59" fmla="*/ 274990 h 736842"/>
              <a:gd name="connsiteX60" fmla="*/ 232357 w 1236043"/>
              <a:gd name="connsiteY60" fmla="*/ 272839 h 736842"/>
              <a:gd name="connsiteX61" fmla="*/ 237813 w 1236043"/>
              <a:gd name="connsiteY61" fmla="*/ 244116 h 736842"/>
              <a:gd name="connsiteX62" fmla="*/ 243264 w 1236043"/>
              <a:gd name="connsiteY62" fmla="*/ 261165 h 736842"/>
              <a:gd name="connsiteX63" fmla="*/ 248705 w 1236043"/>
              <a:gd name="connsiteY63" fmla="*/ 267907 h 736842"/>
              <a:gd name="connsiteX64" fmla="*/ 254138 w 1236043"/>
              <a:gd name="connsiteY64" fmla="*/ 261535 h 736842"/>
              <a:gd name="connsiteX65" fmla="*/ 259560 w 1236043"/>
              <a:gd name="connsiteY65" fmla="*/ 260785 h 736842"/>
              <a:gd name="connsiteX66" fmla="*/ 264967 w 1236043"/>
              <a:gd name="connsiteY66" fmla="*/ 254749 h 736842"/>
              <a:gd name="connsiteX67" fmla="*/ 270359 w 1236043"/>
              <a:gd name="connsiteY67" fmla="*/ 246206 h 736842"/>
              <a:gd name="connsiteX68" fmla="*/ 275734 w 1236043"/>
              <a:gd name="connsiteY68" fmla="*/ 243370 h 736842"/>
              <a:gd name="connsiteX69" fmla="*/ 281090 w 1236043"/>
              <a:gd name="connsiteY69" fmla="*/ 254060 h 736842"/>
              <a:gd name="connsiteX70" fmla="*/ 286426 w 1236043"/>
              <a:gd name="connsiteY70" fmla="*/ 263065 h 736842"/>
              <a:gd name="connsiteX71" fmla="*/ 291741 w 1236043"/>
              <a:gd name="connsiteY71" fmla="*/ 262510 h 736842"/>
              <a:gd name="connsiteX72" fmla="*/ 297036 w 1236043"/>
              <a:gd name="connsiteY72" fmla="*/ 278307 h 736842"/>
              <a:gd name="connsiteX73" fmla="*/ 302304 w 1236043"/>
              <a:gd name="connsiteY73" fmla="*/ 259199 h 736842"/>
              <a:gd name="connsiteX74" fmla="*/ 307550 w 1236043"/>
              <a:gd name="connsiteY74" fmla="*/ 259021 h 736842"/>
              <a:gd name="connsiteX75" fmla="*/ 312771 w 1236043"/>
              <a:gd name="connsiteY75" fmla="*/ 269983 h 736842"/>
              <a:gd name="connsiteX76" fmla="*/ 317969 w 1236043"/>
              <a:gd name="connsiteY76" fmla="*/ 240056 h 736842"/>
              <a:gd name="connsiteX77" fmla="*/ 323139 w 1236043"/>
              <a:gd name="connsiteY77" fmla="*/ 254191 h 736842"/>
              <a:gd name="connsiteX78" fmla="*/ 328283 w 1236043"/>
              <a:gd name="connsiteY78" fmla="*/ 239615 h 736842"/>
              <a:gd name="connsiteX79" fmla="*/ 333403 w 1236043"/>
              <a:gd name="connsiteY79" fmla="*/ 255736 h 736842"/>
              <a:gd name="connsiteX80" fmla="*/ 338493 w 1236043"/>
              <a:gd name="connsiteY80" fmla="*/ 242871 h 736842"/>
              <a:gd name="connsiteX81" fmla="*/ 343556 w 1236043"/>
              <a:gd name="connsiteY81" fmla="*/ 254296 h 736842"/>
              <a:gd name="connsiteX82" fmla="*/ 348593 w 1236043"/>
              <a:gd name="connsiteY82" fmla="*/ 246021 h 736842"/>
              <a:gd name="connsiteX83" fmla="*/ 353602 w 1236043"/>
              <a:gd name="connsiteY83" fmla="*/ 228911 h 736842"/>
              <a:gd name="connsiteX84" fmla="*/ 358583 w 1236043"/>
              <a:gd name="connsiteY84" fmla="*/ 224069 h 736842"/>
              <a:gd name="connsiteX85" fmla="*/ 363537 w 1236043"/>
              <a:gd name="connsiteY85" fmla="*/ 229564 h 736842"/>
              <a:gd name="connsiteX86" fmla="*/ 368461 w 1236043"/>
              <a:gd name="connsiteY86" fmla="*/ 213053 h 736842"/>
              <a:gd name="connsiteX87" fmla="*/ 373359 w 1236043"/>
              <a:gd name="connsiteY87" fmla="*/ 214683 h 736842"/>
              <a:gd name="connsiteX88" fmla="*/ 378230 w 1236043"/>
              <a:gd name="connsiteY88" fmla="*/ 212271 h 736842"/>
              <a:gd name="connsiteX89" fmla="*/ 383071 w 1236043"/>
              <a:gd name="connsiteY89" fmla="*/ 203749 h 736842"/>
              <a:gd name="connsiteX90" fmla="*/ 387886 w 1236043"/>
              <a:gd name="connsiteY90" fmla="*/ 197205 h 736842"/>
              <a:gd name="connsiteX91" fmla="*/ 392674 w 1236043"/>
              <a:gd name="connsiteY91" fmla="*/ 192165 h 736842"/>
              <a:gd name="connsiteX92" fmla="*/ 397435 w 1236043"/>
              <a:gd name="connsiteY92" fmla="*/ 182670 h 736842"/>
              <a:gd name="connsiteX93" fmla="*/ 402167 w 1236043"/>
              <a:gd name="connsiteY93" fmla="*/ 181314 h 736842"/>
              <a:gd name="connsiteX94" fmla="*/ 406872 w 1236043"/>
              <a:gd name="connsiteY94" fmla="*/ 175228 h 736842"/>
              <a:gd name="connsiteX95" fmla="*/ 411551 w 1236043"/>
              <a:gd name="connsiteY95" fmla="*/ 172873 h 736842"/>
              <a:gd name="connsiteX96" fmla="*/ 416205 w 1236043"/>
              <a:gd name="connsiteY96" fmla="*/ 162817 h 736842"/>
              <a:gd name="connsiteX97" fmla="*/ 420829 w 1236043"/>
              <a:gd name="connsiteY97" fmla="*/ 163795 h 736842"/>
              <a:gd name="connsiteX98" fmla="*/ 425430 w 1236043"/>
              <a:gd name="connsiteY98" fmla="*/ 152120 h 736842"/>
              <a:gd name="connsiteX99" fmla="*/ 430003 w 1236043"/>
              <a:gd name="connsiteY99" fmla="*/ 159860 h 736842"/>
              <a:gd name="connsiteX100" fmla="*/ 434550 w 1236043"/>
              <a:gd name="connsiteY100" fmla="*/ 161083 h 736842"/>
              <a:gd name="connsiteX101" fmla="*/ 439073 w 1236043"/>
              <a:gd name="connsiteY101" fmla="*/ 157709 h 736842"/>
              <a:gd name="connsiteX102" fmla="*/ 443568 w 1236043"/>
              <a:gd name="connsiteY102" fmla="*/ 151553 h 736842"/>
              <a:gd name="connsiteX103" fmla="*/ 448042 w 1236043"/>
              <a:gd name="connsiteY103" fmla="*/ 157974 h 736842"/>
              <a:gd name="connsiteX104" fmla="*/ 452486 w 1236043"/>
              <a:gd name="connsiteY104" fmla="*/ 140253 h 736842"/>
              <a:gd name="connsiteX105" fmla="*/ 456909 w 1236043"/>
              <a:gd name="connsiteY105" fmla="*/ 160478 h 736842"/>
              <a:gd name="connsiteX106" fmla="*/ 461307 w 1236043"/>
              <a:gd name="connsiteY106" fmla="*/ 164502 h 736842"/>
              <a:gd name="connsiteX107" fmla="*/ 465681 w 1236043"/>
              <a:gd name="connsiteY107" fmla="*/ 168955 h 736842"/>
              <a:gd name="connsiteX108" fmla="*/ 470033 w 1236043"/>
              <a:gd name="connsiteY108" fmla="*/ 175929 h 736842"/>
              <a:gd name="connsiteX109" fmla="*/ 474358 w 1236043"/>
              <a:gd name="connsiteY109" fmla="*/ 201829 h 736842"/>
              <a:gd name="connsiteX110" fmla="*/ 478661 w 1236043"/>
              <a:gd name="connsiteY110" fmla="*/ 189646 h 736842"/>
              <a:gd name="connsiteX111" fmla="*/ 482942 w 1236043"/>
              <a:gd name="connsiteY111" fmla="*/ 253665 h 736842"/>
              <a:gd name="connsiteX112" fmla="*/ 487199 w 1236043"/>
              <a:gd name="connsiteY112" fmla="*/ 235402 h 736842"/>
              <a:gd name="connsiteX113" fmla="*/ 491434 w 1236043"/>
              <a:gd name="connsiteY113" fmla="*/ 234798 h 736842"/>
              <a:gd name="connsiteX114" fmla="*/ 495644 w 1236043"/>
              <a:gd name="connsiteY114" fmla="*/ 220963 h 736842"/>
              <a:gd name="connsiteX115" fmla="*/ 499835 w 1236043"/>
              <a:gd name="connsiteY115" fmla="*/ 232622 h 736842"/>
              <a:gd name="connsiteX116" fmla="*/ 504004 w 1236043"/>
              <a:gd name="connsiteY116" fmla="*/ 221494 h 736842"/>
              <a:gd name="connsiteX117" fmla="*/ 508152 w 1236043"/>
              <a:gd name="connsiteY117" fmla="*/ 215843 h 736842"/>
              <a:gd name="connsiteX118" fmla="*/ 512277 w 1236043"/>
              <a:gd name="connsiteY118" fmla="*/ 188703 h 736842"/>
              <a:gd name="connsiteX119" fmla="*/ 516383 w 1236043"/>
              <a:gd name="connsiteY119" fmla="*/ 201709 h 736842"/>
              <a:gd name="connsiteX120" fmla="*/ 520466 w 1236043"/>
              <a:gd name="connsiteY120" fmla="*/ 181616 h 736842"/>
              <a:gd name="connsiteX121" fmla="*/ 524528 w 1236043"/>
              <a:gd name="connsiteY121" fmla="*/ 174309 h 736842"/>
              <a:gd name="connsiteX122" fmla="*/ 528573 w 1236043"/>
              <a:gd name="connsiteY122" fmla="*/ 188344 h 736842"/>
              <a:gd name="connsiteX123" fmla="*/ 532596 w 1236043"/>
              <a:gd name="connsiteY123" fmla="*/ 203425 h 736842"/>
              <a:gd name="connsiteX124" fmla="*/ 536597 w 1236043"/>
              <a:gd name="connsiteY124" fmla="*/ 199930 h 736842"/>
              <a:gd name="connsiteX125" fmla="*/ 540581 w 1236043"/>
              <a:gd name="connsiteY125" fmla="*/ 201273 h 736842"/>
              <a:gd name="connsiteX126" fmla="*/ 544545 w 1236043"/>
              <a:gd name="connsiteY126" fmla="*/ 187732 h 736842"/>
              <a:gd name="connsiteX127" fmla="*/ 548490 w 1236043"/>
              <a:gd name="connsiteY127" fmla="*/ 205384 h 736842"/>
              <a:gd name="connsiteX128" fmla="*/ 552416 w 1236043"/>
              <a:gd name="connsiteY128" fmla="*/ 196116 h 736842"/>
              <a:gd name="connsiteX129" fmla="*/ 556322 w 1236043"/>
              <a:gd name="connsiteY129" fmla="*/ 212098 h 736842"/>
              <a:gd name="connsiteX130" fmla="*/ 560211 w 1236043"/>
              <a:gd name="connsiteY130" fmla="*/ 224301 h 736842"/>
              <a:gd name="connsiteX131" fmla="*/ 564082 w 1236043"/>
              <a:gd name="connsiteY131" fmla="*/ 204109 h 736842"/>
              <a:gd name="connsiteX132" fmla="*/ 567935 w 1236043"/>
              <a:gd name="connsiteY132" fmla="*/ 202066 h 736842"/>
              <a:gd name="connsiteX133" fmla="*/ 571768 w 1236043"/>
              <a:gd name="connsiteY133" fmla="*/ 215802 h 736842"/>
              <a:gd name="connsiteX134" fmla="*/ 575583 w 1236043"/>
              <a:gd name="connsiteY134" fmla="*/ 215461 h 736842"/>
              <a:gd name="connsiteX135" fmla="*/ 579382 w 1236043"/>
              <a:gd name="connsiteY135" fmla="*/ 203027 h 736842"/>
              <a:gd name="connsiteX136" fmla="*/ 583164 w 1236043"/>
              <a:gd name="connsiteY136" fmla="*/ 209644 h 736842"/>
              <a:gd name="connsiteX137" fmla="*/ 586928 w 1236043"/>
              <a:gd name="connsiteY137" fmla="*/ 204213 h 736842"/>
              <a:gd name="connsiteX138" fmla="*/ 590676 w 1236043"/>
              <a:gd name="connsiteY138" fmla="*/ 174370 h 736842"/>
              <a:gd name="connsiteX139" fmla="*/ 594409 w 1236043"/>
              <a:gd name="connsiteY139" fmla="*/ 215621 h 736842"/>
              <a:gd name="connsiteX140" fmla="*/ 598122 w 1236043"/>
              <a:gd name="connsiteY140" fmla="*/ 197077 h 736842"/>
              <a:gd name="connsiteX141" fmla="*/ 601821 w 1236043"/>
              <a:gd name="connsiteY141" fmla="*/ 206361 h 736842"/>
              <a:gd name="connsiteX142" fmla="*/ 605503 w 1236043"/>
              <a:gd name="connsiteY142" fmla="*/ 206473 h 736842"/>
              <a:gd name="connsiteX143" fmla="*/ 609168 w 1236043"/>
              <a:gd name="connsiteY143" fmla="*/ 212064 h 736842"/>
              <a:gd name="connsiteX144" fmla="*/ 612818 w 1236043"/>
              <a:gd name="connsiteY144" fmla="*/ 195104 h 736842"/>
              <a:gd name="connsiteX145" fmla="*/ 616451 w 1236043"/>
              <a:gd name="connsiteY145" fmla="*/ 191697 h 736842"/>
              <a:gd name="connsiteX146" fmla="*/ 620072 w 1236043"/>
              <a:gd name="connsiteY146" fmla="*/ 206807 h 736842"/>
              <a:gd name="connsiteX147" fmla="*/ 623675 w 1236043"/>
              <a:gd name="connsiteY147" fmla="*/ 184129 h 736842"/>
              <a:gd name="connsiteX148" fmla="*/ 627262 w 1236043"/>
              <a:gd name="connsiteY148" fmla="*/ 194637 h 736842"/>
              <a:gd name="connsiteX149" fmla="*/ 630837 w 1236043"/>
              <a:gd name="connsiteY149" fmla="*/ 212885 h 736842"/>
              <a:gd name="connsiteX150" fmla="*/ 634394 w 1236043"/>
              <a:gd name="connsiteY150" fmla="*/ 181051 h 736842"/>
              <a:gd name="connsiteX151" fmla="*/ 637940 w 1236043"/>
              <a:gd name="connsiteY151" fmla="*/ 207649 h 736842"/>
              <a:gd name="connsiteX152" fmla="*/ 641468 w 1236043"/>
              <a:gd name="connsiteY152" fmla="*/ 190918 h 736842"/>
              <a:gd name="connsiteX153" fmla="*/ 644984 w 1236043"/>
              <a:gd name="connsiteY153" fmla="*/ 177450 h 736842"/>
              <a:gd name="connsiteX154" fmla="*/ 648483 w 1236043"/>
              <a:gd name="connsiteY154" fmla="*/ 177792 h 736842"/>
              <a:gd name="connsiteX155" fmla="*/ 651970 w 1236043"/>
              <a:gd name="connsiteY155" fmla="*/ 167861 h 736842"/>
              <a:gd name="connsiteX156" fmla="*/ 655444 w 1236043"/>
              <a:gd name="connsiteY156" fmla="*/ 197173 h 736842"/>
              <a:gd name="connsiteX157" fmla="*/ 658902 w 1236043"/>
              <a:gd name="connsiteY157" fmla="*/ 171808 h 736842"/>
              <a:gd name="connsiteX158" fmla="*/ 662347 w 1236043"/>
              <a:gd name="connsiteY158" fmla="*/ 164839 h 736842"/>
              <a:gd name="connsiteX159" fmla="*/ 665781 w 1236043"/>
              <a:gd name="connsiteY159" fmla="*/ 178011 h 736842"/>
              <a:gd name="connsiteX160" fmla="*/ 669199 w 1236043"/>
              <a:gd name="connsiteY160" fmla="*/ 177723 h 736842"/>
              <a:gd name="connsiteX161" fmla="*/ 672603 w 1236043"/>
              <a:gd name="connsiteY161" fmla="*/ 171253 h 736842"/>
              <a:gd name="connsiteX162" fmla="*/ 675995 w 1236043"/>
              <a:gd name="connsiteY162" fmla="*/ 146657 h 736842"/>
              <a:gd name="connsiteX163" fmla="*/ 679375 w 1236043"/>
              <a:gd name="connsiteY163" fmla="*/ 162562 h 736842"/>
              <a:gd name="connsiteX164" fmla="*/ 682742 w 1236043"/>
              <a:gd name="connsiteY164" fmla="*/ 160074 h 736842"/>
              <a:gd name="connsiteX165" fmla="*/ 686095 w 1236043"/>
              <a:gd name="connsiteY165" fmla="*/ 153354 h 736842"/>
              <a:gd name="connsiteX166" fmla="*/ 689438 w 1236043"/>
              <a:gd name="connsiteY166" fmla="*/ 143034 h 736842"/>
              <a:gd name="connsiteX167" fmla="*/ 692767 w 1236043"/>
              <a:gd name="connsiteY167" fmla="*/ 136482 h 736842"/>
              <a:gd name="connsiteX168" fmla="*/ 696083 w 1236043"/>
              <a:gd name="connsiteY168" fmla="*/ 144136 h 736842"/>
              <a:gd name="connsiteX169" fmla="*/ 699387 w 1236043"/>
              <a:gd name="connsiteY169" fmla="*/ 137587 h 736842"/>
              <a:gd name="connsiteX170" fmla="*/ 702679 w 1236043"/>
              <a:gd name="connsiteY170" fmla="*/ 135179 h 736842"/>
              <a:gd name="connsiteX171" fmla="*/ 705959 w 1236043"/>
              <a:gd name="connsiteY171" fmla="*/ 118774 h 736842"/>
              <a:gd name="connsiteX172" fmla="*/ 709229 w 1236043"/>
              <a:gd name="connsiteY172" fmla="*/ 137707 h 736842"/>
              <a:gd name="connsiteX173" fmla="*/ 712484 w 1236043"/>
              <a:gd name="connsiteY173" fmla="*/ 121249 h 736842"/>
              <a:gd name="connsiteX174" fmla="*/ 715729 w 1236043"/>
              <a:gd name="connsiteY174" fmla="*/ 116120 h 736842"/>
              <a:gd name="connsiteX175" fmla="*/ 718963 w 1236043"/>
              <a:gd name="connsiteY175" fmla="*/ 118112 h 736842"/>
              <a:gd name="connsiteX176" fmla="*/ 722184 w 1236043"/>
              <a:gd name="connsiteY176" fmla="*/ 121765 h 736842"/>
              <a:gd name="connsiteX177" fmla="*/ 725396 w 1236043"/>
              <a:gd name="connsiteY177" fmla="*/ 113237 h 736842"/>
              <a:gd name="connsiteX178" fmla="*/ 728595 w 1236043"/>
              <a:gd name="connsiteY178" fmla="*/ 106002 h 736842"/>
              <a:gd name="connsiteX179" fmla="*/ 731785 w 1236043"/>
              <a:gd name="connsiteY179" fmla="*/ 109131 h 736842"/>
              <a:gd name="connsiteX180" fmla="*/ 734962 w 1236043"/>
              <a:gd name="connsiteY180" fmla="*/ 109331 h 736842"/>
              <a:gd name="connsiteX181" fmla="*/ 738127 w 1236043"/>
              <a:gd name="connsiteY181" fmla="*/ 105555 h 736842"/>
              <a:gd name="connsiteX182" fmla="*/ 741285 w 1236043"/>
              <a:gd name="connsiteY182" fmla="*/ 100246 h 736842"/>
              <a:gd name="connsiteX183" fmla="*/ 744428 w 1236043"/>
              <a:gd name="connsiteY183" fmla="*/ 102226 h 736842"/>
              <a:gd name="connsiteX184" fmla="*/ 747564 w 1236043"/>
              <a:gd name="connsiteY184" fmla="*/ 93972 h 736842"/>
              <a:gd name="connsiteX185" fmla="*/ 750688 w 1236043"/>
              <a:gd name="connsiteY185" fmla="*/ 96540 h 736842"/>
              <a:gd name="connsiteX186" fmla="*/ 753802 w 1236043"/>
              <a:gd name="connsiteY186" fmla="*/ 102883 h 736842"/>
              <a:gd name="connsiteX187" fmla="*/ 756904 w 1236043"/>
              <a:gd name="connsiteY187" fmla="*/ 111753 h 736842"/>
              <a:gd name="connsiteX188" fmla="*/ 759998 w 1236043"/>
              <a:gd name="connsiteY188" fmla="*/ 90922 h 736842"/>
              <a:gd name="connsiteX189" fmla="*/ 763081 w 1236043"/>
              <a:gd name="connsiteY189" fmla="*/ 83623 h 736842"/>
              <a:gd name="connsiteX190" fmla="*/ 766153 w 1236043"/>
              <a:gd name="connsiteY190" fmla="*/ 97404 h 736842"/>
              <a:gd name="connsiteX191" fmla="*/ 769216 w 1236043"/>
              <a:gd name="connsiteY191" fmla="*/ 88849 h 736842"/>
              <a:gd name="connsiteX192" fmla="*/ 772269 w 1236043"/>
              <a:gd name="connsiteY192" fmla="*/ 97455 h 736842"/>
              <a:gd name="connsiteX193" fmla="*/ 775313 w 1236043"/>
              <a:gd name="connsiteY193" fmla="*/ 88157 h 736842"/>
              <a:gd name="connsiteX194" fmla="*/ 778346 w 1236043"/>
              <a:gd name="connsiteY194" fmla="*/ 81827 h 736842"/>
              <a:gd name="connsiteX195" fmla="*/ 781370 w 1236043"/>
              <a:gd name="connsiteY195" fmla="*/ 79082 h 736842"/>
              <a:gd name="connsiteX196" fmla="*/ 784387 w 1236043"/>
              <a:gd name="connsiteY196" fmla="*/ 82954 h 736842"/>
              <a:gd name="connsiteX197" fmla="*/ 787391 w 1236043"/>
              <a:gd name="connsiteY197" fmla="*/ 75826 h 736842"/>
              <a:gd name="connsiteX198" fmla="*/ 790386 w 1236043"/>
              <a:gd name="connsiteY198" fmla="*/ 78322 h 736842"/>
              <a:gd name="connsiteX199" fmla="*/ 793373 w 1236043"/>
              <a:gd name="connsiteY199" fmla="*/ 80006 h 736842"/>
              <a:gd name="connsiteX200" fmla="*/ 796351 w 1236043"/>
              <a:gd name="connsiteY200" fmla="*/ 83225 h 736842"/>
              <a:gd name="connsiteX201" fmla="*/ 799319 w 1236043"/>
              <a:gd name="connsiteY201" fmla="*/ 70484 h 736842"/>
              <a:gd name="connsiteX202" fmla="*/ 802277 w 1236043"/>
              <a:gd name="connsiteY202" fmla="*/ 60900 h 736842"/>
              <a:gd name="connsiteX203" fmla="*/ 805228 w 1236043"/>
              <a:gd name="connsiteY203" fmla="*/ 70338 h 736842"/>
              <a:gd name="connsiteX204" fmla="*/ 808169 w 1236043"/>
              <a:gd name="connsiteY204" fmla="*/ 72809 h 736842"/>
              <a:gd name="connsiteX205" fmla="*/ 811100 w 1236043"/>
              <a:gd name="connsiteY205" fmla="*/ 70990 h 736842"/>
              <a:gd name="connsiteX206" fmla="*/ 814024 w 1236043"/>
              <a:gd name="connsiteY206" fmla="*/ 65424 h 736842"/>
              <a:gd name="connsiteX207" fmla="*/ 816938 w 1236043"/>
              <a:gd name="connsiteY207" fmla="*/ 64458 h 736842"/>
              <a:gd name="connsiteX208" fmla="*/ 819845 w 1236043"/>
              <a:gd name="connsiteY208" fmla="*/ 61620 h 736842"/>
              <a:gd name="connsiteX209" fmla="*/ 822742 w 1236043"/>
              <a:gd name="connsiteY209" fmla="*/ 65383 h 736842"/>
              <a:gd name="connsiteX210" fmla="*/ 825630 w 1236043"/>
              <a:gd name="connsiteY210" fmla="*/ 66401 h 736842"/>
              <a:gd name="connsiteX211" fmla="*/ 828512 w 1236043"/>
              <a:gd name="connsiteY211" fmla="*/ 56616 h 736842"/>
              <a:gd name="connsiteX212" fmla="*/ 834248 w 1236043"/>
              <a:gd name="connsiteY212" fmla="*/ 58831 h 736842"/>
              <a:gd name="connsiteX213" fmla="*/ 837104 w 1236043"/>
              <a:gd name="connsiteY213" fmla="*/ 62402 h 736842"/>
              <a:gd name="connsiteX214" fmla="*/ 842791 w 1236043"/>
              <a:gd name="connsiteY214" fmla="*/ 58261 h 736842"/>
              <a:gd name="connsiteX215" fmla="*/ 845622 w 1236043"/>
              <a:gd name="connsiteY215" fmla="*/ 58331 h 736842"/>
              <a:gd name="connsiteX216" fmla="*/ 848444 w 1236043"/>
              <a:gd name="connsiteY216" fmla="*/ 70475 h 736842"/>
              <a:gd name="connsiteX217" fmla="*/ 851261 w 1236043"/>
              <a:gd name="connsiteY217" fmla="*/ 50734 h 736842"/>
              <a:gd name="connsiteX218" fmla="*/ 854068 w 1236043"/>
              <a:gd name="connsiteY218" fmla="*/ 54467 h 736842"/>
              <a:gd name="connsiteX219" fmla="*/ 856867 w 1236043"/>
              <a:gd name="connsiteY219" fmla="*/ 52342 h 736842"/>
              <a:gd name="connsiteX220" fmla="*/ 859660 w 1236043"/>
              <a:gd name="connsiteY220" fmla="*/ 59335 h 736842"/>
              <a:gd name="connsiteX221" fmla="*/ 862445 w 1236043"/>
              <a:gd name="connsiteY221" fmla="*/ 61632 h 736842"/>
              <a:gd name="connsiteX222" fmla="*/ 865220 w 1236043"/>
              <a:gd name="connsiteY222" fmla="*/ 57601 h 736842"/>
              <a:gd name="connsiteX223" fmla="*/ 867991 w 1236043"/>
              <a:gd name="connsiteY223" fmla="*/ 52293 h 736842"/>
              <a:gd name="connsiteX224" fmla="*/ 870751 w 1236043"/>
              <a:gd name="connsiteY224" fmla="*/ 53474 h 736842"/>
              <a:gd name="connsiteX225" fmla="*/ 873505 w 1236043"/>
              <a:gd name="connsiteY225" fmla="*/ 50793 h 736842"/>
              <a:gd name="connsiteX226" fmla="*/ 876253 w 1236043"/>
              <a:gd name="connsiteY226" fmla="*/ 49546 h 736842"/>
              <a:gd name="connsiteX227" fmla="*/ 878992 w 1236043"/>
              <a:gd name="connsiteY227" fmla="*/ 52895 h 736842"/>
              <a:gd name="connsiteX228" fmla="*/ 884448 w 1236043"/>
              <a:gd name="connsiteY228" fmla="*/ 52212 h 736842"/>
              <a:gd name="connsiteX229" fmla="*/ 887167 w 1236043"/>
              <a:gd name="connsiteY229" fmla="*/ 50589 h 736842"/>
              <a:gd name="connsiteX230" fmla="*/ 889877 w 1236043"/>
              <a:gd name="connsiteY230" fmla="*/ 50300 h 736842"/>
              <a:gd name="connsiteX231" fmla="*/ 892581 w 1236043"/>
              <a:gd name="connsiteY231" fmla="*/ 49020 h 736842"/>
              <a:gd name="connsiteX232" fmla="*/ 895276 w 1236043"/>
              <a:gd name="connsiteY232" fmla="*/ 48983 h 736842"/>
              <a:gd name="connsiteX233" fmla="*/ 897966 w 1236043"/>
              <a:gd name="connsiteY233" fmla="*/ 50300 h 736842"/>
              <a:gd name="connsiteX234" fmla="*/ 900649 w 1236043"/>
              <a:gd name="connsiteY234" fmla="*/ 50259 h 736842"/>
              <a:gd name="connsiteX235" fmla="*/ 903325 w 1236043"/>
              <a:gd name="connsiteY235" fmla="*/ 61302 h 736842"/>
              <a:gd name="connsiteX236" fmla="*/ 905993 w 1236043"/>
              <a:gd name="connsiteY236" fmla="*/ 45524 h 736842"/>
              <a:gd name="connsiteX237" fmla="*/ 908653 w 1236043"/>
              <a:gd name="connsiteY237" fmla="*/ 49958 h 736842"/>
              <a:gd name="connsiteX238" fmla="*/ 911309 w 1236043"/>
              <a:gd name="connsiteY238" fmla="*/ 51023 h 736842"/>
              <a:gd name="connsiteX239" fmla="*/ 913958 w 1236043"/>
              <a:gd name="connsiteY239" fmla="*/ 49780 h 736842"/>
              <a:gd name="connsiteX240" fmla="*/ 916599 w 1236043"/>
              <a:gd name="connsiteY240" fmla="*/ 46790 h 736842"/>
              <a:gd name="connsiteX241" fmla="*/ 919236 w 1236043"/>
              <a:gd name="connsiteY241" fmla="*/ 54872 h 736842"/>
              <a:gd name="connsiteX242" fmla="*/ 921863 w 1236043"/>
              <a:gd name="connsiteY242" fmla="*/ 52323 h 736842"/>
              <a:gd name="connsiteX243" fmla="*/ 924484 w 1236043"/>
              <a:gd name="connsiteY243" fmla="*/ 52418 h 736842"/>
              <a:gd name="connsiteX244" fmla="*/ 927101 w 1236043"/>
              <a:gd name="connsiteY244" fmla="*/ 50566 h 736842"/>
              <a:gd name="connsiteX245" fmla="*/ 929711 w 1236043"/>
              <a:gd name="connsiteY245" fmla="*/ 56135 h 736842"/>
              <a:gd name="connsiteX246" fmla="*/ 932313 w 1236043"/>
              <a:gd name="connsiteY246" fmla="*/ 54008 h 736842"/>
              <a:gd name="connsiteX247" fmla="*/ 934908 w 1236043"/>
              <a:gd name="connsiteY247" fmla="*/ 49752 h 736842"/>
              <a:gd name="connsiteX248" fmla="*/ 937499 w 1236043"/>
              <a:gd name="connsiteY248" fmla="*/ 48369 h 736842"/>
              <a:gd name="connsiteX249" fmla="*/ 940084 w 1236043"/>
              <a:gd name="connsiteY249" fmla="*/ 40097 h 736842"/>
              <a:gd name="connsiteX250" fmla="*/ 942659 w 1236043"/>
              <a:gd name="connsiteY250" fmla="*/ 27635 h 736842"/>
              <a:gd name="connsiteX251" fmla="*/ 945232 w 1236043"/>
              <a:gd name="connsiteY251" fmla="*/ 51290 h 736842"/>
              <a:gd name="connsiteX252" fmla="*/ 947796 w 1236043"/>
              <a:gd name="connsiteY252" fmla="*/ 45655 h 736842"/>
              <a:gd name="connsiteX253" fmla="*/ 950357 w 1236043"/>
              <a:gd name="connsiteY253" fmla="*/ 48369 h 736842"/>
              <a:gd name="connsiteX254" fmla="*/ 952908 w 1236043"/>
              <a:gd name="connsiteY254" fmla="*/ 54753 h 736842"/>
              <a:gd name="connsiteX255" fmla="*/ 955457 w 1236043"/>
              <a:gd name="connsiteY255" fmla="*/ 52796 h 736842"/>
              <a:gd name="connsiteX256" fmla="*/ 957998 w 1236043"/>
              <a:gd name="connsiteY256" fmla="*/ 52741 h 736842"/>
              <a:gd name="connsiteX257" fmla="*/ 960532 w 1236043"/>
              <a:gd name="connsiteY257" fmla="*/ 45242 h 736842"/>
              <a:gd name="connsiteX258" fmla="*/ 963061 w 1236043"/>
              <a:gd name="connsiteY258" fmla="*/ 44982 h 736842"/>
              <a:gd name="connsiteX259" fmla="*/ 965583 w 1236043"/>
              <a:gd name="connsiteY259" fmla="*/ 50264 h 736842"/>
              <a:gd name="connsiteX260" fmla="*/ 968100 w 1236043"/>
              <a:gd name="connsiteY260" fmla="*/ 56544 h 736842"/>
              <a:gd name="connsiteX261" fmla="*/ 970613 w 1236043"/>
              <a:gd name="connsiteY261" fmla="*/ 42833 h 736842"/>
              <a:gd name="connsiteX262" fmla="*/ 973120 w 1236043"/>
              <a:gd name="connsiteY262" fmla="*/ 48184 h 736842"/>
              <a:gd name="connsiteX263" fmla="*/ 975620 w 1236043"/>
              <a:gd name="connsiteY263" fmla="*/ 55917 h 736842"/>
              <a:gd name="connsiteX264" fmla="*/ 978113 w 1236043"/>
              <a:gd name="connsiteY264" fmla="*/ 40956 h 736842"/>
              <a:gd name="connsiteX265" fmla="*/ 980603 w 1236043"/>
              <a:gd name="connsiteY265" fmla="*/ 57172 h 736842"/>
              <a:gd name="connsiteX266" fmla="*/ 983086 w 1236043"/>
              <a:gd name="connsiteY266" fmla="*/ 49920 h 736842"/>
              <a:gd name="connsiteX267" fmla="*/ 985561 w 1236043"/>
              <a:gd name="connsiteY267" fmla="*/ 39674 h 736842"/>
              <a:gd name="connsiteX268" fmla="*/ 988035 w 1236043"/>
              <a:gd name="connsiteY268" fmla="*/ 74868 h 736842"/>
              <a:gd name="connsiteX269" fmla="*/ 990500 w 1236043"/>
              <a:gd name="connsiteY269" fmla="*/ 40835 h 736842"/>
              <a:gd name="connsiteX270" fmla="*/ 992961 w 1236043"/>
              <a:gd name="connsiteY270" fmla="*/ 37866 h 736842"/>
              <a:gd name="connsiteX271" fmla="*/ 995418 w 1236043"/>
              <a:gd name="connsiteY271" fmla="*/ 38361 h 736842"/>
              <a:gd name="connsiteX272" fmla="*/ 997866 w 1236043"/>
              <a:gd name="connsiteY272" fmla="*/ 35860 h 736842"/>
              <a:gd name="connsiteX273" fmla="*/ 1000310 w 1236043"/>
              <a:gd name="connsiteY273" fmla="*/ 46980 h 736842"/>
              <a:gd name="connsiteX274" fmla="*/ 1002749 w 1236043"/>
              <a:gd name="connsiteY274" fmla="*/ 26447 h 736842"/>
              <a:gd name="connsiteX275" fmla="*/ 1005184 w 1236043"/>
              <a:gd name="connsiteY275" fmla="*/ 41165 h 736842"/>
              <a:gd name="connsiteX276" fmla="*/ 1010035 w 1236043"/>
              <a:gd name="connsiteY276" fmla="*/ 17402 h 736842"/>
              <a:gd name="connsiteX277" fmla="*/ 1012455 w 1236043"/>
              <a:gd name="connsiteY277" fmla="*/ 20427 h 736842"/>
              <a:gd name="connsiteX278" fmla="*/ 1014867 w 1236043"/>
              <a:gd name="connsiteY278" fmla="*/ 31040 h 736842"/>
              <a:gd name="connsiteX279" fmla="*/ 1017274 w 1236043"/>
              <a:gd name="connsiteY279" fmla="*/ 33792 h 736842"/>
              <a:gd name="connsiteX280" fmla="*/ 1019677 w 1236043"/>
              <a:gd name="connsiteY280" fmla="*/ 52427 h 736842"/>
              <a:gd name="connsiteX281" fmla="*/ 1022074 w 1236043"/>
              <a:gd name="connsiteY281" fmla="*/ 57416 h 736842"/>
              <a:gd name="connsiteX282" fmla="*/ 1026853 w 1236043"/>
              <a:gd name="connsiteY282" fmla="*/ 54109 h 736842"/>
              <a:gd name="connsiteX283" fmla="*/ 1029236 w 1236043"/>
              <a:gd name="connsiteY283" fmla="*/ 14829 h 736842"/>
              <a:gd name="connsiteX284" fmla="*/ 1031614 w 1236043"/>
              <a:gd name="connsiteY284" fmla="*/ 14953 h 736842"/>
              <a:gd name="connsiteX285" fmla="*/ 1033985 w 1236043"/>
              <a:gd name="connsiteY285" fmla="*/ 45803 h 736842"/>
              <a:gd name="connsiteX286" fmla="*/ 1036353 w 1236043"/>
              <a:gd name="connsiteY286" fmla="*/ 35321 h 736842"/>
              <a:gd name="connsiteX287" fmla="*/ 1038714 w 1236043"/>
              <a:gd name="connsiteY287" fmla="*/ 42077 h 736842"/>
              <a:gd name="connsiteX288" fmla="*/ 1041073 w 1236043"/>
              <a:gd name="connsiteY288" fmla="*/ 36814 h 736842"/>
              <a:gd name="connsiteX289" fmla="*/ 1043424 w 1236043"/>
              <a:gd name="connsiteY289" fmla="*/ 14284 h 736842"/>
              <a:gd name="connsiteX290" fmla="*/ 1045773 w 1236043"/>
              <a:gd name="connsiteY290" fmla="*/ 10341 h 736842"/>
              <a:gd name="connsiteX291" fmla="*/ 1048115 w 1236043"/>
              <a:gd name="connsiteY291" fmla="*/ 2516 h 736842"/>
              <a:gd name="connsiteX292" fmla="*/ 1052786 w 1236043"/>
              <a:gd name="connsiteY292" fmla="*/ 41885 h 736842"/>
              <a:gd name="connsiteX293" fmla="*/ 1055115 w 1236043"/>
              <a:gd name="connsiteY293" fmla="*/ 43091 h 736842"/>
              <a:gd name="connsiteX294" fmla="*/ 1057440 w 1236043"/>
              <a:gd name="connsiteY294" fmla="*/ 31064 h 736842"/>
              <a:gd name="connsiteX295" fmla="*/ 1059757 w 1236043"/>
              <a:gd name="connsiteY295" fmla="*/ 42145 h 736842"/>
              <a:gd name="connsiteX296" fmla="*/ 1062072 w 1236043"/>
              <a:gd name="connsiteY296" fmla="*/ 11973 h 736842"/>
              <a:gd name="connsiteX297" fmla="*/ 1064382 w 1236043"/>
              <a:gd name="connsiteY297" fmla="*/ 42721 h 736842"/>
              <a:gd name="connsiteX298" fmla="*/ 1066687 w 1236043"/>
              <a:gd name="connsiteY298" fmla="*/ 36144 h 736842"/>
              <a:gd name="connsiteX299" fmla="*/ 1068990 w 1236043"/>
              <a:gd name="connsiteY299" fmla="*/ 38273 h 736842"/>
              <a:gd name="connsiteX300" fmla="*/ 1071285 w 1236043"/>
              <a:gd name="connsiteY300" fmla="*/ 41687 h 736842"/>
              <a:gd name="connsiteX301" fmla="*/ 1073578 w 1236043"/>
              <a:gd name="connsiteY301" fmla="*/ 50549 h 736842"/>
              <a:gd name="connsiteX302" fmla="*/ 1075864 w 1236043"/>
              <a:gd name="connsiteY302" fmla="*/ 46633 h 736842"/>
              <a:gd name="connsiteX303" fmla="*/ 1078147 w 1236043"/>
              <a:gd name="connsiteY303" fmla="*/ 35609 h 736842"/>
              <a:gd name="connsiteX304" fmla="*/ 1080425 w 1236043"/>
              <a:gd name="connsiteY304" fmla="*/ 32552 h 736842"/>
              <a:gd name="connsiteX305" fmla="*/ 1082698 w 1236043"/>
              <a:gd name="connsiteY305" fmla="*/ 30496 h 736842"/>
              <a:gd name="connsiteX306" fmla="*/ 1084967 w 1236043"/>
              <a:gd name="connsiteY306" fmla="*/ 21100 h 736842"/>
              <a:gd name="connsiteX307" fmla="*/ 1087233 w 1236043"/>
              <a:gd name="connsiteY307" fmla="*/ 32435 h 736842"/>
              <a:gd name="connsiteX308" fmla="*/ 1089494 w 1236043"/>
              <a:gd name="connsiteY308" fmla="*/ 36198 h 736842"/>
              <a:gd name="connsiteX309" fmla="*/ 1091750 w 1236043"/>
              <a:gd name="connsiteY309" fmla="*/ 53450 h 736842"/>
              <a:gd name="connsiteX310" fmla="*/ 1094002 w 1236043"/>
              <a:gd name="connsiteY310" fmla="*/ 30918 h 736842"/>
              <a:gd name="connsiteX311" fmla="*/ 1096249 w 1236043"/>
              <a:gd name="connsiteY311" fmla="*/ 16760 h 736842"/>
              <a:gd name="connsiteX312" fmla="*/ 1098493 w 1236043"/>
              <a:gd name="connsiteY312" fmla="*/ 49478 h 736842"/>
              <a:gd name="connsiteX313" fmla="*/ 1100732 w 1236043"/>
              <a:gd name="connsiteY313" fmla="*/ 39023 h 736842"/>
              <a:gd name="connsiteX314" fmla="*/ 1102966 w 1236043"/>
              <a:gd name="connsiteY314" fmla="*/ 44721 h 736842"/>
              <a:gd name="connsiteX315" fmla="*/ 1105196 w 1236043"/>
              <a:gd name="connsiteY315" fmla="*/ 26997 h 736842"/>
              <a:gd name="connsiteX316" fmla="*/ 1107423 w 1236043"/>
              <a:gd name="connsiteY316" fmla="*/ 21138 h 736842"/>
              <a:gd name="connsiteX317" fmla="*/ 1109645 w 1236043"/>
              <a:gd name="connsiteY317" fmla="*/ 39560 h 736842"/>
              <a:gd name="connsiteX318" fmla="*/ 1111863 w 1236043"/>
              <a:gd name="connsiteY318" fmla="*/ 33221 h 736842"/>
              <a:gd name="connsiteX319" fmla="*/ 1114077 w 1236043"/>
              <a:gd name="connsiteY319" fmla="*/ 44344 h 736842"/>
              <a:gd name="connsiteX320" fmla="*/ 1116288 w 1236043"/>
              <a:gd name="connsiteY320" fmla="*/ 51107 h 736842"/>
              <a:gd name="connsiteX321" fmla="*/ 1118493 w 1236043"/>
              <a:gd name="connsiteY321" fmla="*/ 37582 h 736842"/>
              <a:gd name="connsiteX322" fmla="*/ 1120695 w 1236043"/>
              <a:gd name="connsiteY322" fmla="*/ 44870 h 736842"/>
              <a:gd name="connsiteX323" fmla="*/ 1122893 w 1236043"/>
              <a:gd name="connsiteY323" fmla="*/ 32915 h 736842"/>
              <a:gd name="connsiteX324" fmla="*/ 1125086 w 1236043"/>
              <a:gd name="connsiteY324" fmla="*/ 36730 h 736842"/>
              <a:gd name="connsiteX325" fmla="*/ 1127274 w 1236043"/>
              <a:gd name="connsiteY325" fmla="*/ 50165 h 736842"/>
              <a:gd name="connsiteX326" fmla="*/ 1129460 w 1236043"/>
              <a:gd name="connsiteY326" fmla="*/ 42446 h 736842"/>
              <a:gd name="connsiteX327" fmla="*/ 1131643 w 1236043"/>
              <a:gd name="connsiteY327" fmla="*/ 45775 h 736842"/>
              <a:gd name="connsiteX328" fmla="*/ 1133819 w 1236043"/>
              <a:gd name="connsiteY328" fmla="*/ 15932 h 736842"/>
              <a:gd name="connsiteX329" fmla="*/ 1135993 w 1236043"/>
              <a:gd name="connsiteY329" fmla="*/ 36438 h 736842"/>
              <a:gd name="connsiteX330" fmla="*/ 1138164 w 1236043"/>
              <a:gd name="connsiteY330" fmla="*/ 36136 h 736842"/>
              <a:gd name="connsiteX331" fmla="*/ 1140330 w 1236043"/>
              <a:gd name="connsiteY331" fmla="*/ 15391 h 736842"/>
              <a:gd name="connsiteX332" fmla="*/ 1142491 w 1236043"/>
              <a:gd name="connsiteY332" fmla="*/ 25532 h 736842"/>
              <a:gd name="connsiteX333" fmla="*/ 1144650 w 1236043"/>
              <a:gd name="connsiteY333" fmla="*/ 46020 h 736842"/>
              <a:gd name="connsiteX334" fmla="*/ 1146804 w 1236043"/>
              <a:gd name="connsiteY334" fmla="*/ 21496 h 736842"/>
              <a:gd name="connsiteX335" fmla="*/ 1148956 w 1236043"/>
              <a:gd name="connsiteY335" fmla="*/ 61403 h 736842"/>
              <a:gd name="connsiteX336" fmla="*/ 1151102 w 1236043"/>
              <a:gd name="connsiteY336" fmla="*/ 40331 h 736842"/>
              <a:gd name="connsiteX337" fmla="*/ 1153244 w 1236043"/>
              <a:gd name="connsiteY337" fmla="*/ 32577 h 736842"/>
              <a:gd name="connsiteX338" fmla="*/ 1155383 w 1236043"/>
              <a:gd name="connsiteY338" fmla="*/ 56061 h 736842"/>
              <a:gd name="connsiteX339" fmla="*/ 1157518 w 1236043"/>
              <a:gd name="connsiteY339" fmla="*/ 39862 h 736842"/>
              <a:gd name="connsiteX340" fmla="*/ 1159650 w 1236043"/>
              <a:gd name="connsiteY340" fmla="*/ 45108 h 736842"/>
              <a:gd name="connsiteX341" fmla="*/ 1161780 w 1236043"/>
              <a:gd name="connsiteY341" fmla="*/ 56742 h 736842"/>
              <a:gd name="connsiteX342" fmla="*/ 1163902 w 1236043"/>
              <a:gd name="connsiteY342" fmla="*/ 47945 h 736842"/>
              <a:gd name="connsiteX343" fmla="*/ 1166024 w 1236043"/>
              <a:gd name="connsiteY343" fmla="*/ 55487 h 736842"/>
              <a:gd name="connsiteX344" fmla="*/ 1168139 w 1236043"/>
              <a:gd name="connsiteY344" fmla="*/ 49210 h 736842"/>
              <a:gd name="connsiteX345" fmla="*/ 1170254 w 1236043"/>
              <a:gd name="connsiteY345" fmla="*/ 45582 h 736842"/>
              <a:gd name="connsiteX346" fmla="*/ 1172362 w 1236043"/>
              <a:gd name="connsiteY346" fmla="*/ 68856 h 736842"/>
              <a:gd name="connsiteX347" fmla="*/ 1174470 w 1236043"/>
              <a:gd name="connsiteY347" fmla="*/ 46530 h 736842"/>
              <a:gd name="connsiteX348" fmla="*/ 1176573 w 1236043"/>
              <a:gd name="connsiteY348" fmla="*/ 46559 h 736842"/>
              <a:gd name="connsiteX349" fmla="*/ 1178671 w 1236043"/>
              <a:gd name="connsiteY349" fmla="*/ 53385 h 736842"/>
              <a:gd name="connsiteX350" fmla="*/ 1180766 w 1236043"/>
              <a:gd name="connsiteY350" fmla="*/ 35025 h 736842"/>
              <a:gd name="connsiteX351" fmla="*/ 1182857 w 1236043"/>
              <a:gd name="connsiteY351" fmla="*/ 38951 h 736842"/>
              <a:gd name="connsiteX352" fmla="*/ 1184945 w 1236043"/>
              <a:gd name="connsiteY352" fmla="*/ 38246 h 736842"/>
              <a:gd name="connsiteX353" fmla="*/ 1187031 w 1236043"/>
              <a:gd name="connsiteY353" fmla="*/ 20779 h 736842"/>
              <a:gd name="connsiteX354" fmla="*/ 1189112 w 1236043"/>
              <a:gd name="connsiteY354" fmla="*/ 30454 h 736842"/>
              <a:gd name="connsiteX355" fmla="*/ 1191188 w 1236043"/>
              <a:gd name="connsiteY355" fmla="*/ 28009 h 736842"/>
              <a:gd name="connsiteX356" fmla="*/ 1193264 w 1236043"/>
              <a:gd name="connsiteY356" fmla="*/ 23644 h 736842"/>
              <a:gd name="connsiteX357" fmla="*/ 1195332 w 1236043"/>
              <a:gd name="connsiteY357" fmla="*/ 45759 h 736842"/>
              <a:gd name="connsiteX358" fmla="*/ 1197401 w 1236043"/>
              <a:gd name="connsiteY358" fmla="*/ 28823 h 736842"/>
              <a:gd name="connsiteX359" fmla="*/ 1199465 w 1236043"/>
              <a:gd name="connsiteY359" fmla="*/ 53184 h 736842"/>
              <a:gd name="connsiteX360" fmla="*/ 1201524 w 1236043"/>
              <a:gd name="connsiteY360" fmla="*/ 53049 h 736842"/>
              <a:gd name="connsiteX361" fmla="*/ 1203583 w 1236043"/>
              <a:gd name="connsiteY361" fmla="*/ 31075 h 736842"/>
              <a:gd name="connsiteX362" fmla="*/ 1205637 w 1236043"/>
              <a:gd name="connsiteY362" fmla="*/ 34535 h 736842"/>
              <a:gd name="connsiteX363" fmla="*/ 1207686 w 1236043"/>
              <a:gd name="connsiteY363" fmla="*/ 31606 h 736842"/>
              <a:gd name="connsiteX364" fmla="*/ 1209733 w 1236043"/>
              <a:gd name="connsiteY364" fmla="*/ 19289 h 736842"/>
              <a:gd name="connsiteX365" fmla="*/ 1211777 w 1236043"/>
              <a:gd name="connsiteY365" fmla="*/ 32274 h 736842"/>
              <a:gd name="connsiteX366" fmla="*/ 1213817 w 1236043"/>
              <a:gd name="connsiteY366" fmla="*/ 63093 h 736842"/>
              <a:gd name="connsiteX367" fmla="*/ 1215854 w 1236043"/>
              <a:gd name="connsiteY367" fmla="*/ 183392 h 736842"/>
              <a:gd name="connsiteX368" fmla="*/ 1217888 w 1236043"/>
              <a:gd name="connsiteY368" fmla="*/ 30228 h 736842"/>
              <a:gd name="connsiteX369" fmla="*/ 1219918 w 1236043"/>
              <a:gd name="connsiteY369" fmla="*/ 0 h 736842"/>
              <a:gd name="connsiteX370" fmla="*/ 1221945 w 1236043"/>
              <a:gd name="connsiteY370" fmla="*/ 5821 h 736842"/>
              <a:gd name="connsiteX371" fmla="*/ 1223970 w 1236043"/>
              <a:gd name="connsiteY371" fmla="*/ 89495 h 736842"/>
              <a:gd name="connsiteX372" fmla="*/ 1225990 w 1236043"/>
              <a:gd name="connsiteY372" fmla="*/ 10972 h 736842"/>
              <a:gd name="connsiteX373" fmla="*/ 1228008 w 1236043"/>
              <a:gd name="connsiteY373" fmla="*/ 97437 h 736842"/>
              <a:gd name="connsiteX374" fmla="*/ 1230020 w 1236043"/>
              <a:gd name="connsiteY374" fmla="*/ 62573 h 736842"/>
              <a:gd name="connsiteX375" fmla="*/ 1232033 w 1236043"/>
              <a:gd name="connsiteY375" fmla="*/ 32634 h 736842"/>
              <a:gd name="connsiteX376" fmla="*/ 1234041 w 1236043"/>
              <a:gd name="connsiteY376" fmla="*/ 46446 h 736842"/>
              <a:gd name="connsiteX377" fmla="*/ 1236044 w 1236043"/>
              <a:gd name="connsiteY377" fmla="*/ 47257 h 736842"/>
              <a:gd name="connsiteX378" fmla="*/ 1236044 w 1236043"/>
              <a:gd name="connsiteY378" fmla="*/ 47257 h 736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</a:cxnLst>
            <a:rect l="l" t="t" r="r" b="b"/>
            <a:pathLst>
              <a:path w="1236043" h="736842">
                <a:moveTo>
                  <a:pt x="0" y="634304"/>
                </a:moveTo>
                <a:lnTo>
                  <a:pt x="1782" y="582581"/>
                </a:lnTo>
                <a:lnTo>
                  <a:pt x="3607" y="736843"/>
                </a:lnTo>
                <a:lnTo>
                  <a:pt x="5476" y="678626"/>
                </a:lnTo>
                <a:lnTo>
                  <a:pt x="7395" y="593575"/>
                </a:lnTo>
                <a:lnTo>
                  <a:pt x="9364" y="439511"/>
                </a:lnTo>
                <a:lnTo>
                  <a:pt x="11381" y="407069"/>
                </a:lnTo>
                <a:lnTo>
                  <a:pt x="13452" y="405782"/>
                </a:lnTo>
                <a:lnTo>
                  <a:pt x="15578" y="402098"/>
                </a:lnTo>
                <a:lnTo>
                  <a:pt x="19999" y="489513"/>
                </a:lnTo>
                <a:lnTo>
                  <a:pt x="22297" y="444991"/>
                </a:lnTo>
                <a:lnTo>
                  <a:pt x="24657" y="424126"/>
                </a:lnTo>
                <a:lnTo>
                  <a:pt x="27083" y="381131"/>
                </a:lnTo>
                <a:lnTo>
                  <a:pt x="29572" y="353134"/>
                </a:lnTo>
                <a:lnTo>
                  <a:pt x="32129" y="348857"/>
                </a:lnTo>
                <a:lnTo>
                  <a:pt x="34757" y="347054"/>
                </a:lnTo>
                <a:lnTo>
                  <a:pt x="37456" y="344072"/>
                </a:lnTo>
                <a:lnTo>
                  <a:pt x="40229" y="385721"/>
                </a:lnTo>
                <a:lnTo>
                  <a:pt x="43076" y="352208"/>
                </a:lnTo>
                <a:lnTo>
                  <a:pt x="46001" y="331562"/>
                </a:lnTo>
                <a:lnTo>
                  <a:pt x="49006" y="313124"/>
                </a:lnTo>
                <a:lnTo>
                  <a:pt x="52092" y="333555"/>
                </a:lnTo>
                <a:lnTo>
                  <a:pt x="55261" y="306506"/>
                </a:lnTo>
                <a:lnTo>
                  <a:pt x="58514" y="297737"/>
                </a:lnTo>
                <a:lnTo>
                  <a:pt x="61851" y="292581"/>
                </a:lnTo>
                <a:lnTo>
                  <a:pt x="65279" y="290565"/>
                </a:lnTo>
                <a:lnTo>
                  <a:pt x="68795" y="286002"/>
                </a:lnTo>
                <a:lnTo>
                  <a:pt x="72398" y="283268"/>
                </a:lnTo>
                <a:lnTo>
                  <a:pt x="76094" y="272637"/>
                </a:lnTo>
                <a:lnTo>
                  <a:pt x="79879" y="279055"/>
                </a:lnTo>
                <a:lnTo>
                  <a:pt x="83756" y="272498"/>
                </a:lnTo>
                <a:lnTo>
                  <a:pt x="87724" y="267734"/>
                </a:lnTo>
                <a:lnTo>
                  <a:pt x="91782" y="265595"/>
                </a:lnTo>
                <a:lnTo>
                  <a:pt x="95931" y="256506"/>
                </a:lnTo>
                <a:lnTo>
                  <a:pt x="100169" y="245534"/>
                </a:lnTo>
                <a:lnTo>
                  <a:pt x="104496" y="240044"/>
                </a:lnTo>
                <a:lnTo>
                  <a:pt x="108909" y="231952"/>
                </a:lnTo>
                <a:lnTo>
                  <a:pt x="113407" y="236835"/>
                </a:lnTo>
                <a:lnTo>
                  <a:pt x="117986" y="234688"/>
                </a:lnTo>
                <a:lnTo>
                  <a:pt x="122646" y="231024"/>
                </a:lnTo>
                <a:lnTo>
                  <a:pt x="127383" y="227778"/>
                </a:lnTo>
                <a:lnTo>
                  <a:pt x="132194" y="216401"/>
                </a:lnTo>
                <a:lnTo>
                  <a:pt x="137074" y="218256"/>
                </a:lnTo>
                <a:lnTo>
                  <a:pt x="142022" y="224118"/>
                </a:lnTo>
                <a:lnTo>
                  <a:pt x="147032" y="223026"/>
                </a:lnTo>
                <a:lnTo>
                  <a:pt x="152101" y="224908"/>
                </a:lnTo>
                <a:lnTo>
                  <a:pt x="157226" y="217734"/>
                </a:lnTo>
                <a:lnTo>
                  <a:pt x="162400" y="223748"/>
                </a:lnTo>
                <a:lnTo>
                  <a:pt x="167621" y="225736"/>
                </a:lnTo>
                <a:lnTo>
                  <a:pt x="172883" y="237293"/>
                </a:lnTo>
                <a:lnTo>
                  <a:pt x="178183" y="241496"/>
                </a:lnTo>
                <a:lnTo>
                  <a:pt x="183517" y="242140"/>
                </a:lnTo>
                <a:lnTo>
                  <a:pt x="188878" y="260068"/>
                </a:lnTo>
                <a:lnTo>
                  <a:pt x="194265" y="248058"/>
                </a:lnTo>
                <a:lnTo>
                  <a:pt x="199674" y="253899"/>
                </a:lnTo>
                <a:lnTo>
                  <a:pt x="205098" y="266915"/>
                </a:lnTo>
                <a:lnTo>
                  <a:pt x="210537" y="244803"/>
                </a:lnTo>
                <a:lnTo>
                  <a:pt x="215985" y="240261"/>
                </a:lnTo>
                <a:lnTo>
                  <a:pt x="221441" y="270424"/>
                </a:lnTo>
                <a:lnTo>
                  <a:pt x="226899" y="274990"/>
                </a:lnTo>
                <a:lnTo>
                  <a:pt x="232357" y="272839"/>
                </a:lnTo>
                <a:lnTo>
                  <a:pt x="237813" y="244116"/>
                </a:lnTo>
                <a:lnTo>
                  <a:pt x="243264" y="261165"/>
                </a:lnTo>
                <a:lnTo>
                  <a:pt x="248705" y="267907"/>
                </a:lnTo>
                <a:lnTo>
                  <a:pt x="254138" y="261535"/>
                </a:lnTo>
                <a:lnTo>
                  <a:pt x="259560" y="260785"/>
                </a:lnTo>
                <a:lnTo>
                  <a:pt x="264967" y="254749"/>
                </a:lnTo>
                <a:lnTo>
                  <a:pt x="270359" y="246206"/>
                </a:lnTo>
                <a:lnTo>
                  <a:pt x="275734" y="243370"/>
                </a:lnTo>
                <a:lnTo>
                  <a:pt x="281090" y="254060"/>
                </a:lnTo>
                <a:lnTo>
                  <a:pt x="286426" y="263065"/>
                </a:lnTo>
                <a:lnTo>
                  <a:pt x="291741" y="262510"/>
                </a:lnTo>
                <a:lnTo>
                  <a:pt x="297036" y="278307"/>
                </a:lnTo>
                <a:lnTo>
                  <a:pt x="302304" y="259199"/>
                </a:lnTo>
                <a:lnTo>
                  <a:pt x="307550" y="259021"/>
                </a:lnTo>
                <a:lnTo>
                  <a:pt x="312771" y="269983"/>
                </a:lnTo>
                <a:lnTo>
                  <a:pt x="317969" y="240056"/>
                </a:lnTo>
                <a:lnTo>
                  <a:pt x="323139" y="254191"/>
                </a:lnTo>
                <a:lnTo>
                  <a:pt x="328283" y="239615"/>
                </a:lnTo>
                <a:lnTo>
                  <a:pt x="333403" y="255736"/>
                </a:lnTo>
                <a:lnTo>
                  <a:pt x="338493" y="242871"/>
                </a:lnTo>
                <a:lnTo>
                  <a:pt x="343556" y="254296"/>
                </a:lnTo>
                <a:lnTo>
                  <a:pt x="348593" y="246021"/>
                </a:lnTo>
                <a:lnTo>
                  <a:pt x="353602" y="228911"/>
                </a:lnTo>
                <a:lnTo>
                  <a:pt x="358583" y="224069"/>
                </a:lnTo>
                <a:lnTo>
                  <a:pt x="363537" y="229564"/>
                </a:lnTo>
                <a:lnTo>
                  <a:pt x="368461" y="213053"/>
                </a:lnTo>
                <a:lnTo>
                  <a:pt x="373359" y="214683"/>
                </a:lnTo>
                <a:lnTo>
                  <a:pt x="378230" y="212271"/>
                </a:lnTo>
                <a:lnTo>
                  <a:pt x="383071" y="203749"/>
                </a:lnTo>
                <a:lnTo>
                  <a:pt x="387886" y="197205"/>
                </a:lnTo>
                <a:lnTo>
                  <a:pt x="392674" y="192165"/>
                </a:lnTo>
                <a:lnTo>
                  <a:pt x="397435" y="182670"/>
                </a:lnTo>
                <a:lnTo>
                  <a:pt x="402167" y="181314"/>
                </a:lnTo>
                <a:lnTo>
                  <a:pt x="406872" y="175228"/>
                </a:lnTo>
                <a:lnTo>
                  <a:pt x="411551" y="172873"/>
                </a:lnTo>
                <a:lnTo>
                  <a:pt x="416205" y="162817"/>
                </a:lnTo>
                <a:lnTo>
                  <a:pt x="420829" y="163795"/>
                </a:lnTo>
                <a:lnTo>
                  <a:pt x="425430" y="152120"/>
                </a:lnTo>
                <a:lnTo>
                  <a:pt x="430003" y="159860"/>
                </a:lnTo>
                <a:lnTo>
                  <a:pt x="434550" y="161083"/>
                </a:lnTo>
                <a:lnTo>
                  <a:pt x="439073" y="157709"/>
                </a:lnTo>
                <a:lnTo>
                  <a:pt x="443568" y="151553"/>
                </a:lnTo>
                <a:lnTo>
                  <a:pt x="448042" y="157974"/>
                </a:lnTo>
                <a:lnTo>
                  <a:pt x="452486" y="140253"/>
                </a:lnTo>
                <a:lnTo>
                  <a:pt x="456909" y="160478"/>
                </a:lnTo>
                <a:lnTo>
                  <a:pt x="461307" y="164502"/>
                </a:lnTo>
                <a:lnTo>
                  <a:pt x="465681" y="168955"/>
                </a:lnTo>
                <a:lnTo>
                  <a:pt x="470033" y="175929"/>
                </a:lnTo>
                <a:lnTo>
                  <a:pt x="474358" y="201829"/>
                </a:lnTo>
                <a:lnTo>
                  <a:pt x="478661" y="189646"/>
                </a:lnTo>
                <a:lnTo>
                  <a:pt x="482942" y="253665"/>
                </a:lnTo>
                <a:lnTo>
                  <a:pt x="487199" y="235402"/>
                </a:lnTo>
                <a:lnTo>
                  <a:pt x="491434" y="234798"/>
                </a:lnTo>
                <a:lnTo>
                  <a:pt x="495644" y="220963"/>
                </a:lnTo>
                <a:lnTo>
                  <a:pt x="499835" y="232622"/>
                </a:lnTo>
                <a:lnTo>
                  <a:pt x="504004" y="221494"/>
                </a:lnTo>
                <a:lnTo>
                  <a:pt x="508152" y="215843"/>
                </a:lnTo>
                <a:lnTo>
                  <a:pt x="512277" y="188703"/>
                </a:lnTo>
                <a:lnTo>
                  <a:pt x="516383" y="201709"/>
                </a:lnTo>
                <a:lnTo>
                  <a:pt x="520466" y="181616"/>
                </a:lnTo>
                <a:lnTo>
                  <a:pt x="524528" y="174309"/>
                </a:lnTo>
                <a:lnTo>
                  <a:pt x="528573" y="188344"/>
                </a:lnTo>
                <a:lnTo>
                  <a:pt x="532596" y="203425"/>
                </a:lnTo>
                <a:lnTo>
                  <a:pt x="536597" y="199930"/>
                </a:lnTo>
                <a:lnTo>
                  <a:pt x="540581" y="201273"/>
                </a:lnTo>
                <a:lnTo>
                  <a:pt x="544545" y="187732"/>
                </a:lnTo>
                <a:lnTo>
                  <a:pt x="548490" y="205384"/>
                </a:lnTo>
                <a:lnTo>
                  <a:pt x="552416" y="196116"/>
                </a:lnTo>
                <a:lnTo>
                  <a:pt x="556322" y="212098"/>
                </a:lnTo>
                <a:lnTo>
                  <a:pt x="560211" y="224301"/>
                </a:lnTo>
                <a:lnTo>
                  <a:pt x="564082" y="204109"/>
                </a:lnTo>
                <a:lnTo>
                  <a:pt x="567935" y="202066"/>
                </a:lnTo>
                <a:lnTo>
                  <a:pt x="571768" y="215802"/>
                </a:lnTo>
                <a:lnTo>
                  <a:pt x="575583" y="215461"/>
                </a:lnTo>
                <a:lnTo>
                  <a:pt x="579382" y="203027"/>
                </a:lnTo>
                <a:lnTo>
                  <a:pt x="583164" y="209644"/>
                </a:lnTo>
                <a:lnTo>
                  <a:pt x="586928" y="204213"/>
                </a:lnTo>
                <a:lnTo>
                  <a:pt x="590676" y="174370"/>
                </a:lnTo>
                <a:lnTo>
                  <a:pt x="594409" y="215621"/>
                </a:lnTo>
                <a:lnTo>
                  <a:pt x="598122" y="197077"/>
                </a:lnTo>
                <a:lnTo>
                  <a:pt x="601821" y="206361"/>
                </a:lnTo>
                <a:lnTo>
                  <a:pt x="605503" y="206473"/>
                </a:lnTo>
                <a:lnTo>
                  <a:pt x="609168" y="212064"/>
                </a:lnTo>
                <a:lnTo>
                  <a:pt x="612818" y="195104"/>
                </a:lnTo>
                <a:lnTo>
                  <a:pt x="616451" y="191697"/>
                </a:lnTo>
                <a:lnTo>
                  <a:pt x="620072" y="206807"/>
                </a:lnTo>
                <a:lnTo>
                  <a:pt x="623675" y="184129"/>
                </a:lnTo>
                <a:lnTo>
                  <a:pt x="627262" y="194637"/>
                </a:lnTo>
                <a:lnTo>
                  <a:pt x="630837" y="212885"/>
                </a:lnTo>
                <a:lnTo>
                  <a:pt x="634394" y="181051"/>
                </a:lnTo>
                <a:lnTo>
                  <a:pt x="637940" y="207649"/>
                </a:lnTo>
                <a:lnTo>
                  <a:pt x="641468" y="190918"/>
                </a:lnTo>
                <a:lnTo>
                  <a:pt x="644984" y="177450"/>
                </a:lnTo>
                <a:lnTo>
                  <a:pt x="648483" y="177792"/>
                </a:lnTo>
                <a:lnTo>
                  <a:pt x="651970" y="167861"/>
                </a:lnTo>
                <a:lnTo>
                  <a:pt x="655444" y="197173"/>
                </a:lnTo>
                <a:lnTo>
                  <a:pt x="658902" y="171808"/>
                </a:lnTo>
                <a:lnTo>
                  <a:pt x="662347" y="164839"/>
                </a:lnTo>
                <a:lnTo>
                  <a:pt x="665781" y="178011"/>
                </a:lnTo>
                <a:lnTo>
                  <a:pt x="669199" y="177723"/>
                </a:lnTo>
                <a:lnTo>
                  <a:pt x="672603" y="171253"/>
                </a:lnTo>
                <a:lnTo>
                  <a:pt x="675995" y="146657"/>
                </a:lnTo>
                <a:lnTo>
                  <a:pt x="679375" y="162562"/>
                </a:lnTo>
                <a:lnTo>
                  <a:pt x="682742" y="160074"/>
                </a:lnTo>
                <a:lnTo>
                  <a:pt x="686095" y="153354"/>
                </a:lnTo>
                <a:lnTo>
                  <a:pt x="689438" y="143034"/>
                </a:lnTo>
                <a:lnTo>
                  <a:pt x="692767" y="136482"/>
                </a:lnTo>
                <a:lnTo>
                  <a:pt x="696083" y="144136"/>
                </a:lnTo>
                <a:lnTo>
                  <a:pt x="699387" y="137587"/>
                </a:lnTo>
                <a:lnTo>
                  <a:pt x="702679" y="135179"/>
                </a:lnTo>
                <a:lnTo>
                  <a:pt x="705959" y="118774"/>
                </a:lnTo>
                <a:lnTo>
                  <a:pt x="709229" y="137707"/>
                </a:lnTo>
                <a:lnTo>
                  <a:pt x="712484" y="121249"/>
                </a:lnTo>
                <a:lnTo>
                  <a:pt x="715729" y="116120"/>
                </a:lnTo>
                <a:lnTo>
                  <a:pt x="718963" y="118112"/>
                </a:lnTo>
                <a:lnTo>
                  <a:pt x="722184" y="121765"/>
                </a:lnTo>
                <a:lnTo>
                  <a:pt x="725396" y="113237"/>
                </a:lnTo>
                <a:lnTo>
                  <a:pt x="728595" y="106002"/>
                </a:lnTo>
                <a:lnTo>
                  <a:pt x="731785" y="109131"/>
                </a:lnTo>
                <a:lnTo>
                  <a:pt x="734962" y="109331"/>
                </a:lnTo>
                <a:lnTo>
                  <a:pt x="738127" y="105555"/>
                </a:lnTo>
                <a:lnTo>
                  <a:pt x="741285" y="100246"/>
                </a:lnTo>
                <a:lnTo>
                  <a:pt x="744428" y="102226"/>
                </a:lnTo>
                <a:lnTo>
                  <a:pt x="747564" y="93972"/>
                </a:lnTo>
                <a:lnTo>
                  <a:pt x="750688" y="96540"/>
                </a:lnTo>
                <a:lnTo>
                  <a:pt x="753802" y="102883"/>
                </a:lnTo>
                <a:lnTo>
                  <a:pt x="756904" y="111753"/>
                </a:lnTo>
                <a:lnTo>
                  <a:pt x="759998" y="90922"/>
                </a:lnTo>
                <a:lnTo>
                  <a:pt x="763081" y="83623"/>
                </a:lnTo>
                <a:lnTo>
                  <a:pt x="766153" y="97404"/>
                </a:lnTo>
                <a:lnTo>
                  <a:pt x="769216" y="88849"/>
                </a:lnTo>
                <a:lnTo>
                  <a:pt x="772269" y="97455"/>
                </a:lnTo>
                <a:lnTo>
                  <a:pt x="775313" y="88157"/>
                </a:lnTo>
                <a:lnTo>
                  <a:pt x="778346" y="81827"/>
                </a:lnTo>
                <a:lnTo>
                  <a:pt x="781370" y="79082"/>
                </a:lnTo>
                <a:lnTo>
                  <a:pt x="784387" y="82954"/>
                </a:lnTo>
                <a:lnTo>
                  <a:pt x="787391" y="75826"/>
                </a:lnTo>
                <a:lnTo>
                  <a:pt x="790386" y="78322"/>
                </a:lnTo>
                <a:lnTo>
                  <a:pt x="793373" y="80006"/>
                </a:lnTo>
                <a:lnTo>
                  <a:pt x="796351" y="83225"/>
                </a:lnTo>
                <a:lnTo>
                  <a:pt x="799319" y="70484"/>
                </a:lnTo>
                <a:lnTo>
                  <a:pt x="802277" y="60900"/>
                </a:lnTo>
                <a:lnTo>
                  <a:pt x="805228" y="70338"/>
                </a:lnTo>
                <a:lnTo>
                  <a:pt x="808169" y="72809"/>
                </a:lnTo>
                <a:lnTo>
                  <a:pt x="811100" y="70990"/>
                </a:lnTo>
                <a:lnTo>
                  <a:pt x="814024" y="65424"/>
                </a:lnTo>
                <a:lnTo>
                  <a:pt x="816938" y="64458"/>
                </a:lnTo>
                <a:lnTo>
                  <a:pt x="819845" y="61620"/>
                </a:lnTo>
                <a:lnTo>
                  <a:pt x="822742" y="65383"/>
                </a:lnTo>
                <a:lnTo>
                  <a:pt x="825630" y="66401"/>
                </a:lnTo>
                <a:lnTo>
                  <a:pt x="828512" y="56616"/>
                </a:lnTo>
                <a:lnTo>
                  <a:pt x="834248" y="58831"/>
                </a:lnTo>
                <a:lnTo>
                  <a:pt x="837104" y="62402"/>
                </a:lnTo>
                <a:lnTo>
                  <a:pt x="842791" y="58261"/>
                </a:lnTo>
                <a:lnTo>
                  <a:pt x="845622" y="58331"/>
                </a:lnTo>
                <a:lnTo>
                  <a:pt x="848444" y="70475"/>
                </a:lnTo>
                <a:lnTo>
                  <a:pt x="851261" y="50734"/>
                </a:lnTo>
                <a:lnTo>
                  <a:pt x="854068" y="54467"/>
                </a:lnTo>
                <a:lnTo>
                  <a:pt x="856867" y="52342"/>
                </a:lnTo>
                <a:lnTo>
                  <a:pt x="859660" y="59335"/>
                </a:lnTo>
                <a:lnTo>
                  <a:pt x="862445" y="61632"/>
                </a:lnTo>
                <a:lnTo>
                  <a:pt x="865220" y="57601"/>
                </a:lnTo>
                <a:lnTo>
                  <a:pt x="867991" y="52293"/>
                </a:lnTo>
                <a:lnTo>
                  <a:pt x="870751" y="53474"/>
                </a:lnTo>
                <a:lnTo>
                  <a:pt x="873505" y="50793"/>
                </a:lnTo>
                <a:lnTo>
                  <a:pt x="876253" y="49546"/>
                </a:lnTo>
                <a:lnTo>
                  <a:pt x="878992" y="52895"/>
                </a:lnTo>
                <a:lnTo>
                  <a:pt x="884448" y="52212"/>
                </a:lnTo>
                <a:lnTo>
                  <a:pt x="887167" y="50589"/>
                </a:lnTo>
                <a:lnTo>
                  <a:pt x="889877" y="50300"/>
                </a:lnTo>
                <a:lnTo>
                  <a:pt x="892581" y="49020"/>
                </a:lnTo>
                <a:lnTo>
                  <a:pt x="895276" y="48983"/>
                </a:lnTo>
                <a:lnTo>
                  <a:pt x="897966" y="50300"/>
                </a:lnTo>
                <a:lnTo>
                  <a:pt x="900649" y="50259"/>
                </a:lnTo>
                <a:lnTo>
                  <a:pt x="903325" y="61302"/>
                </a:lnTo>
                <a:lnTo>
                  <a:pt x="905993" y="45524"/>
                </a:lnTo>
                <a:lnTo>
                  <a:pt x="908653" y="49958"/>
                </a:lnTo>
                <a:lnTo>
                  <a:pt x="911309" y="51023"/>
                </a:lnTo>
                <a:lnTo>
                  <a:pt x="913958" y="49780"/>
                </a:lnTo>
                <a:lnTo>
                  <a:pt x="916599" y="46790"/>
                </a:lnTo>
                <a:lnTo>
                  <a:pt x="919236" y="54872"/>
                </a:lnTo>
                <a:lnTo>
                  <a:pt x="921863" y="52323"/>
                </a:lnTo>
                <a:lnTo>
                  <a:pt x="924484" y="52418"/>
                </a:lnTo>
                <a:lnTo>
                  <a:pt x="927101" y="50566"/>
                </a:lnTo>
                <a:lnTo>
                  <a:pt x="929711" y="56135"/>
                </a:lnTo>
                <a:lnTo>
                  <a:pt x="932313" y="54008"/>
                </a:lnTo>
                <a:lnTo>
                  <a:pt x="934908" y="49752"/>
                </a:lnTo>
                <a:lnTo>
                  <a:pt x="937499" y="48369"/>
                </a:lnTo>
                <a:lnTo>
                  <a:pt x="940084" y="40097"/>
                </a:lnTo>
                <a:lnTo>
                  <a:pt x="942659" y="27635"/>
                </a:lnTo>
                <a:lnTo>
                  <a:pt x="945232" y="51290"/>
                </a:lnTo>
                <a:lnTo>
                  <a:pt x="947796" y="45655"/>
                </a:lnTo>
                <a:lnTo>
                  <a:pt x="950357" y="48369"/>
                </a:lnTo>
                <a:lnTo>
                  <a:pt x="952908" y="54753"/>
                </a:lnTo>
                <a:lnTo>
                  <a:pt x="955457" y="52796"/>
                </a:lnTo>
                <a:lnTo>
                  <a:pt x="957998" y="52741"/>
                </a:lnTo>
                <a:lnTo>
                  <a:pt x="960532" y="45242"/>
                </a:lnTo>
                <a:lnTo>
                  <a:pt x="963061" y="44982"/>
                </a:lnTo>
                <a:lnTo>
                  <a:pt x="965583" y="50264"/>
                </a:lnTo>
                <a:lnTo>
                  <a:pt x="968100" y="56544"/>
                </a:lnTo>
                <a:lnTo>
                  <a:pt x="970613" y="42833"/>
                </a:lnTo>
                <a:lnTo>
                  <a:pt x="973120" y="48184"/>
                </a:lnTo>
                <a:lnTo>
                  <a:pt x="975620" y="55917"/>
                </a:lnTo>
                <a:lnTo>
                  <a:pt x="978113" y="40956"/>
                </a:lnTo>
                <a:lnTo>
                  <a:pt x="980603" y="57172"/>
                </a:lnTo>
                <a:lnTo>
                  <a:pt x="983086" y="49920"/>
                </a:lnTo>
                <a:lnTo>
                  <a:pt x="985561" y="39674"/>
                </a:lnTo>
                <a:lnTo>
                  <a:pt x="988035" y="74868"/>
                </a:lnTo>
                <a:lnTo>
                  <a:pt x="990500" y="40835"/>
                </a:lnTo>
                <a:lnTo>
                  <a:pt x="992961" y="37866"/>
                </a:lnTo>
                <a:lnTo>
                  <a:pt x="995418" y="38361"/>
                </a:lnTo>
                <a:lnTo>
                  <a:pt x="997866" y="35860"/>
                </a:lnTo>
                <a:lnTo>
                  <a:pt x="1000310" y="46980"/>
                </a:lnTo>
                <a:lnTo>
                  <a:pt x="1002749" y="26447"/>
                </a:lnTo>
                <a:lnTo>
                  <a:pt x="1005184" y="41165"/>
                </a:lnTo>
                <a:lnTo>
                  <a:pt x="1010035" y="17402"/>
                </a:lnTo>
                <a:lnTo>
                  <a:pt x="1012455" y="20427"/>
                </a:lnTo>
                <a:lnTo>
                  <a:pt x="1014867" y="31040"/>
                </a:lnTo>
                <a:lnTo>
                  <a:pt x="1017274" y="33792"/>
                </a:lnTo>
                <a:lnTo>
                  <a:pt x="1019677" y="52427"/>
                </a:lnTo>
                <a:lnTo>
                  <a:pt x="1022074" y="57416"/>
                </a:lnTo>
                <a:lnTo>
                  <a:pt x="1026853" y="54109"/>
                </a:lnTo>
                <a:lnTo>
                  <a:pt x="1029236" y="14829"/>
                </a:lnTo>
                <a:lnTo>
                  <a:pt x="1031614" y="14953"/>
                </a:lnTo>
                <a:lnTo>
                  <a:pt x="1033985" y="45803"/>
                </a:lnTo>
                <a:lnTo>
                  <a:pt x="1036353" y="35321"/>
                </a:lnTo>
                <a:lnTo>
                  <a:pt x="1038714" y="42077"/>
                </a:lnTo>
                <a:lnTo>
                  <a:pt x="1041073" y="36814"/>
                </a:lnTo>
                <a:lnTo>
                  <a:pt x="1043424" y="14284"/>
                </a:lnTo>
                <a:lnTo>
                  <a:pt x="1045773" y="10341"/>
                </a:lnTo>
                <a:lnTo>
                  <a:pt x="1048115" y="2516"/>
                </a:lnTo>
                <a:lnTo>
                  <a:pt x="1052786" y="41885"/>
                </a:lnTo>
                <a:lnTo>
                  <a:pt x="1055115" y="43091"/>
                </a:lnTo>
                <a:lnTo>
                  <a:pt x="1057440" y="31064"/>
                </a:lnTo>
                <a:lnTo>
                  <a:pt x="1059757" y="42145"/>
                </a:lnTo>
                <a:lnTo>
                  <a:pt x="1062072" y="11973"/>
                </a:lnTo>
                <a:lnTo>
                  <a:pt x="1064382" y="42721"/>
                </a:lnTo>
                <a:lnTo>
                  <a:pt x="1066687" y="36144"/>
                </a:lnTo>
                <a:lnTo>
                  <a:pt x="1068990" y="38273"/>
                </a:lnTo>
                <a:lnTo>
                  <a:pt x="1071285" y="41687"/>
                </a:lnTo>
                <a:lnTo>
                  <a:pt x="1073578" y="50549"/>
                </a:lnTo>
                <a:lnTo>
                  <a:pt x="1075864" y="46633"/>
                </a:lnTo>
                <a:lnTo>
                  <a:pt x="1078147" y="35609"/>
                </a:lnTo>
                <a:lnTo>
                  <a:pt x="1080425" y="32552"/>
                </a:lnTo>
                <a:lnTo>
                  <a:pt x="1082698" y="30496"/>
                </a:lnTo>
                <a:lnTo>
                  <a:pt x="1084967" y="21100"/>
                </a:lnTo>
                <a:lnTo>
                  <a:pt x="1087233" y="32435"/>
                </a:lnTo>
                <a:lnTo>
                  <a:pt x="1089494" y="36198"/>
                </a:lnTo>
                <a:lnTo>
                  <a:pt x="1091750" y="53450"/>
                </a:lnTo>
                <a:lnTo>
                  <a:pt x="1094002" y="30918"/>
                </a:lnTo>
                <a:lnTo>
                  <a:pt x="1096249" y="16760"/>
                </a:lnTo>
                <a:lnTo>
                  <a:pt x="1098493" y="49478"/>
                </a:lnTo>
                <a:lnTo>
                  <a:pt x="1100732" y="39023"/>
                </a:lnTo>
                <a:lnTo>
                  <a:pt x="1102966" y="44721"/>
                </a:lnTo>
                <a:lnTo>
                  <a:pt x="1105196" y="26997"/>
                </a:lnTo>
                <a:lnTo>
                  <a:pt x="1107423" y="21138"/>
                </a:lnTo>
                <a:lnTo>
                  <a:pt x="1109645" y="39560"/>
                </a:lnTo>
                <a:lnTo>
                  <a:pt x="1111863" y="33221"/>
                </a:lnTo>
                <a:lnTo>
                  <a:pt x="1114077" y="44344"/>
                </a:lnTo>
                <a:lnTo>
                  <a:pt x="1116288" y="51107"/>
                </a:lnTo>
                <a:lnTo>
                  <a:pt x="1118493" y="37582"/>
                </a:lnTo>
                <a:lnTo>
                  <a:pt x="1120695" y="44870"/>
                </a:lnTo>
                <a:lnTo>
                  <a:pt x="1122893" y="32915"/>
                </a:lnTo>
                <a:lnTo>
                  <a:pt x="1125086" y="36730"/>
                </a:lnTo>
                <a:lnTo>
                  <a:pt x="1127274" y="50165"/>
                </a:lnTo>
                <a:lnTo>
                  <a:pt x="1129460" y="42446"/>
                </a:lnTo>
                <a:lnTo>
                  <a:pt x="1131643" y="45775"/>
                </a:lnTo>
                <a:lnTo>
                  <a:pt x="1133819" y="15932"/>
                </a:lnTo>
                <a:lnTo>
                  <a:pt x="1135993" y="36438"/>
                </a:lnTo>
                <a:lnTo>
                  <a:pt x="1138164" y="36136"/>
                </a:lnTo>
                <a:lnTo>
                  <a:pt x="1140330" y="15391"/>
                </a:lnTo>
                <a:lnTo>
                  <a:pt x="1142491" y="25532"/>
                </a:lnTo>
                <a:lnTo>
                  <a:pt x="1144650" y="46020"/>
                </a:lnTo>
                <a:lnTo>
                  <a:pt x="1146804" y="21496"/>
                </a:lnTo>
                <a:lnTo>
                  <a:pt x="1148956" y="61403"/>
                </a:lnTo>
                <a:lnTo>
                  <a:pt x="1151102" y="40331"/>
                </a:lnTo>
                <a:lnTo>
                  <a:pt x="1153244" y="32577"/>
                </a:lnTo>
                <a:lnTo>
                  <a:pt x="1155383" y="56061"/>
                </a:lnTo>
                <a:lnTo>
                  <a:pt x="1157518" y="39862"/>
                </a:lnTo>
                <a:lnTo>
                  <a:pt x="1159650" y="45108"/>
                </a:lnTo>
                <a:lnTo>
                  <a:pt x="1161780" y="56742"/>
                </a:lnTo>
                <a:lnTo>
                  <a:pt x="1163902" y="47945"/>
                </a:lnTo>
                <a:lnTo>
                  <a:pt x="1166024" y="55487"/>
                </a:lnTo>
                <a:lnTo>
                  <a:pt x="1168139" y="49210"/>
                </a:lnTo>
                <a:lnTo>
                  <a:pt x="1170254" y="45582"/>
                </a:lnTo>
                <a:lnTo>
                  <a:pt x="1172362" y="68856"/>
                </a:lnTo>
                <a:lnTo>
                  <a:pt x="1174470" y="46530"/>
                </a:lnTo>
                <a:lnTo>
                  <a:pt x="1176573" y="46559"/>
                </a:lnTo>
                <a:lnTo>
                  <a:pt x="1178671" y="53385"/>
                </a:lnTo>
                <a:lnTo>
                  <a:pt x="1180766" y="35025"/>
                </a:lnTo>
                <a:lnTo>
                  <a:pt x="1182857" y="38951"/>
                </a:lnTo>
                <a:lnTo>
                  <a:pt x="1184945" y="38246"/>
                </a:lnTo>
                <a:lnTo>
                  <a:pt x="1187031" y="20779"/>
                </a:lnTo>
                <a:lnTo>
                  <a:pt x="1189112" y="30454"/>
                </a:lnTo>
                <a:lnTo>
                  <a:pt x="1191188" y="28009"/>
                </a:lnTo>
                <a:lnTo>
                  <a:pt x="1193264" y="23644"/>
                </a:lnTo>
                <a:lnTo>
                  <a:pt x="1195332" y="45759"/>
                </a:lnTo>
                <a:lnTo>
                  <a:pt x="1197401" y="28823"/>
                </a:lnTo>
                <a:lnTo>
                  <a:pt x="1199465" y="53184"/>
                </a:lnTo>
                <a:lnTo>
                  <a:pt x="1201524" y="53049"/>
                </a:lnTo>
                <a:lnTo>
                  <a:pt x="1203583" y="31075"/>
                </a:lnTo>
                <a:lnTo>
                  <a:pt x="1205637" y="34535"/>
                </a:lnTo>
                <a:lnTo>
                  <a:pt x="1207686" y="31606"/>
                </a:lnTo>
                <a:lnTo>
                  <a:pt x="1209733" y="19289"/>
                </a:lnTo>
                <a:lnTo>
                  <a:pt x="1211777" y="32274"/>
                </a:lnTo>
                <a:lnTo>
                  <a:pt x="1213817" y="63093"/>
                </a:lnTo>
                <a:lnTo>
                  <a:pt x="1215854" y="183392"/>
                </a:lnTo>
                <a:lnTo>
                  <a:pt x="1217888" y="30228"/>
                </a:lnTo>
                <a:lnTo>
                  <a:pt x="1219918" y="0"/>
                </a:lnTo>
                <a:lnTo>
                  <a:pt x="1221945" y="5821"/>
                </a:lnTo>
                <a:lnTo>
                  <a:pt x="1223970" y="89495"/>
                </a:lnTo>
                <a:lnTo>
                  <a:pt x="1225990" y="10972"/>
                </a:lnTo>
                <a:lnTo>
                  <a:pt x="1228008" y="97437"/>
                </a:lnTo>
                <a:lnTo>
                  <a:pt x="1230020" y="62573"/>
                </a:lnTo>
                <a:lnTo>
                  <a:pt x="1232033" y="32634"/>
                </a:lnTo>
                <a:lnTo>
                  <a:pt x="1234041" y="46446"/>
                </a:lnTo>
                <a:lnTo>
                  <a:pt x="1236044" y="47257"/>
                </a:lnTo>
                <a:lnTo>
                  <a:pt x="1236044" y="47257"/>
                </a:lnTo>
              </a:path>
            </a:pathLst>
          </a:custGeom>
          <a:noFill/>
          <a:ln w="38100" cap="sq">
            <a:solidFill>
              <a:srgbClr val="E9C46A"/>
            </a:solidFill>
            <a:prstDash val="solid"/>
            <a:round/>
          </a:ln>
        </p:spPr>
        <p:txBody>
          <a:bodyPr rtlCol="0" anchor="ctr"/>
          <a:lstStyle/>
          <a:p>
            <a:endParaRPr lang="es-ES" dirty="0"/>
          </a:p>
        </p:txBody>
      </p:sp>
      <p:sp>
        <p:nvSpPr>
          <p:cNvPr id="474" name="Forma libre: forma 473">
            <a:extLst>
              <a:ext uri="{FF2B5EF4-FFF2-40B4-BE49-F238E27FC236}">
                <a16:creationId xmlns:a16="http://schemas.microsoft.com/office/drawing/2014/main" id="{6A8CF124-6717-E474-DD3B-FF91050F556F}"/>
              </a:ext>
            </a:extLst>
          </p:cNvPr>
          <p:cNvSpPr/>
          <p:nvPr/>
        </p:nvSpPr>
        <p:spPr>
          <a:xfrm>
            <a:off x="2455868" y="13680202"/>
            <a:ext cx="4157903" cy="2500803"/>
          </a:xfrm>
          <a:custGeom>
            <a:avLst/>
            <a:gdLst>
              <a:gd name="connsiteX0" fmla="*/ 4157903 w 4157903"/>
              <a:gd name="connsiteY0" fmla="*/ 2307263 h 2500803"/>
              <a:gd name="connsiteX1" fmla="*/ 4151165 w 4157903"/>
              <a:gd name="connsiteY1" fmla="*/ 2129602 h 2500803"/>
              <a:gd name="connsiteX2" fmla="*/ 4144411 w 4157903"/>
              <a:gd name="connsiteY2" fmla="*/ 2342212 h 2500803"/>
              <a:gd name="connsiteX3" fmla="*/ 4137641 w 4157903"/>
              <a:gd name="connsiteY3" fmla="*/ 2030323 h 2500803"/>
              <a:gd name="connsiteX4" fmla="*/ 4124084 w 4157903"/>
              <a:gd name="connsiteY4" fmla="*/ 2185283 h 2500803"/>
              <a:gd name="connsiteX5" fmla="*/ 4117289 w 4157903"/>
              <a:gd name="connsiteY5" fmla="*/ 2045771 h 2500803"/>
              <a:gd name="connsiteX6" fmla="*/ 4110478 w 4157903"/>
              <a:gd name="connsiteY6" fmla="*/ 2139551 h 2500803"/>
              <a:gd name="connsiteX7" fmla="*/ 4103659 w 4157903"/>
              <a:gd name="connsiteY7" fmla="*/ 1951528 h 2500803"/>
              <a:gd name="connsiteX8" fmla="*/ 4096831 w 4157903"/>
              <a:gd name="connsiteY8" fmla="*/ 2027627 h 2500803"/>
              <a:gd name="connsiteX9" fmla="*/ 4089986 w 4157903"/>
              <a:gd name="connsiteY9" fmla="*/ 1991520 h 2500803"/>
              <a:gd name="connsiteX10" fmla="*/ 4083135 w 4157903"/>
              <a:gd name="connsiteY10" fmla="*/ 1723868 h 2500803"/>
              <a:gd name="connsiteX11" fmla="*/ 4076273 w 4157903"/>
              <a:gd name="connsiteY11" fmla="*/ 1894185 h 2500803"/>
              <a:gd name="connsiteX12" fmla="*/ 4062512 w 4157903"/>
              <a:gd name="connsiteY12" fmla="*/ 2113145 h 2500803"/>
              <a:gd name="connsiteX13" fmla="*/ 4055618 w 4157903"/>
              <a:gd name="connsiteY13" fmla="*/ 2123243 h 2500803"/>
              <a:gd name="connsiteX14" fmla="*/ 4048708 w 4157903"/>
              <a:gd name="connsiteY14" fmla="*/ 1825785 h 2500803"/>
              <a:gd name="connsiteX15" fmla="*/ 4041791 w 4157903"/>
              <a:gd name="connsiteY15" fmla="*/ 1783625 h 2500803"/>
              <a:gd name="connsiteX16" fmla="*/ 4034856 w 4157903"/>
              <a:gd name="connsiteY16" fmla="*/ 2259497 h 2500803"/>
              <a:gd name="connsiteX17" fmla="*/ 4027914 w 4157903"/>
              <a:gd name="connsiteY17" fmla="*/ 2232761 h 2500803"/>
              <a:gd name="connsiteX18" fmla="*/ 4020963 w 4157903"/>
              <a:gd name="connsiteY18" fmla="*/ 2061905 h 2500803"/>
              <a:gd name="connsiteX19" fmla="*/ 4013995 w 4157903"/>
              <a:gd name="connsiteY19" fmla="*/ 2106703 h 2500803"/>
              <a:gd name="connsiteX20" fmla="*/ 4007020 w 4157903"/>
              <a:gd name="connsiteY20" fmla="*/ 2076270 h 2500803"/>
              <a:gd name="connsiteX21" fmla="*/ 4000029 w 4157903"/>
              <a:gd name="connsiteY21" fmla="*/ 2020655 h 2500803"/>
              <a:gd name="connsiteX22" fmla="*/ 3993029 w 4157903"/>
              <a:gd name="connsiteY22" fmla="*/ 2188178 h 2500803"/>
              <a:gd name="connsiteX23" fmla="*/ 3986013 w 4157903"/>
              <a:gd name="connsiteY23" fmla="*/ 2297762 h 2500803"/>
              <a:gd name="connsiteX24" fmla="*/ 3978988 w 4157903"/>
              <a:gd name="connsiteY24" fmla="*/ 2307273 h 2500803"/>
              <a:gd name="connsiteX25" fmla="*/ 3971955 w 4157903"/>
              <a:gd name="connsiteY25" fmla="*/ 2390574 h 2500803"/>
              <a:gd name="connsiteX26" fmla="*/ 3964907 w 4157903"/>
              <a:gd name="connsiteY26" fmla="*/ 2204875 h 2500803"/>
              <a:gd name="connsiteX27" fmla="*/ 3957849 w 4157903"/>
              <a:gd name="connsiteY27" fmla="*/ 2430328 h 2500803"/>
              <a:gd name="connsiteX28" fmla="*/ 3950775 w 4157903"/>
              <a:gd name="connsiteY28" fmla="*/ 2442161 h 2500803"/>
              <a:gd name="connsiteX29" fmla="*/ 3943693 w 4157903"/>
              <a:gd name="connsiteY29" fmla="*/ 2421280 h 2500803"/>
              <a:gd name="connsiteX30" fmla="*/ 3936595 w 4157903"/>
              <a:gd name="connsiteY30" fmla="*/ 2265609 h 2500803"/>
              <a:gd name="connsiteX31" fmla="*/ 3929480 w 4157903"/>
              <a:gd name="connsiteY31" fmla="*/ 1675505 h 2500803"/>
              <a:gd name="connsiteX32" fmla="*/ 3925852 w 4157903"/>
              <a:gd name="connsiteY32" fmla="*/ 2096407 h 2500803"/>
              <a:gd name="connsiteX33" fmla="*/ 3922366 w 4157903"/>
              <a:gd name="connsiteY33" fmla="*/ 2500804 h 2500803"/>
              <a:gd name="connsiteX34" fmla="*/ 3915226 w 4157903"/>
              <a:gd name="connsiteY34" fmla="*/ 2384703 h 2500803"/>
              <a:gd name="connsiteX35" fmla="*/ 3908088 w 4157903"/>
              <a:gd name="connsiteY35" fmla="*/ 2241196 h 2500803"/>
              <a:gd name="connsiteX36" fmla="*/ 3900924 w 4157903"/>
              <a:gd name="connsiteY36" fmla="*/ 2434082 h 2500803"/>
              <a:gd name="connsiteX37" fmla="*/ 3893751 w 4157903"/>
              <a:gd name="connsiteY37" fmla="*/ 2391293 h 2500803"/>
              <a:gd name="connsiteX38" fmla="*/ 3886572 w 4157903"/>
              <a:gd name="connsiteY38" fmla="*/ 2479310 h 2500803"/>
              <a:gd name="connsiteX39" fmla="*/ 3879375 w 4157903"/>
              <a:gd name="connsiteY39" fmla="*/ 2467029 h 2500803"/>
              <a:gd name="connsiteX40" fmla="*/ 3872170 w 4157903"/>
              <a:gd name="connsiteY40" fmla="*/ 2007919 h 2500803"/>
              <a:gd name="connsiteX41" fmla="*/ 3864949 w 4157903"/>
              <a:gd name="connsiteY41" fmla="*/ 2389466 h 2500803"/>
              <a:gd name="connsiteX42" fmla="*/ 3857711 w 4157903"/>
              <a:gd name="connsiteY42" fmla="*/ 2495320 h 2500803"/>
              <a:gd name="connsiteX43" fmla="*/ 3850602 w 4157903"/>
              <a:gd name="connsiteY43" fmla="*/ 2029610 h 2500803"/>
              <a:gd name="connsiteX44" fmla="*/ 3843203 w 4157903"/>
              <a:gd name="connsiteY44" fmla="*/ 1544891 h 2500803"/>
              <a:gd name="connsiteX45" fmla="*/ 3839568 w 4157903"/>
              <a:gd name="connsiteY45" fmla="*/ 2005481 h 2500803"/>
              <a:gd name="connsiteX46" fmla="*/ 3835932 w 4157903"/>
              <a:gd name="connsiteY46" fmla="*/ 2466070 h 2500803"/>
              <a:gd name="connsiteX47" fmla="*/ 3828645 w 4157903"/>
              <a:gd name="connsiteY47" fmla="*/ 2440797 h 2500803"/>
              <a:gd name="connsiteX48" fmla="*/ 3821342 w 4157903"/>
              <a:gd name="connsiteY48" fmla="*/ 2465574 h 2500803"/>
              <a:gd name="connsiteX49" fmla="*/ 3814039 w 4157903"/>
              <a:gd name="connsiteY49" fmla="*/ 2273092 h 2500803"/>
              <a:gd name="connsiteX50" fmla="*/ 3806712 w 4157903"/>
              <a:gd name="connsiteY50" fmla="*/ 2047474 h 2500803"/>
              <a:gd name="connsiteX51" fmla="*/ 3799376 w 4157903"/>
              <a:gd name="connsiteY51" fmla="*/ 2070042 h 2500803"/>
              <a:gd name="connsiteX52" fmla="*/ 3792024 w 4157903"/>
              <a:gd name="connsiteY52" fmla="*/ 2061889 h 2500803"/>
              <a:gd name="connsiteX53" fmla="*/ 3784655 w 4157903"/>
              <a:gd name="connsiteY53" fmla="*/ 1941820 h 2500803"/>
              <a:gd name="connsiteX54" fmla="*/ 3780893 w 4157903"/>
              <a:gd name="connsiteY54" fmla="*/ 1428986 h 2500803"/>
              <a:gd name="connsiteX55" fmla="*/ 3777278 w 4157903"/>
              <a:gd name="connsiteY55" fmla="*/ 936263 h 2500803"/>
              <a:gd name="connsiteX56" fmla="*/ 3769885 w 4157903"/>
              <a:gd name="connsiteY56" fmla="*/ 1007971 h 2500803"/>
              <a:gd name="connsiteX57" fmla="*/ 3762475 w 4157903"/>
              <a:gd name="connsiteY57" fmla="*/ 1462184 h 2500803"/>
              <a:gd name="connsiteX58" fmla="*/ 3755057 w 4157903"/>
              <a:gd name="connsiteY58" fmla="*/ 1572686 h 2500803"/>
              <a:gd name="connsiteX59" fmla="*/ 3747623 w 4157903"/>
              <a:gd name="connsiteY59" fmla="*/ 1461291 h 2500803"/>
              <a:gd name="connsiteX60" fmla="*/ 3744046 w 4157903"/>
              <a:gd name="connsiteY60" fmla="*/ 983336 h 2500803"/>
              <a:gd name="connsiteX61" fmla="*/ 3740171 w 4157903"/>
              <a:gd name="connsiteY61" fmla="*/ 465552 h 2500803"/>
              <a:gd name="connsiteX62" fmla="*/ 3732713 w 4157903"/>
              <a:gd name="connsiteY62" fmla="*/ 876191 h 2500803"/>
              <a:gd name="connsiteX63" fmla="*/ 3725238 w 4157903"/>
              <a:gd name="connsiteY63" fmla="*/ 922443 h 2500803"/>
              <a:gd name="connsiteX64" fmla="*/ 3717746 w 4157903"/>
              <a:gd name="connsiteY64" fmla="*/ 1112799 h 2500803"/>
              <a:gd name="connsiteX65" fmla="*/ 3714071 w 4157903"/>
              <a:gd name="connsiteY65" fmla="*/ 1464294 h 2500803"/>
              <a:gd name="connsiteX66" fmla="*/ 3710246 w 4157903"/>
              <a:gd name="connsiteY66" fmla="*/ 1830135 h 2500803"/>
              <a:gd name="connsiteX67" fmla="*/ 3702730 w 4157903"/>
              <a:gd name="connsiteY67" fmla="*/ 1825619 h 2500803"/>
              <a:gd name="connsiteX68" fmla="*/ 3695197 w 4157903"/>
              <a:gd name="connsiteY68" fmla="*/ 1951181 h 2500803"/>
              <a:gd name="connsiteX69" fmla="*/ 3687648 w 4157903"/>
              <a:gd name="connsiteY69" fmla="*/ 1854564 h 2500803"/>
              <a:gd name="connsiteX70" fmla="*/ 3683719 w 4157903"/>
              <a:gd name="connsiteY70" fmla="*/ 1511944 h 2500803"/>
              <a:gd name="connsiteX71" fmla="*/ 3680092 w 4157903"/>
              <a:gd name="connsiteY71" fmla="*/ 1195679 h 2500803"/>
              <a:gd name="connsiteX72" fmla="*/ 3676381 w 4157903"/>
              <a:gd name="connsiteY72" fmla="*/ 609796 h 2500803"/>
              <a:gd name="connsiteX73" fmla="*/ 3672518 w 4157903"/>
              <a:gd name="connsiteY73" fmla="*/ 0 h 2500803"/>
              <a:gd name="connsiteX74" fmla="*/ 3668950 w 4157903"/>
              <a:gd name="connsiteY74" fmla="*/ 385270 h 2500803"/>
              <a:gd name="connsiteX75" fmla="*/ 3664927 w 4157903"/>
              <a:gd name="connsiteY75" fmla="*/ 819724 h 2500803"/>
              <a:gd name="connsiteX76" fmla="*/ 3662544 w 4157903"/>
              <a:gd name="connsiteY76" fmla="*/ 1199768 h 2500803"/>
              <a:gd name="connsiteX77" fmla="*/ 3660161 w 4157903"/>
              <a:gd name="connsiteY77" fmla="*/ 1579812 h 2500803"/>
              <a:gd name="connsiteX78" fmla="*/ 3657321 w 4157903"/>
              <a:gd name="connsiteY78" fmla="*/ 2032630 h 2500803"/>
              <a:gd name="connsiteX79" fmla="*/ 3649706 w 4157903"/>
              <a:gd name="connsiteY79" fmla="*/ 2087451 h 2500803"/>
              <a:gd name="connsiteX80" fmla="*/ 3642067 w 4157903"/>
              <a:gd name="connsiteY80" fmla="*/ 2099930 h 2500803"/>
              <a:gd name="connsiteX81" fmla="*/ 3639518 w 4157903"/>
              <a:gd name="connsiteY81" fmla="*/ 1606249 h 2500803"/>
              <a:gd name="connsiteX82" fmla="*/ 3637045 w 4157903"/>
              <a:gd name="connsiteY82" fmla="*/ 1127378 h 2500803"/>
              <a:gd name="connsiteX83" fmla="*/ 3634419 w 4157903"/>
              <a:gd name="connsiteY83" fmla="*/ 618886 h 2500803"/>
              <a:gd name="connsiteX84" fmla="*/ 3630588 w 4157903"/>
              <a:gd name="connsiteY84" fmla="*/ 971192 h 2500803"/>
              <a:gd name="connsiteX85" fmla="*/ 3626756 w 4157903"/>
              <a:gd name="connsiteY85" fmla="*/ 1323498 h 2500803"/>
              <a:gd name="connsiteX86" fmla="*/ 3622839 w 4157903"/>
              <a:gd name="connsiteY86" fmla="*/ 1785054 h 2500803"/>
              <a:gd name="connsiteX87" fmla="*/ 3619076 w 4157903"/>
              <a:gd name="connsiteY87" fmla="*/ 2228510 h 2500803"/>
              <a:gd name="connsiteX88" fmla="*/ 3611387 w 4157903"/>
              <a:gd name="connsiteY88" fmla="*/ 1981200 h 2500803"/>
              <a:gd name="connsiteX89" fmla="*/ 3603674 w 4157903"/>
              <a:gd name="connsiteY89" fmla="*/ 2289277 h 2500803"/>
              <a:gd name="connsiteX90" fmla="*/ 3595952 w 4157903"/>
              <a:gd name="connsiteY90" fmla="*/ 2380965 h 2500803"/>
              <a:gd name="connsiteX91" fmla="*/ 3588207 w 4157903"/>
              <a:gd name="connsiteY91" fmla="*/ 2079545 h 2500803"/>
              <a:gd name="connsiteX92" fmla="*/ 3580453 w 4157903"/>
              <a:gd name="connsiteY92" fmla="*/ 2292643 h 2500803"/>
              <a:gd name="connsiteX93" fmla="*/ 3572683 w 4157903"/>
              <a:gd name="connsiteY93" fmla="*/ 2320951 h 2500803"/>
              <a:gd name="connsiteX94" fmla="*/ 3564904 w 4157903"/>
              <a:gd name="connsiteY94" fmla="*/ 2480682 h 2500803"/>
              <a:gd name="connsiteX95" fmla="*/ 3557101 w 4157903"/>
              <a:gd name="connsiteY95" fmla="*/ 2463151 h 2500803"/>
              <a:gd name="connsiteX96" fmla="*/ 3553035 w 4157903"/>
              <a:gd name="connsiteY96" fmla="*/ 1992261 h 2500803"/>
              <a:gd name="connsiteX97" fmla="*/ 3549281 w 4157903"/>
              <a:gd name="connsiteY97" fmla="*/ 1557594 h 2500803"/>
              <a:gd name="connsiteX98" fmla="*/ 3545442 w 4157903"/>
              <a:gd name="connsiteY98" fmla="*/ 1856915 h 2500803"/>
              <a:gd name="connsiteX99" fmla="*/ 3541446 w 4157903"/>
              <a:gd name="connsiteY99" fmla="*/ 2168454 h 2500803"/>
              <a:gd name="connsiteX100" fmla="*/ 3533601 w 4157903"/>
              <a:gd name="connsiteY100" fmla="*/ 2322885 h 2500803"/>
              <a:gd name="connsiteX101" fmla="*/ 3525733 w 4157903"/>
              <a:gd name="connsiteY101" fmla="*/ 2284348 h 2500803"/>
              <a:gd name="connsiteX102" fmla="*/ 3517856 w 4157903"/>
              <a:gd name="connsiteY102" fmla="*/ 2133903 h 2500803"/>
              <a:gd name="connsiteX103" fmla="*/ 3509955 w 4157903"/>
              <a:gd name="connsiteY103" fmla="*/ 1899412 h 2500803"/>
              <a:gd name="connsiteX104" fmla="*/ 3502045 w 4157903"/>
              <a:gd name="connsiteY104" fmla="*/ 1797221 h 2500803"/>
              <a:gd name="connsiteX105" fmla="*/ 3494110 w 4157903"/>
              <a:gd name="connsiteY105" fmla="*/ 1888198 h 2500803"/>
              <a:gd name="connsiteX106" fmla="*/ 3486168 w 4157903"/>
              <a:gd name="connsiteY106" fmla="*/ 1716259 h 2500803"/>
              <a:gd name="connsiteX107" fmla="*/ 3478200 w 4157903"/>
              <a:gd name="connsiteY107" fmla="*/ 1693723 h 2500803"/>
              <a:gd name="connsiteX108" fmla="*/ 3470225 w 4157903"/>
              <a:gd name="connsiteY108" fmla="*/ 1511704 h 2500803"/>
              <a:gd name="connsiteX109" fmla="*/ 3462225 w 4157903"/>
              <a:gd name="connsiteY109" fmla="*/ 1383165 h 2500803"/>
              <a:gd name="connsiteX110" fmla="*/ 3454209 w 4157903"/>
              <a:gd name="connsiteY110" fmla="*/ 1620469 h 2500803"/>
              <a:gd name="connsiteX111" fmla="*/ 3446185 w 4157903"/>
              <a:gd name="connsiteY111" fmla="*/ 1603003 h 2500803"/>
              <a:gd name="connsiteX112" fmla="*/ 3438136 w 4157903"/>
              <a:gd name="connsiteY112" fmla="*/ 1258043 h 2500803"/>
              <a:gd name="connsiteX113" fmla="*/ 3430070 w 4157903"/>
              <a:gd name="connsiteY113" fmla="*/ 1608419 h 2500803"/>
              <a:gd name="connsiteX114" fmla="*/ 3421989 w 4157903"/>
              <a:gd name="connsiteY114" fmla="*/ 1527210 h 2500803"/>
              <a:gd name="connsiteX115" fmla="*/ 3413891 w 4157903"/>
              <a:gd name="connsiteY115" fmla="*/ 1518783 h 2500803"/>
              <a:gd name="connsiteX116" fmla="*/ 3405775 w 4157903"/>
              <a:gd name="connsiteY116" fmla="*/ 1583626 h 2500803"/>
              <a:gd name="connsiteX117" fmla="*/ 3397636 w 4157903"/>
              <a:gd name="connsiteY117" fmla="*/ 1658096 h 2500803"/>
              <a:gd name="connsiteX118" fmla="*/ 3389489 w 4157903"/>
              <a:gd name="connsiteY118" fmla="*/ 1809948 h 2500803"/>
              <a:gd name="connsiteX119" fmla="*/ 3381317 w 4157903"/>
              <a:gd name="connsiteY119" fmla="*/ 1896575 h 2500803"/>
              <a:gd name="connsiteX120" fmla="*/ 3373129 w 4157903"/>
              <a:gd name="connsiteY120" fmla="*/ 2203857 h 2500803"/>
              <a:gd name="connsiteX121" fmla="*/ 3364924 w 4157903"/>
              <a:gd name="connsiteY121" fmla="*/ 2350152 h 2500803"/>
              <a:gd name="connsiteX122" fmla="*/ 3356703 w 4157903"/>
              <a:gd name="connsiteY122" fmla="*/ 2254089 h 2500803"/>
              <a:gd name="connsiteX123" fmla="*/ 3348465 w 4157903"/>
              <a:gd name="connsiteY123" fmla="*/ 2126311 h 2500803"/>
              <a:gd name="connsiteX124" fmla="*/ 3340203 w 4157903"/>
              <a:gd name="connsiteY124" fmla="*/ 1869631 h 2500803"/>
              <a:gd name="connsiteX125" fmla="*/ 3331925 w 4157903"/>
              <a:gd name="connsiteY125" fmla="*/ 1713481 h 2500803"/>
              <a:gd name="connsiteX126" fmla="*/ 3323630 w 4157903"/>
              <a:gd name="connsiteY126" fmla="*/ 1538316 h 2500803"/>
              <a:gd name="connsiteX127" fmla="*/ 3315310 w 4157903"/>
              <a:gd name="connsiteY127" fmla="*/ 1393552 h 2500803"/>
              <a:gd name="connsiteX128" fmla="*/ 3306982 w 4157903"/>
              <a:gd name="connsiteY128" fmla="*/ 1119216 h 2500803"/>
              <a:gd name="connsiteX129" fmla="*/ 3298630 w 4157903"/>
              <a:gd name="connsiteY129" fmla="*/ 1004762 h 2500803"/>
              <a:gd name="connsiteX130" fmla="*/ 3290253 w 4157903"/>
              <a:gd name="connsiteY130" fmla="*/ 739449 h 2500803"/>
              <a:gd name="connsiteX131" fmla="*/ 3281868 w 4157903"/>
              <a:gd name="connsiteY131" fmla="*/ 718922 h 2500803"/>
              <a:gd name="connsiteX132" fmla="*/ 3273458 w 4157903"/>
              <a:gd name="connsiteY132" fmla="*/ 628913 h 2500803"/>
              <a:gd name="connsiteX133" fmla="*/ 3256582 w 4157903"/>
              <a:gd name="connsiteY133" fmla="*/ 365531 h 2500803"/>
              <a:gd name="connsiteX134" fmla="*/ 3248106 w 4157903"/>
              <a:gd name="connsiteY134" fmla="*/ 368451 h 2500803"/>
              <a:gd name="connsiteX135" fmla="*/ 3239622 w 4157903"/>
              <a:gd name="connsiteY135" fmla="*/ 220654 h 2500803"/>
              <a:gd name="connsiteX136" fmla="*/ 3231115 w 4157903"/>
              <a:gd name="connsiteY136" fmla="*/ 313904 h 2500803"/>
              <a:gd name="connsiteX137" fmla="*/ 3222590 w 4157903"/>
              <a:gd name="connsiteY137" fmla="*/ 386433 h 2500803"/>
              <a:gd name="connsiteX138" fmla="*/ 3214041 w 4157903"/>
              <a:gd name="connsiteY138" fmla="*/ 303333 h 2500803"/>
              <a:gd name="connsiteX139" fmla="*/ 3205475 w 4157903"/>
              <a:gd name="connsiteY139" fmla="*/ 311353 h 2500803"/>
              <a:gd name="connsiteX140" fmla="*/ 3196886 w 4157903"/>
              <a:gd name="connsiteY140" fmla="*/ 276507 h 2500803"/>
              <a:gd name="connsiteX141" fmla="*/ 3188279 w 4157903"/>
              <a:gd name="connsiteY141" fmla="*/ 359198 h 2500803"/>
              <a:gd name="connsiteX142" fmla="*/ 3179649 w 4157903"/>
              <a:gd name="connsiteY142" fmla="*/ 529754 h 2500803"/>
              <a:gd name="connsiteX143" fmla="*/ 3171001 w 4157903"/>
              <a:gd name="connsiteY143" fmla="*/ 776232 h 2500803"/>
              <a:gd name="connsiteX144" fmla="*/ 3162329 w 4157903"/>
              <a:gd name="connsiteY144" fmla="*/ 1134838 h 2500803"/>
              <a:gd name="connsiteX145" fmla="*/ 3153798 w 4157903"/>
              <a:gd name="connsiteY145" fmla="*/ 1579753 h 2500803"/>
              <a:gd name="connsiteX146" fmla="*/ 3144919 w 4157903"/>
              <a:gd name="connsiteY146" fmla="*/ 2042827 h 2500803"/>
              <a:gd name="connsiteX147" fmla="*/ 3136190 w 4157903"/>
              <a:gd name="connsiteY147" fmla="*/ 2152701 h 2500803"/>
              <a:gd name="connsiteX148" fmla="*/ 3127436 w 4157903"/>
              <a:gd name="connsiteY148" fmla="*/ 2301666 h 2500803"/>
              <a:gd name="connsiteX149" fmla="*/ 3118657 w 4157903"/>
              <a:gd name="connsiteY149" fmla="*/ 2144720 h 2500803"/>
              <a:gd name="connsiteX150" fmla="*/ 3109863 w 4157903"/>
              <a:gd name="connsiteY150" fmla="*/ 2402863 h 2500803"/>
              <a:gd name="connsiteX151" fmla="*/ 3101035 w 4157903"/>
              <a:gd name="connsiteY151" fmla="*/ 2336573 h 2500803"/>
              <a:gd name="connsiteX152" fmla="*/ 3092198 w 4157903"/>
              <a:gd name="connsiteY152" fmla="*/ 2406213 h 2500803"/>
              <a:gd name="connsiteX153" fmla="*/ 3083330 w 4157903"/>
              <a:gd name="connsiteY153" fmla="*/ 2369867 h 2500803"/>
              <a:gd name="connsiteX154" fmla="*/ 3074444 w 4157903"/>
              <a:gd name="connsiteY154" fmla="*/ 2296818 h 2500803"/>
              <a:gd name="connsiteX155" fmla="*/ 3065535 w 4157903"/>
              <a:gd name="connsiteY155" fmla="*/ 2291287 h 2500803"/>
              <a:gd name="connsiteX156" fmla="*/ 3056610 w 4157903"/>
              <a:gd name="connsiteY156" fmla="*/ 2218255 h 2500803"/>
              <a:gd name="connsiteX157" fmla="*/ 3047650 w 4157903"/>
              <a:gd name="connsiteY157" fmla="*/ 2331825 h 2500803"/>
              <a:gd name="connsiteX158" fmla="*/ 3038674 w 4157903"/>
              <a:gd name="connsiteY158" fmla="*/ 2356751 h 2500803"/>
              <a:gd name="connsiteX159" fmla="*/ 3020651 w 4157903"/>
              <a:gd name="connsiteY159" fmla="*/ 2172986 h 2500803"/>
              <a:gd name="connsiteX160" fmla="*/ 3011602 w 4157903"/>
              <a:gd name="connsiteY160" fmla="*/ 2314731 h 2500803"/>
              <a:gd name="connsiteX161" fmla="*/ 3002536 w 4157903"/>
              <a:gd name="connsiteY161" fmla="*/ 2357330 h 2500803"/>
              <a:gd name="connsiteX162" fmla="*/ 2993438 w 4157903"/>
              <a:gd name="connsiteY162" fmla="*/ 2291170 h 2500803"/>
              <a:gd name="connsiteX163" fmla="*/ 2984323 w 4157903"/>
              <a:gd name="connsiteY163" fmla="*/ 2473248 h 2500803"/>
              <a:gd name="connsiteX164" fmla="*/ 2975176 w 4157903"/>
              <a:gd name="connsiteY164" fmla="*/ 2488969 h 2500803"/>
              <a:gd name="connsiteX165" fmla="*/ 2966012 w 4157903"/>
              <a:gd name="connsiteY165" fmla="*/ 2361348 h 2500803"/>
              <a:gd name="connsiteX166" fmla="*/ 2956824 w 4157903"/>
              <a:gd name="connsiteY166" fmla="*/ 2459992 h 2500803"/>
              <a:gd name="connsiteX167" fmla="*/ 2947610 w 4157903"/>
              <a:gd name="connsiteY167" fmla="*/ 2331677 h 2500803"/>
              <a:gd name="connsiteX168" fmla="*/ 2938373 w 4157903"/>
              <a:gd name="connsiteY168" fmla="*/ 2317047 h 2500803"/>
              <a:gd name="connsiteX169" fmla="*/ 2929102 w 4157903"/>
              <a:gd name="connsiteY169" fmla="*/ 2092859 h 2500803"/>
              <a:gd name="connsiteX170" fmla="*/ 2919816 w 4157903"/>
              <a:gd name="connsiteY170" fmla="*/ 2081315 h 2500803"/>
              <a:gd name="connsiteX171" fmla="*/ 2910496 w 4157903"/>
              <a:gd name="connsiteY171" fmla="*/ 2074906 h 2500803"/>
              <a:gd name="connsiteX172" fmla="*/ 2901161 w 4157903"/>
              <a:gd name="connsiteY172" fmla="*/ 2090958 h 2500803"/>
              <a:gd name="connsiteX173" fmla="*/ 2891792 w 4157903"/>
              <a:gd name="connsiteY173" fmla="*/ 2140138 h 2500803"/>
              <a:gd name="connsiteX174" fmla="*/ 2882398 w 4157903"/>
              <a:gd name="connsiteY174" fmla="*/ 2031414 h 2500803"/>
              <a:gd name="connsiteX175" fmla="*/ 2872980 w 4157903"/>
              <a:gd name="connsiteY175" fmla="*/ 2062113 h 2500803"/>
              <a:gd name="connsiteX176" fmla="*/ 2863538 w 4157903"/>
              <a:gd name="connsiteY176" fmla="*/ 2126328 h 2500803"/>
              <a:gd name="connsiteX177" fmla="*/ 2854071 w 4157903"/>
              <a:gd name="connsiteY177" fmla="*/ 2301946 h 2500803"/>
              <a:gd name="connsiteX178" fmla="*/ 2844571 w 4157903"/>
              <a:gd name="connsiteY178" fmla="*/ 2143910 h 2500803"/>
              <a:gd name="connsiteX179" fmla="*/ 2835047 w 4157903"/>
              <a:gd name="connsiteY179" fmla="*/ 2408297 h 2500803"/>
              <a:gd name="connsiteX180" fmla="*/ 2825490 w 4157903"/>
              <a:gd name="connsiteY180" fmla="*/ 2411580 h 2500803"/>
              <a:gd name="connsiteX181" fmla="*/ 2815916 w 4157903"/>
              <a:gd name="connsiteY181" fmla="*/ 2405485 h 2500803"/>
              <a:gd name="connsiteX182" fmla="*/ 2806309 w 4157903"/>
              <a:gd name="connsiteY182" fmla="*/ 2338127 h 2500803"/>
              <a:gd name="connsiteX183" fmla="*/ 2796679 w 4157903"/>
              <a:gd name="connsiteY183" fmla="*/ 2336894 h 2500803"/>
              <a:gd name="connsiteX184" fmla="*/ 2787015 w 4157903"/>
              <a:gd name="connsiteY184" fmla="*/ 2393716 h 2500803"/>
              <a:gd name="connsiteX185" fmla="*/ 2777327 w 4157903"/>
              <a:gd name="connsiteY185" fmla="*/ 2222514 h 2500803"/>
              <a:gd name="connsiteX186" fmla="*/ 2767605 w 4157903"/>
              <a:gd name="connsiteY186" fmla="*/ 2377119 h 2500803"/>
              <a:gd name="connsiteX187" fmla="*/ 2757859 w 4157903"/>
              <a:gd name="connsiteY187" fmla="*/ 2312374 h 2500803"/>
              <a:gd name="connsiteX188" fmla="*/ 2748081 w 4157903"/>
              <a:gd name="connsiteY188" fmla="*/ 2332239 h 2500803"/>
              <a:gd name="connsiteX189" fmla="*/ 2738277 w 4157903"/>
              <a:gd name="connsiteY189" fmla="*/ 2295314 h 2500803"/>
              <a:gd name="connsiteX190" fmla="*/ 2728443 w 4157903"/>
              <a:gd name="connsiteY190" fmla="*/ 2150070 h 2500803"/>
              <a:gd name="connsiteX191" fmla="*/ 2718581 w 4157903"/>
              <a:gd name="connsiteY191" fmla="*/ 2287523 h 2500803"/>
              <a:gd name="connsiteX192" fmla="*/ 2708688 w 4157903"/>
              <a:gd name="connsiteY192" fmla="*/ 2064825 h 2500803"/>
              <a:gd name="connsiteX193" fmla="*/ 2698762 w 4157903"/>
              <a:gd name="connsiteY193" fmla="*/ 2201882 h 2500803"/>
              <a:gd name="connsiteX194" fmla="*/ 2688812 w 4157903"/>
              <a:gd name="connsiteY194" fmla="*/ 2354790 h 2500803"/>
              <a:gd name="connsiteX195" fmla="*/ 2678828 w 4157903"/>
              <a:gd name="connsiteY195" fmla="*/ 2200086 h 2500803"/>
              <a:gd name="connsiteX196" fmla="*/ 2668812 w 4157903"/>
              <a:gd name="connsiteY196" fmla="*/ 2153577 h 2500803"/>
              <a:gd name="connsiteX197" fmla="*/ 2658763 w 4157903"/>
              <a:gd name="connsiteY197" fmla="*/ 2224962 h 2500803"/>
              <a:gd name="connsiteX198" fmla="*/ 2648689 w 4157903"/>
              <a:gd name="connsiteY198" fmla="*/ 1765192 h 2500803"/>
              <a:gd name="connsiteX199" fmla="*/ 2638583 w 4157903"/>
              <a:gd name="connsiteY199" fmla="*/ 1997111 h 2500803"/>
              <a:gd name="connsiteX200" fmla="*/ 2628444 w 4157903"/>
              <a:gd name="connsiteY200" fmla="*/ 2150666 h 2500803"/>
              <a:gd name="connsiteX201" fmla="*/ 2618272 w 4157903"/>
              <a:gd name="connsiteY201" fmla="*/ 1800677 h 2500803"/>
              <a:gd name="connsiteX202" fmla="*/ 2608059 w 4157903"/>
              <a:gd name="connsiteY202" fmla="*/ 1976560 h 2500803"/>
              <a:gd name="connsiteX203" fmla="*/ 2597821 w 4157903"/>
              <a:gd name="connsiteY203" fmla="*/ 1494544 h 2500803"/>
              <a:gd name="connsiteX204" fmla="*/ 2592485 w 4157903"/>
              <a:gd name="connsiteY204" fmla="*/ 1807749 h 2500803"/>
              <a:gd name="connsiteX205" fmla="*/ 2587559 w 4157903"/>
              <a:gd name="connsiteY205" fmla="*/ 2096862 h 2500803"/>
              <a:gd name="connsiteX206" fmla="*/ 2577247 w 4157903"/>
              <a:gd name="connsiteY206" fmla="*/ 2102982 h 2500803"/>
              <a:gd name="connsiteX207" fmla="*/ 2566912 w 4157903"/>
              <a:gd name="connsiteY207" fmla="*/ 1957804 h 2500803"/>
              <a:gd name="connsiteX208" fmla="*/ 2556543 w 4157903"/>
              <a:gd name="connsiteY208" fmla="*/ 2183911 h 2500803"/>
              <a:gd name="connsiteX209" fmla="*/ 2546142 w 4157903"/>
              <a:gd name="connsiteY209" fmla="*/ 2204280 h 2500803"/>
              <a:gd name="connsiteX210" fmla="*/ 2535699 w 4157903"/>
              <a:gd name="connsiteY210" fmla="*/ 2236953 h 2500803"/>
              <a:gd name="connsiteX211" fmla="*/ 2525225 w 4157903"/>
              <a:gd name="connsiteY211" fmla="*/ 1876867 h 2500803"/>
              <a:gd name="connsiteX212" fmla="*/ 2514716 w 4157903"/>
              <a:gd name="connsiteY212" fmla="*/ 2029173 h 2500803"/>
              <a:gd name="connsiteX213" fmla="*/ 2504175 w 4157903"/>
              <a:gd name="connsiteY213" fmla="*/ 2042777 h 2500803"/>
              <a:gd name="connsiteX214" fmla="*/ 2493594 w 4157903"/>
              <a:gd name="connsiteY214" fmla="*/ 2148367 h 2500803"/>
              <a:gd name="connsiteX215" fmla="*/ 2482979 w 4157903"/>
              <a:gd name="connsiteY215" fmla="*/ 2006183 h 2500803"/>
              <a:gd name="connsiteX216" fmla="*/ 2472323 w 4157903"/>
              <a:gd name="connsiteY216" fmla="*/ 2036947 h 2500803"/>
              <a:gd name="connsiteX217" fmla="*/ 2461635 w 4157903"/>
              <a:gd name="connsiteY217" fmla="*/ 1933028 h 2500803"/>
              <a:gd name="connsiteX218" fmla="*/ 2450905 w 4157903"/>
              <a:gd name="connsiteY218" fmla="*/ 1925238 h 2500803"/>
              <a:gd name="connsiteX219" fmla="*/ 2440143 w 4157903"/>
              <a:gd name="connsiteY219" fmla="*/ 1929043 h 2500803"/>
              <a:gd name="connsiteX220" fmla="*/ 2429340 w 4157903"/>
              <a:gd name="connsiteY220" fmla="*/ 1906341 h 2500803"/>
              <a:gd name="connsiteX221" fmla="*/ 2418504 w 4157903"/>
              <a:gd name="connsiteY221" fmla="*/ 1842159 h 2500803"/>
              <a:gd name="connsiteX222" fmla="*/ 2407627 w 4157903"/>
              <a:gd name="connsiteY222" fmla="*/ 1910278 h 2500803"/>
              <a:gd name="connsiteX223" fmla="*/ 2396709 w 4157903"/>
              <a:gd name="connsiteY223" fmla="*/ 1984533 h 2500803"/>
              <a:gd name="connsiteX224" fmla="*/ 2385758 w 4157903"/>
              <a:gd name="connsiteY224" fmla="*/ 1999295 h 2500803"/>
              <a:gd name="connsiteX225" fmla="*/ 2374759 w 4157903"/>
              <a:gd name="connsiteY225" fmla="*/ 1854803 h 2500803"/>
              <a:gd name="connsiteX226" fmla="*/ 2369243 w 4157903"/>
              <a:gd name="connsiteY226" fmla="*/ 1524328 h 2500803"/>
              <a:gd name="connsiteX227" fmla="*/ 2363726 w 4157903"/>
              <a:gd name="connsiteY227" fmla="*/ 1193852 h 2500803"/>
              <a:gd name="connsiteX228" fmla="*/ 2352652 w 4157903"/>
              <a:gd name="connsiteY228" fmla="*/ 1503625 h 2500803"/>
              <a:gd name="connsiteX229" fmla="*/ 2341538 w 4157903"/>
              <a:gd name="connsiteY229" fmla="*/ 1969862 h 2500803"/>
              <a:gd name="connsiteX230" fmla="*/ 2330382 w 4157903"/>
              <a:gd name="connsiteY230" fmla="*/ 1808674 h 2500803"/>
              <a:gd name="connsiteX231" fmla="*/ 2319187 w 4157903"/>
              <a:gd name="connsiteY231" fmla="*/ 1678978 h 2500803"/>
              <a:gd name="connsiteX232" fmla="*/ 2307949 w 4157903"/>
              <a:gd name="connsiteY232" fmla="*/ 1908508 h 2500803"/>
              <a:gd name="connsiteX233" fmla="*/ 2296662 w 4157903"/>
              <a:gd name="connsiteY233" fmla="*/ 1695253 h 2500803"/>
              <a:gd name="connsiteX234" fmla="*/ 2285335 w 4157903"/>
              <a:gd name="connsiteY234" fmla="*/ 1772171 h 2500803"/>
              <a:gd name="connsiteX235" fmla="*/ 2273973 w 4157903"/>
              <a:gd name="connsiteY235" fmla="*/ 1987476 h 2500803"/>
              <a:gd name="connsiteX236" fmla="*/ 2262556 w 4157903"/>
              <a:gd name="connsiteY236" fmla="*/ 2018265 h 2500803"/>
              <a:gd name="connsiteX237" fmla="*/ 2251106 w 4157903"/>
              <a:gd name="connsiteY237" fmla="*/ 1994299 h 2500803"/>
              <a:gd name="connsiteX238" fmla="*/ 2239605 w 4157903"/>
              <a:gd name="connsiteY238" fmla="*/ 2022218 h 2500803"/>
              <a:gd name="connsiteX239" fmla="*/ 2228056 w 4157903"/>
              <a:gd name="connsiteY239" fmla="*/ 2194315 h 2500803"/>
              <a:gd name="connsiteX240" fmla="*/ 2204836 w 4157903"/>
              <a:gd name="connsiteY240" fmla="*/ 2332496 h 2500803"/>
              <a:gd name="connsiteX241" fmla="*/ 2193148 w 4157903"/>
              <a:gd name="connsiteY241" fmla="*/ 2156810 h 2500803"/>
              <a:gd name="connsiteX242" fmla="*/ 2181417 w 4157903"/>
              <a:gd name="connsiteY242" fmla="*/ 2303079 h 2500803"/>
              <a:gd name="connsiteX243" fmla="*/ 2169647 w 4157903"/>
              <a:gd name="connsiteY243" fmla="*/ 2344403 h 2500803"/>
              <a:gd name="connsiteX244" fmla="*/ 2157820 w 4157903"/>
              <a:gd name="connsiteY244" fmla="*/ 2302814 h 2500803"/>
              <a:gd name="connsiteX245" fmla="*/ 2145951 w 4157903"/>
              <a:gd name="connsiteY245" fmla="*/ 2438613 h 2500803"/>
              <a:gd name="connsiteX246" fmla="*/ 2134025 w 4157903"/>
              <a:gd name="connsiteY246" fmla="*/ 2346306 h 2500803"/>
              <a:gd name="connsiteX247" fmla="*/ 2122058 w 4157903"/>
              <a:gd name="connsiteY247" fmla="*/ 2398720 h 2500803"/>
              <a:gd name="connsiteX248" fmla="*/ 2110033 w 4157903"/>
              <a:gd name="connsiteY248" fmla="*/ 2324126 h 2500803"/>
              <a:gd name="connsiteX249" fmla="*/ 2097968 w 4157903"/>
              <a:gd name="connsiteY249" fmla="*/ 2281503 h 2500803"/>
              <a:gd name="connsiteX250" fmla="*/ 2085846 w 4157903"/>
              <a:gd name="connsiteY250" fmla="*/ 2333479 h 2500803"/>
              <a:gd name="connsiteX251" fmla="*/ 2073674 w 4157903"/>
              <a:gd name="connsiteY251" fmla="*/ 2295438 h 2500803"/>
              <a:gd name="connsiteX252" fmla="*/ 2061444 w 4157903"/>
              <a:gd name="connsiteY252" fmla="*/ 2124740 h 2500803"/>
              <a:gd name="connsiteX253" fmla="*/ 2049166 w 4157903"/>
              <a:gd name="connsiteY253" fmla="*/ 2205056 h 2500803"/>
              <a:gd name="connsiteX254" fmla="*/ 2036838 w 4157903"/>
              <a:gd name="connsiteY254" fmla="*/ 2327210 h 2500803"/>
              <a:gd name="connsiteX255" fmla="*/ 2024453 w 4157903"/>
              <a:gd name="connsiteY255" fmla="*/ 2438862 h 2500803"/>
              <a:gd name="connsiteX256" fmla="*/ 2012010 w 4157903"/>
              <a:gd name="connsiteY256" fmla="*/ 2265104 h 2500803"/>
              <a:gd name="connsiteX257" fmla="*/ 1999519 w 4157903"/>
              <a:gd name="connsiteY257" fmla="*/ 2283438 h 2500803"/>
              <a:gd name="connsiteX258" fmla="*/ 1974364 w 4157903"/>
              <a:gd name="connsiteY258" fmla="*/ 1982192 h 2500803"/>
              <a:gd name="connsiteX259" fmla="*/ 1961700 w 4157903"/>
              <a:gd name="connsiteY259" fmla="*/ 2016356 h 2500803"/>
              <a:gd name="connsiteX260" fmla="*/ 1948979 w 4157903"/>
              <a:gd name="connsiteY260" fmla="*/ 1965437 h 2500803"/>
              <a:gd name="connsiteX261" fmla="*/ 1936192 w 4157903"/>
              <a:gd name="connsiteY261" fmla="*/ 2019258 h 2500803"/>
              <a:gd name="connsiteX262" fmla="*/ 1923357 w 4157903"/>
              <a:gd name="connsiteY262" fmla="*/ 1873022 h 2500803"/>
              <a:gd name="connsiteX263" fmla="*/ 1910463 w 4157903"/>
              <a:gd name="connsiteY263" fmla="*/ 1515789 h 2500803"/>
              <a:gd name="connsiteX264" fmla="*/ 1897504 w 4157903"/>
              <a:gd name="connsiteY264" fmla="*/ 1303552 h 2500803"/>
              <a:gd name="connsiteX265" fmla="*/ 1884480 w 4157903"/>
              <a:gd name="connsiteY265" fmla="*/ 1005945 h 2500803"/>
              <a:gd name="connsiteX266" fmla="*/ 1871406 w 4157903"/>
              <a:gd name="connsiteY266" fmla="*/ 1002769 h 2500803"/>
              <a:gd name="connsiteX267" fmla="*/ 1858259 w 4157903"/>
              <a:gd name="connsiteY267" fmla="*/ 1032532 h 2500803"/>
              <a:gd name="connsiteX268" fmla="*/ 1845054 w 4157903"/>
              <a:gd name="connsiteY268" fmla="*/ 1581378 h 2500803"/>
              <a:gd name="connsiteX269" fmla="*/ 1831784 w 4157903"/>
              <a:gd name="connsiteY269" fmla="*/ 1555178 h 2500803"/>
              <a:gd name="connsiteX270" fmla="*/ 1818448 w 4157903"/>
              <a:gd name="connsiteY270" fmla="*/ 1084657 h 2500803"/>
              <a:gd name="connsiteX271" fmla="*/ 1805055 w 4157903"/>
              <a:gd name="connsiteY271" fmla="*/ 922534 h 2500803"/>
              <a:gd name="connsiteX272" fmla="*/ 1791588 w 4157903"/>
              <a:gd name="connsiteY272" fmla="*/ 934344 h 2500803"/>
              <a:gd name="connsiteX273" fmla="*/ 1778056 w 4157903"/>
              <a:gd name="connsiteY273" fmla="*/ 1533346 h 2500803"/>
              <a:gd name="connsiteX274" fmla="*/ 1764457 w 4157903"/>
              <a:gd name="connsiteY274" fmla="*/ 2033350 h 2500803"/>
              <a:gd name="connsiteX275" fmla="*/ 1750785 w 4157903"/>
              <a:gd name="connsiteY275" fmla="*/ 1959906 h 2500803"/>
              <a:gd name="connsiteX276" fmla="*/ 1737047 w 4157903"/>
              <a:gd name="connsiteY276" fmla="*/ 1814265 h 2500803"/>
              <a:gd name="connsiteX277" fmla="*/ 1723236 w 4157903"/>
              <a:gd name="connsiteY277" fmla="*/ 1720865 h 2500803"/>
              <a:gd name="connsiteX278" fmla="*/ 1709359 w 4157903"/>
              <a:gd name="connsiteY278" fmla="*/ 1743673 h 2500803"/>
              <a:gd name="connsiteX279" fmla="*/ 1695409 w 4157903"/>
              <a:gd name="connsiteY279" fmla="*/ 1937667 h 2500803"/>
              <a:gd name="connsiteX280" fmla="*/ 1681384 w 4157903"/>
              <a:gd name="connsiteY280" fmla="*/ 2021780 h 2500803"/>
              <a:gd name="connsiteX281" fmla="*/ 1667295 w 4157903"/>
              <a:gd name="connsiteY281" fmla="*/ 2148003 h 2500803"/>
              <a:gd name="connsiteX282" fmla="*/ 1653123 w 4157903"/>
              <a:gd name="connsiteY282" fmla="*/ 2252104 h 2500803"/>
              <a:gd name="connsiteX283" fmla="*/ 1638878 w 4157903"/>
              <a:gd name="connsiteY283" fmla="*/ 2284695 h 2500803"/>
              <a:gd name="connsiteX284" fmla="*/ 1624557 w 4157903"/>
              <a:gd name="connsiteY284" fmla="*/ 2263343 h 2500803"/>
              <a:gd name="connsiteX285" fmla="*/ 1610157 w 4157903"/>
              <a:gd name="connsiteY285" fmla="*/ 2261142 h 2500803"/>
              <a:gd name="connsiteX286" fmla="*/ 1595681 w 4157903"/>
              <a:gd name="connsiteY286" fmla="*/ 2405584 h 2500803"/>
              <a:gd name="connsiteX287" fmla="*/ 1581132 w 4157903"/>
              <a:gd name="connsiteY287" fmla="*/ 2354385 h 2500803"/>
              <a:gd name="connsiteX288" fmla="*/ 1566493 w 4157903"/>
              <a:gd name="connsiteY288" fmla="*/ 2287416 h 2500803"/>
              <a:gd name="connsiteX289" fmla="*/ 1551780 w 4157903"/>
              <a:gd name="connsiteY289" fmla="*/ 2266031 h 2500803"/>
              <a:gd name="connsiteX290" fmla="*/ 1536994 w 4157903"/>
              <a:gd name="connsiteY290" fmla="*/ 2102147 h 2500803"/>
              <a:gd name="connsiteX291" fmla="*/ 1522117 w 4157903"/>
              <a:gd name="connsiteY291" fmla="*/ 2085789 h 2500803"/>
              <a:gd name="connsiteX292" fmla="*/ 1507158 w 4157903"/>
              <a:gd name="connsiteY292" fmla="*/ 1994638 h 2500803"/>
              <a:gd name="connsiteX293" fmla="*/ 1492109 w 4157903"/>
              <a:gd name="connsiteY293" fmla="*/ 1915132 h 2500803"/>
              <a:gd name="connsiteX294" fmla="*/ 1476986 w 4157903"/>
              <a:gd name="connsiteY294" fmla="*/ 2046804 h 2500803"/>
              <a:gd name="connsiteX295" fmla="*/ 1461773 w 4157903"/>
              <a:gd name="connsiteY295" fmla="*/ 2065354 h 2500803"/>
              <a:gd name="connsiteX296" fmla="*/ 1446478 w 4157903"/>
              <a:gd name="connsiteY296" fmla="*/ 1943192 h 2500803"/>
              <a:gd name="connsiteX297" fmla="*/ 1431093 w 4157903"/>
              <a:gd name="connsiteY297" fmla="*/ 2086773 h 2500803"/>
              <a:gd name="connsiteX298" fmla="*/ 1415619 w 4157903"/>
              <a:gd name="connsiteY298" fmla="*/ 2046738 h 2500803"/>
              <a:gd name="connsiteX299" fmla="*/ 1400061 w 4157903"/>
              <a:gd name="connsiteY299" fmla="*/ 2099682 h 2500803"/>
              <a:gd name="connsiteX300" fmla="*/ 1384406 w 4157903"/>
              <a:gd name="connsiteY300" fmla="*/ 2237169 h 2500803"/>
              <a:gd name="connsiteX301" fmla="*/ 1368669 w 4157903"/>
              <a:gd name="connsiteY301" fmla="*/ 2345313 h 2500803"/>
              <a:gd name="connsiteX302" fmla="*/ 1352840 w 4157903"/>
              <a:gd name="connsiteY302" fmla="*/ 2297258 h 2500803"/>
              <a:gd name="connsiteX303" fmla="*/ 1336922 w 4157903"/>
              <a:gd name="connsiteY303" fmla="*/ 2383652 h 2500803"/>
              <a:gd name="connsiteX304" fmla="*/ 1320907 w 4157903"/>
              <a:gd name="connsiteY304" fmla="*/ 2365889 h 2500803"/>
              <a:gd name="connsiteX305" fmla="*/ 1304800 w 4157903"/>
              <a:gd name="connsiteY305" fmla="*/ 2441872 h 2500803"/>
              <a:gd name="connsiteX306" fmla="*/ 1288604 w 4157903"/>
              <a:gd name="connsiteY306" fmla="*/ 2469468 h 2500803"/>
              <a:gd name="connsiteX307" fmla="*/ 1272317 w 4157903"/>
              <a:gd name="connsiteY307" fmla="*/ 2446148 h 2500803"/>
              <a:gd name="connsiteX308" fmla="*/ 1255932 w 4157903"/>
              <a:gd name="connsiteY308" fmla="*/ 2223771 h 2500803"/>
              <a:gd name="connsiteX309" fmla="*/ 1239457 w 4157903"/>
              <a:gd name="connsiteY309" fmla="*/ 1847320 h 2500803"/>
              <a:gd name="connsiteX310" fmla="*/ 1222891 w 4157903"/>
              <a:gd name="connsiteY310" fmla="*/ 1916605 h 2500803"/>
              <a:gd name="connsiteX311" fmla="*/ 1206229 w 4157903"/>
              <a:gd name="connsiteY311" fmla="*/ 2237904 h 2500803"/>
              <a:gd name="connsiteX312" fmla="*/ 1198187 w 4157903"/>
              <a:gd name="connsiteY312" fmla="*/ 1890372 h 2500803"/>
              <a:gd name="connsiteX313" fmla="*/ 1189475 w 4157903"/>
              <a:gd name="connsiteY313" fmla="*/ 1513878 h 2500803"/>
              <a:gd name="connsiteX314" fmla="*/ 1172622 w 4157903"/>
              <a:gd name="connsiteY314" fmla="*/ 1986063 h 2500803"/>
              <a:gd name="connsiteX315" fmla="*/ 1155680 w 4157903"/>
              <a:gd name="connsiteY315" fmla="*/ 2159663 h 2500803"/>
              <a:gd name="connsiteX316" fmla="*/ 1138647 w 4157903"/>
              <a:gd name="connsiteY316" fmla="*/ 1673156 h 2500803"/>
              <a:gd name="connsiteX317" fmla="*/ 1121525 w 4157903"/>
              <a:gd name="connsiteY317" fmla="*/ 2236474 h 2500803"/>
              <a:gd name="connsiteX318" fmla="*/ 1104304 w 4157903"/>
              <a:gd name="connsiteY318" fmla="*/ 2243628 h 2500803"/>
              <a:gd name="connsiteX319" fmla="*/ 1087000 w 4157903"/>
              <a:gd name="connsiteY319" fmla="*/ 2150848 h 2500803"/>
              <a:gd name="connsiteX320" fmla="*/ 1069607 w 4157903"/>
              <a:gd name="connsiteY320" fmla="*/ 2128652 h 2500803"/>
              <a:gd name="connsiteX321" fmla="*/ 1052123 w 4157903"/>
              <a:gd name="connsiteY321" fmla="*/ 2129429 h 2500803"/>
              <a:gd name="connsiteX322" fmla="*/ 1034567 w 4157903"/>
              <a:gd name="connsiteY322" fmla="*/ 2139278 h 2500803"/>
              <a:gd name="connsiteX323" fmla="*/ 1016912 w 4157903"/>
              <a:gd name="connsiteY323" fmla="*/ 2256296 h 2500803"/>
              <a:gd name="connsiteX324" fmla="*/ 999190 w 4157903"/>
              <a:gd name="connsiteY324" fmla="*/ 2325846 h 2500803"/>
              <a:gd name="connsiteX325" fmla="*/ 981379 w 4157903"/>
              <a:gd name="connsiteY325" fmla="*/ 2295761 h 2500803"/>
              <a:gd name="connsiteX326" fmla="*/ 963502 w 4157903"/>
              <a:gd name="connsiteY326" fmla="*/ 2359455 h 2500803"/>
              <a:gd name="connsiteX327" fmla="*/ 945552 w 4157903"/>
              <a:gd name="connsiteY327" fmla="*/ 2394146 h 2500803"/>
              <a:gd name="connsiteX328" fmla="*/ 927535 w 4157903"/>
              <a:gd name="connsiteY328" fmla="*/ 2275375 h 2500803"/>
              <a:gd name="connsiteX329" fmla="*/ 909454 w 4157903"/>
              <a:gd name="connsiteY329" fmla="*/ 2244983 h 2500803"/>
              <a:gd name="connsiteX330" fmla="*/ 891315 w 4157903"/>
              <a:gd name="connsiteY330" fmla="*/ 2378541 h 2500803"/>
              <a:gd name="connsiteX331" fmla="*/ 873127 w 4157903"/>
              <a:gd name="connsiteY331" fmla="*/ 2366136 h 2500803"/>
              <a:gd name="connsiteX332" fmla="*/ 854890 w 4157903"/>
              <a:gd name="connsiteY332" fmla="*/ 2294255 h 2500803"/>
              <a:gd name="connsiteX333" fmla="*/ 836620 w 4157903"/>
              <a:gd name="connsiteY333" fmla="*/ 2422099 h 2500803"/>
              <a:gd name="connsiteX334" fmla="*/ 818308 w 4157903"/>
              <a:gd name="connsiteY334" fmla="*/ 2216212 h 2500803"/>
              <a:gd name="connsiteX335" fmla="*/ 799972 w 4157903"/>
              <a:gd name="connsiteY335" fmla="*/ 2307719 h 2500803"/>
              <a:gd name="connsiteX336" fmla="*/ 781620 w 4157903"/>
              <a:gd name="connsiteY336" fmla="*/ 2375945 h 2500803"/>
              <a:gd name="connsiteX337" fmla="*/ 763259 w 4157903"/>
              <a:gd name="connsiteY337" fmla="*/ 2394015 h 2500803"/>
              <a:gd name="connsiteX338" fmla="*/ 744900 w 4157903"/>
              <a:gd name="connsiteY338" fmla="*/ 2456063 h 2500803"/>
              <a:gd name="connsiteX339" fmla="*/ 726547 w 4157903"/>
              <a:gd name="connsiteY339" fmla="*/ 2444295 h 2500803"/>
              <a:gd name="connsiteX340" fmla="*/ 708219 w 4157903"/>
              <a:gd name="connsiteY340" fmla="*/ 2418750 h 2500803"/>
              <a:gd name="connsiteX341" fmla="*/ 689925 w 4157903"/>
              <a:gd name="connsiteY341" fmla="*/ 2380559 h 2500803"/>
              <a:gd name="connsiteX342" fmla="*/ 671679 w 4157903"/>
              <a:gd name="connsiteY342" fmla="*/ 2055124 h 2500803"/>
              <a:gd name="connsiteX343" fmla="*/ 653483 w 4157903"/>
              <a:gd name="connsiteY343" fmla="*/ 2265807 h 2500803"/>
              <a:gd name="connsiteX344" fmla="*/ 635360 w 4157903"/>
              <a:gd name="connsiteY344" fmla="*/ 2095092 h 2500803"/>
              <a:gd name="connsiteX345" fmla="*/ 617328 w 4157903"/>
              <a:gd name="connsiteY345" fmla="*/ 2106646 h 2500803"/>
              <a:gd name="connsiteX346" fmla="*/ 599385 w 4157903"/>
              <a:gd name="connsiteY346" fmla="*/ 2081157 h 2500803"/>
              <a:gd name="connsiteX347" fmla="*/ 581557 w 4157903"/>
              <a:gd name="connsiteY347" fmla="*/ 2344428 h 2500803"/>
              <a:gd name="connsiteX348" fmla="*/ 563853 w 4157903"/>
              <a:gd name="connsiteY348" fmla="*/ 2380460 h 2500803"/>
              <a:gd name="connsiteX349" fmla="*/ 546287 w 4157903"/>
              <a:gd name="connsiteY349" fmla="*/ 2443262 h 2500803"/>
              <a:gd name="connsiteX350" fmla="*/ 528887 w 4157903"/>
              <a:gd name="connsiteY350" fmla="*/ 2445775 h 2500803"/>
              <a:gd name="connsiteX351" fmla="*/ 511648 w 4157903"/>
              <a:gd name="connsiteY351" fmla="*/ 2451127 h 2500803"/>
              <a:gd name="connsiteX352" fmla="*/ 494601 w 4157903"/>
              <a:gd name="connsiteY352" fmla="*/ 2448017 h 2500803"/>
              <a:gd name="connsiteX353" fmla="*/ 477747 w 4157903"/>
              <a:gd name="connsiteY353" fmla="*/ 2386208 h 2500803"/>
              <a:gd name="connsiteX354" fmla="*/ 461101 w 4157903"/>
              <a:gd name="connsiteY354" fmla="*/ 2350176 h 2500803"/>
              <a:gd name="connsiteX355" fmla="*/ 444682 w 4157903"/>
              <a:gd name="connsiteY355" fmla="*/ 2387068 h 2500803"/>
              <a:gd name="connsiteX356" fmla="*/ 428501 w 4157903"/>
              <a:gd name="connsiteY356" fmla="*/ 2296265 h 2500803"/>
              <a:gd name="connsiteX357" fmla="*/ 412566 w 4157903"/>
              <a:gd name="connsiteY357" fmla="*/ 2329625 h 2500803"/>
              <a:gd name="connsiteX358" fmla="*/ 396890 w 4157903"/>
              <a:gd name="connsiteY358" fmla="*/ 2316724 h 2500803"/>
              <a:gd name="connsiteX359" fmla="*/ 381486 w 4157903"/>
              <a:gd name="connsiteY359" fmla="*/ 2333380 h 2500803"/>
              <a:gd name="connsiteX360" fmla="*/ 366357 w 4157903"/>
              <a:gd name="connsiteY360" fmla="*/ 2388457 h 2500803"/>
              <a:gd name="connsiteX361" fmla="*/ 351512 w 4157903"/>
              <a:gd name="connsiteY361" fmla="*/ 2398307 h 2500803"/>
              <a:gd name="connsiteX362" fmla="*/ 336958 w 4157903"/>
              <a:gd name="connsiteY362" fmla="*/ 2394519 h 2500803"/>
              <a:gd name="connsiteX363" fmla="*/ 322698 w 4157903"/>
              <a:gd name="connsiteY363" fmla="*/ 2382594 h 2500803"/>
              <a:gd name="connsiteX364" fmla="*/ 308744 w 4157903"/>
              <a:gd name="connsiteY364" fmla="*/ 2379261 h 2500803"/>
              <a:gd name="connsiteX365" fmla="*/ 295093 w 4157903"/>
              <a:gd name="connsiteY365" fmla="*/ 2369793 h 2500803"/>
              <a:gd name="connsiteX366" fmla="*/ 255970 w 4157903"/>
              <a:gd name="connsiteY366" fmla="*/ 2348192 h 2500803"/>
              <a:gd name="connsiteX367" fmla="*/ 243538 w 4157903"/>
              <a:gd name="connsiteY367" fmla="*/ 2318296 h 2500803"/>
              <a:gd name="connsiteX368" fmla="*/ 231416 w 4157903"/>
              <a:gd name="connsiteY368" fmla="*/ 2297993 h 2500803"/>
              <a:gd name="connsiteX369" fmla="*/ 219591 w 4157903"/>
              <a:gd name="connsiteY369" fmla="*/ 2261639 h 2500803"/>
              <a:gd name="connsiteX370" fmla="*/ 208060 w 4157903"/>
              <a:gd name="connsiteY370" fmla="*/ 2286548 h 2500803"/>
              <a:gd name="connsiteX371" fmla="*/ 196832 w 4157903"/>
              <a:gd name="connsiteY371" fmla="*/ 2287474 h 2500803"/>
              <a:gd name="connsiteX372" fmla="*/ 185891 w 4157903"/>
              <a:gd name="connsiteY372" fmla="*/ 2265385 h 2500803"/>
              <a:gd name="connsiteX373" fmla="*/ 175231 w 4157903"/>
              <a:gd name="connsiteY373" fmla="*/ 2271554 h 2500803"/>
              <a:gd name="connsiteX374" fmla="*/ 164850 w 4157903"/>
              <a:gd name="connsiteY374" fmla="*/ 2281213 h 2500803"/>
              <a:gd name="connsiteX375" fmla="*/ 154742 w 4157903"/>
              <a:gd name="connsiteY375" fmla="*/ 2270355 h 2500803"/>
              <a:gd name="connsiteX376" fmla="*/ 144903 w 4157903"/>
              <a:gd name="connsiteY376" fmla="*/ 2261912 h 2500803"/>
              <a:gd name="connsiteX377" fmla="*/ 135322 w 4157903"/>
              <a:gd name="connsiteY377" fmla="*/ 2251855 h 2500803"/>
              <a:gd name="connsiteX378" fmla="*/ 125998 w 4157903"/>
              <a:gd name="connsiteY378" fmla="*/ 2240650 h 2500803"/>
              <a:gd name="connsiteX379" fmla="*/ 108077 w 4157903"/>
              <a:gd name="connsiteY379" fmla="*/ 2214683 h 2500803"/>
              <a:gd name="connsiteX380" fmla="*/ 99474 w 4157903"/>
              <a:gd name="connsiteY380" fmla="*/ 2211739 h 2500803"/>
              <a:gd name="connsiteX381" fmla="*/ 82945 w 4157903"/>
              <a:gd name="connsiteY381" fmla="*/ 2189782 h 2500803"/>
              <a:gd name="connsiteX382" fmla="*/ 75003 w 4157903"/>
              <a:gd name="connsiteY382" fmla="*/ 2181579 h 2500803"/>
              <a:gd name="connsiteX383" fmla="*/ 52402 w 4157903"/>
              <a:gd name="connsiteY383" fmla="*/ 2151096 h 2500803"/>
              <a:gd name="connsiteX384" fmla="*/ 38283 w 4157903"/>
              <a:gd name="connsiteY384" fmla="*/ 2130396 h 2500803"/>
              <a:gd name="connsiteX385" fmla="*/ 31498 w 4157903"/>
              <a:gd name="connsiteY385" fmla="*/ 2116916 h 2500803"/>
              <a:gd name="connsiteX386" fmla="*/ 24873 w 4157903"/>
              <a:gd name="connsiteY386" fmla="*/ 2097921 h 2500803"/>
              <a:gd name="connsiteX387" fmla="*/ 18421 w 4157903"/>
              <a:gd name="connsiteY387" fmla="*/ 2091040 h 2500803"/>
              <a:gd name="connsiteX388" fmla="*/ 12132 w 4157903"/>
              <a:gd name="connsiteY388" fmla="*/ 2089981 h 2500803"/>
              <a:gd name="connsiteX389" fmla="*/ 0 w 4157903"/>
              <a:gd name="connsiteY389" fmla="*/ 2069150 h 2500803"/>
              <a:gd name="connsiteX390" fmla="*/ 0 w 4157903"/>
              <a:gd name="connsiteY390" fmla="*/ 2069150 h 2500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</a:cxnLst>
            <a:rect l="l" t="t" r="r" b="b"/>
            <a:pathLst>
              <a:path w="4157903" h="2500803" extrusionOk="0">
                <a:moveTo>
                  <a:pt x="4157903" y="2307263"/>
                </a:moveTo>
                <a:cubicBezTo>
                  <a:pt x="4149843" y="2250227"/>
                  <a:pt x="4174669" y="2188310"/>
                  <a:pt x="4151165" y="2129602"/>
                </a:cubicBezTo>
                <a:cubicBezTo>
                  <a:pt x="4150129" y="2207800"/>
                  <a:pt x="4127391" y="2276949"/>
                  <a:pt x="4144411" y="2342212"/>
                </a:cubicBezTo>
                <a:cubicBezTo>
                  <a:pt x="4135928" y="2214538"/>
                  <a:pt x="4160759" y="2165252"/>
                  <a:pt x="4137641" y="2030323"/>
                </a:cubicBezTo>
                <a:cubicBezTo>
                  <a:pt x="4134732" y="2083852"/>
                  <a:pt x="4109365" y="2139646"/>
                  <a:pt x="4124084" y="2185283"/>
                </a:cubicBezTo>
                <a:cubicBezTo>
                  <a:pt x="4112675" y="2132783"/>
                  <a:pt x="4127572" y="2078586"/>
                  <a:pt x="4117289" y="2045771"/>
                </a:cubicBezTo>
                <a:cubicBezTo>
                  <a:pt x="4115665" y="2086911"/>
                  <a:pt x="4113099" y="2099979"/>
                  <a:pt x="4110478" y="2139551"/>
                </a:cubicBezTo>
                <a:cubicBezTo>
                  <a:pt x="4087221" y="2076025"/>
                  <a:pt x="4110616" y="2037235"/>
                  <a:pt x="4103659" y="1951528"/>
                </a:cubicBezTo>
                <a:cubicBezTo>
                  <a:pt x="4104424" y="1970064"/>
                  <a:pt x="4098669" y="1991974"/>
                  <a:pt x="4096831" y="2027627"/>
                </a:cubicBezTo>
                <a:cubicBezTo>
                  <a:pt x="4092046" y="2013895"/>
                  <a:pt x="4093354" y="2002265"/>
                  <a:pt x="4089986" y="1991520"/>
                </a:cubicBezTo>
                <a:cubicBezTo>
                  <a:pt x="4075748" y="1884016"/>
                  <a:pt x="4108234" y="1849614"/>
                  <a:pt x="4083135" y="1723868"/>
                </a:cubicBezTo>
                <a:cubicBezTo>
                  <a:pt x="4087267" y="1789218"/>
                  <a:pt x="4064300" y="1818061"/>
                  <a:pt x="4076273" y="1894185"/>
                </a:cubicBezTo>
                <a:cubicBezTo>
                  <a:pt x="4076054" y="1999007"/>
                  <a:pt x="4055188" y="2034603"/>
                  <a:pt x="4062512" y="2113145"/>
                </a:cubicBezTo>
                <a:cubicBezTo>
                  <a:pt x="4060617" y="2116721"/>
                  <a:pt x="4057830" y="2117818"/>
                  <a:pt x="4055618" y="2123243"/>
                </a:cubicBezTo>
                <a:cubicBezTo>
                  <a:pt x="4043176" y="2053727"/>
                  <a:pt x="4086244" y="1935185"/>
                  <a:pt x="4048708" y="1825785"/>
                </a:cubicBezTo>
                <a:cubicBezTo>
                  <a:pt x="4042428" y="1815526"/>
                  <a:pt x="4045606" y="1802199"/>
                  <a:pt x="4041791" y="1783625"/>
                </a:cubicBezTo>
                <a:cubicBezTo>
                  <a:pt x="4080385" y="1894926"/>
                  <a:pt x="4003817" y="2047570"/>
                  <a:pt x="4034856" y="2259497"/>
                </a:cubicBezTo>
                <a:cubicBezTo>
                  <a:pt x="4030289" y="2250706"/>
                  <a:pt x="4033008" y="2244793"/>
                  <a:pt x="4027914" y="2232761"/>
                </a:cubicBezTo>
                <a:cubicBezTo>
                  <a:pt x="4022373" y="2190408"/>
                  <a:pt x="4025922" y="2129042"/>
                  <a:pt x="4020963" y="2061905"/>
                </a:cubicBezTo>
                <a:cubicBezTo>
                  <a:pt x="4021736" y="2075472"/>
                  <a:pt x="4015770" y="2089797"/>
                  <a:pt x="4013995" y="2106703"/>
                </a:cubicBezTo>
                <a:cubicBezTo>
                  <a:pt x="4012088" y="2100299"/>
                  <a:pt x="4011342" y="2085068"/>
                  <a:pt x="4007020" y="2076270"/>
                </a:cubicBezTo>
                <a:cubicBezTo>
                  <a:pt x="3999704" y="2058431"/>
                  <a:pt x="4006470" y="2032851"/>
                  <a:pt x="4000029" y="2020655"/>
                </a:cubicBezTo>
                <a:cubicBezTo>
                  <a:pt x="4007013" y="2060796"/>
                  <a:pt x="3994717" y="2115078"/>
                  <a:pt x="3993029" y="2188178"/>
                </a:cubicBezTo>
                <a:cubicBezTo>
                  <a:pt x="3990603" y="2229282"/>
                  <a:pt x="3976216" y="2250006"/>
                  <a:pt x="3986013" y="2297762"/>
                </a:cubicBezTo>
                <a:cubicBezTo>
                  <a:pt x="3984025" y="2301325"/>
                  <a:pt x="3981278" y="2302111"/>
                  <a:pt x="3978988" y="2307273"/>
                </a:cubicBezTo>
                <a:cubicBezTo>
                  <a:pt x="3976953" y="2336776"/>
                  <a:pt x="3973713" y="2365666"/>
                  <a:pt x="3971955" y="2390574"/>
                </a:cubicBezTo>
                <a:cubicBezTo>
                  <a:pt x="3953277" y="2340980"/>
                  <a:pt x="3977302" y="2269041"/>
                  <a:pt x="3964907" y="2204875"/>
                </a:cubicBezTo>
                <a:cubicBezTo>
                  <a:pt x="3975210" y="2260699"/>
                  <a:pt x="3945807" y="2370844"/>
                  <a:pt x="3957849" y="2430328"/>
                </a:cubicBezTo>
                <a:cubicBezTo>
                  <a:pt x="3955329" y="2435226"/>
                  <a:pt x="3953747" y="2435978"/>
                  <a:pt x="3950775" y="2442161"/>
                </a:cubicBezTo>
                <a:cubicBezTo>
                  <a:pt x="3947233" y="2433783"/>
                  <a:pt x="3948857" y="2428776"/>
                  <a:pt x="3943693" y="2421280"/>
                </a:cubicBezTo>
                <a:cubicBezTo>
                  <a:pt x="3927672" y="2346691"/>
                  <a:pt x="3953028" y="2329826"/>
                  <a:pt x="3936595" y="2265609"/>
                </a:cubicBezTo>
                <a:cubicBezTo>
                  <a:pt x="3919773" y="2100031"/>
                  <a:pt x="3943186" y="1931486"/>
                  <a:pt x="3929480" y="1675505"/>
                </a:cubicBezTo>
                <a:cubicBezTo>
                  <a:pt x="3933078" y="1790942"/>
                  <a:pt x="3886258" y="1971376"/>
                  <a:pt x="3925852" y="2096407"/>
                </a:cubicBezTo>
                <a:cubicBezTo>
                  <a:pt x="3965446" y="2221438"/>
                  <a:pt x="3900538" y="2365509"/>
                  <a:pt x="3922366" y="2500804"/>
                </a:cubicBezTo>
                <a:cubicBezTo>
                  <a:pt x="3913232" y="2474345"/>
                  <a:pt x="3924449" y="2413904"/>
                  <a:pt x="3915226" y="2384703"/>
                </a:cubicBezTo>
                <a:cubicBezTo>
                  <a:pt x="3908893" y="2353526"/>
                  <a:pt x="3912052" y="2303066"/>
                  <a:pt x="3908088" y="2241196"/>
                </a:cubicBezTo>
                <a:cubicBezTo>
                  <a:pt x="3923555" y="2289895"/>
                  <a:pt x="3887635" y="2372465"/>
                  <a:pt x="3900924" y="2434082"/>
                </a:cubicBezTo>
                <a:cubicBezTo>
                  <a:pt x="3896575" y="2422945"/>
                  <a:pt x="3901346" y="2406646"/>
                  <a:pt x="3893751" y="2391293"/>
                </a:cubicBezTo>
                <a:cubicBezTo>
                  <a:pt x="3896146" y="2435397"/>
                  <a:pt x="3885660" y="2440579"/>
                  <a:pt x="3886572" y="2479310"/>
                </a:cubicBezTo>
                <a:cubicBezTo>
                  <a:pt x="3882688" y="2475183"/>
                  <a:pt x="3881695" y="2469759"/>
                  <a:pt x="3879375" y="2467029"/>
                </a:cubicBezTo>
                <a:cubicBezTo>
                  <a:pt x="3854190" y="2277987"/>
                  <a:pt x="3925490" y="2119096"/>
                  <a:pt x="3872170" y="2007919"/>
                </a:cubicBezTo>
                <a:cubicBezTo>
                  <a:pt x="3894100" y="2172684"/>
                  <a:pt x="3843710" y="2263510"/>
                  <a:pt x="3864949" y="2389466"/>
                </a:cubicBezTo>
                <a:cubicBezTo>
                  <a:pt x="3865649" y="2429880"/>
                  <a:pt x="3853065" y="2443377"/>
                  <a:pt x="3857711" y="2495320"/>
                </a:cubicBezTo>
                <a:cubicBezTo>
                  <a:pt x="3811614" y="2331324"/>
                  <a:pt x="3884722" y="2152148"/>
                  <a:pt x="3850602" y="2029610"/>
                </a:cubicBezTo>
                <a:cubicBezTo>
                  <a:pt x="3816482" y="1907072"/>
                  <a:pt x="3889398" y="1708226"/>
                  <a:pt x="3843203" y="1544891"/>
                </a:cubicBezTo>
                <a:cubicBezTo>
                  <a:pt x="3853040" y="1694560"/>
                  <a:pt x="3799688" y="1793946"/>
                  <a:pt x="3839568" y="2005481"/>
                </a:cubicBezTo>
                <a:cubicBezTo>
                  <a:pt x="3879448" y="2217016"/>
                  <a:pt x="3795994" y="2307941"/>
                  <a:pt x="3835932" y="2466070"/>
                </a:cubicBezTo>
                <a:cubicBezTo>
                  <a:pt x="3832071" y="2459357"/>
                  <a:pt x="3834009" y="2449544"/>
                  <a:pt x="3828645" y="2440797"/>
                </a:cubicBezTo>
                <a:cubicBezTo>
                  <a:pt x="3826912" y="2446755"/>
                  <a:pt x="3820717" y="2457140"/>
                  <a:pt x="3821342" y="2465574"/>
                </a:cubicBezTo>
                <a:cubicBezTo>
                  <a:pt x="3800199" y="2413888"/>
                  <a:pt x="3830665" y="2321230"/>
                  <a:pt x="3814039" y="2273092"/>
                </a:cubicBezTo>
                <a:cubicBezTo>
                  <a:pt x="3786504" y="2222705"/>
                  <a:pt x="3818302" y="2152418"/>
                  <a:pt x="3806712" y="2047474"/>
                </a:cubicBezTo>
                <a:cubicBezTo>
                  <a:pt x="3806192" y="2056757"/>
                  <a:pt x="3802205" y="2058674"/>
                  <a:pt x="3799376" y="2070042"/>
                </a:cubicBezTo>
                <a:cubicBezTo>
                  <a:pt x="3795250" y="2066528"/>
                  <a:pt x="3795814" y="2065838"/>
                  <a:pt x="3792024" y="2061889"/>
                </a:cubicBezTo>
                <a:cubicBezTo>
                  <a:pt x="3776608" y="2011337"/>
                  <a:pt x="3796732" y="1977204"/>
                  <a:pt x="3784655" y="1941820"/>
                </a:cubicBezTo>
                <a:cubicBezTo>
                  <a:pt x="3767210" y="1751913"/>
                  <a:pt x="3804381" y="1653782"/>
                  <a:pt x="3780893" y="1428986"/>
                </a:cubicBezTo>
                <a:cubicBezTo>
                  <a:pt x="3757405" y="1204190"/>
                  <a:pt x="3793043" y="1130549"/>
                  <a:pt x="3777278" y="936263"/>
                </a:cubicBezTo>
                <a:cubicBezTo>
                  <a:pt x="3782486" y="962156"/>
                  <a:pt x="3769660" y="992003"/>
                  <a:pt x="3769885" y="1007971"/>
                </a:cubicBezTo>
                <a:cubicBezTo>
                  <a:pt x="3779870" y="1162424"/>
                  <a:pt x="3726715" y="1357305"/>
                  <a:pt x="3762475" y="1462184"/>
                </a:cubicBezTo>
                <a:cubicBezTo>
                  <a:pt x="3762190" y="1511788"/>
                  <a:pt x="3746708" y="1524425"/>
                  <a:pt x="3755057" y="1572686"/>
                </a:cubicBezTo>
                <a:cubicBezTo>
                  <a:pt x="3748877" y="1532267"/>
                  <a:pt x="3750680" y="1503134"/>
                  <a:pt x="3747623" y="1461291"/>
                </a:cubicBezTo>
                <a:cubicBezTo>
                  <a:pt x="3712520" y="1338183"/>
                  <a:pt x="3784101" y="1101674"/>
                  <a:pt x="3744046" y="983336"/>
                </a:cubicBezTo>
                <a:cubicBezTo>
                  <a:pt x="3703991" y="864998"/>
                  <a:pt x="3749361" y="599251"/>
                  <a:pt x="3740171" y="465552"/>
                </a:cubicBezTo>
                <a:cubicBezTo>
                  <a:pt x="3768641" y="548791"/>
                  <a:pt x="3687804" y="702936"/>
                  <a:pt x="3732713" y="876191"/>
                </a:cubicBezTo>
                <a:cubicBezTo>
                  <a:pt x="3730809" y="890780"/>
                  <a:pt x="3723688" y="900285"/>
                  <a:pt x="3725238" y="922443"/>
                </a:cubicBezTo>
                <a:cubicBezTo>
                  <a:pt x="3726732" y="992296"/>
                  <a:pt x="3717045" y="1037480"/>
                  <a:pt x="3717746" y="1112799"/>
                </a:cubicBezTo>
                <a:cubicBezTo>
                  <a:pt x="3738798" y="1203511"/>
                  <a:pt x="3703499" y="1365194"/>
                  <a:pt x="3714071" y="1464294"/>
                </a:cubicBezTo>
                <a:cubicBezTo>
                  <a:pt x="3724643" y="1563394"/>
                  <a:pt x="3684500" y="1654045"/>
                  <a:pt x="3710246" y="1830135"/>
                </a:cubicBezTo>
                <a:cubicBezTo>
                  <a:pt x="3707235" y="1828397"/>
                  <a:pt x="3706417" y="1827729"/>
                  <a:pt x="3702730" y="1825619"/>
                </a:cubicBezTo>
                <a:cubicBezTo>
                  <a:pt x="3700818" y="1859075"/>
                  <a:pt x="3690815" y="1919039"/>
                  <a:pt x="3695197" y="1951181"/>
                </a:cubicBezTo>
                <a:cubicBezTo>
                  <a:pt x="3682663" y="1915833"/>
                  <a:pt x="3694140" y="1883213"/>
                  <a:pt x="3687648" y="1854564"/>
                </a:cubicBezTo>
                <a:cubicBezTo>
                  <a:pt x="3646367" y="1689203"/>
                  <a:pt x="3719441" y="1631277"/>
                  <a:pt x="3683719" y="1511944"/>
                </a:cubicBezTo>
                <a:cubicBezTo>
                  <a:pt x="3647997" y="1392611"/>
                  <a:pt x="3706367" y="1334150"/>
                  <a:pt x="3680092" y="1195679"/>
                </a:cubicBezTo>
                <a:cubicBezTo>
                  <a:pt x="3632222" y="972065"/>
                  <a:pt x="3691754" y="864500"/>
                  <a:pt x="3676381" y="609796"/>
                </a:cubicBezTo>
                <a:cubicBezTo>
                  <a:pt x="3661008" y="355092"/>
                  <a:pt x="3728869" y="192047"/>
                  <a:pt x="3672518" y="0"/>
                </a:cubicBezTo>
                <a:cubicBezTo>
                  <a:pt x="3687941" y="77375"/>
                  <a:pt x="3650421" y="247688"/>
                  <a:pt x="3668950" y="385270"/>
                </a:cubicBezTo>
                <a:cubicBezTo>
                  <a:pt x="3687479" y="522852"/>
                  <a:pt x="3657339" y="706994"/>
                  <a:pt x="3664927" y="819724"/>
                </a:cubicBezTo>
                <a:cubicBezTo>
                  <a:pt x="3691694" y="999969"/>
                  <a:pt x="3631708" y="1050398"/>
                  <a:pt x="3662544" y="1199768"/>
                </a:cubicBezTo>
                <a:cubicBezTo>
                  <a:pt x="3693380" y="1349138"/>
                  <a:pt x="3628029" y="1501296"/>
                  <a:pt x="3660161" y="1579812"/>
                </a:cubicBezTo>
                <a:cubicBezTo>
                  <a:pt x="3692293" y="1658328"/>
                  <a:pt x="3620580" y="1925410"/>
                  <a:pt x="3657321" y="2032630"/>
                </a:cubicBezTo>
                <a:cubicBezTo>
                  <a:pt x="3659215" y="2052071"/>
                  <a:pt x="3649379" y="2067067"/>
                  <a:pt x="3649706" y="2087451"/>
                </a:cubicBezTo>
                <a:cubicBezTo>
                  <a:pt x="3647426" y="2093706"/>
                  <a:pt x="3644189" y="2096399"/>
                  <a:pt x="3642067" y="2099930"/>
                </a:cubicBezTo>
                <a:cubicBezTo>
                  <a:pt x="3614794" y="1999893"/>
                  <a:pt x="3697462" y="1824884"/>
                  <a:pt x="3639518" y="1606249"/>
                </a:cubicBezTo>
                <a:cubicBezTo>
                  <a:pt x="3581574" y="1387614"/>
                  <a:pt x="3665663" y="1241371"/>
                  <a:pt x="3637045" y="1127378"/>
                </a:cubicBezTo>
                <a:cubicBezTo>
                  <a:pt x="3608427" y="1013385"/>
                  <a:pt x="3638826" y="763596"/>
                  <a:pt x="3634419" y="618886"/>
                </a:cubicBezTo>
                <a:cubicBezTo>
                  <a:pt x="3652585" y="777235"/>
                  <a:pt x="3602430" y="814917"/>
                  <a:pt x="3630588" y="971192"/>
                </a:cubicBezTo>
                <a:cubicBezTo>
                  <a:pt x="3658746" y="1127467"/>
                  <a:pt x="3627777" y="1168212"/>
                  <a:pt x="3626756" y="1323498"/>
                </a:cubicBezTo>
                <a:cubicBezTo>
                  <a:pt x="3646664" y="1510453"/>
                  <a:pt x="3585564" y="1598289"/>
                  <a:pt x="3622839" y="1785054"/>
                </a:cubicBezTo>
                <a:cubicBezTo>
                  <a:pt x="3660114" y="1971819"/>
                  <a:pt x="3575487" y="2052835"/>
                  <a:pt x="3619076" y="2228510"/>
                </a:cubicBezTo>
                <a:cubicBezTo>
                  <a:pt x="3607023" y="2158741"/>
                  <a:pt x="3640465" y="2066738"/>
                  <a:pt x="3611387" y="1981200"/>
                </a:cubicBezTo>
                <a:cubicBezTo>
                  <a:pt x="3638801" y="2110077"/>
                  <a:pt x="3589599" y="2149593"/>
                  <a:pt x="3603674" y="2289277"/>
                </a:cubicBezTo>
                <a:cubicBezTo>
                  <a:pt x="3606018" y="2309382"/>
                  <a:pt x="3596212" y="2345993"/>
                  <a:pt x="3595952" y="2380965"/>
                </a:cubicBezTo>
                <a:cubicBezTo>
                  <a:pt x="3575487" y="2252423"/>
                  <a:pt x="3615590" y="2172799"/>
                  <a:pt x="3588207" y="2079545"/>
                </a:cubicBezTo>
                <a:cubicBezTo>
                  <a:pt x="3597470" y="2133483"/>
                  <a:pt x="3583300" y="2213909"/>
                  <a:pt x="3580453" y="2292643"/>
                </a:cubicBezTo>
                <a:cubicBezTo>
                  <a:pt x="3578656" y="2306155"/>
                  <a:pt x="3573147" y="2313976"/>
                  <a:pt x="3572683" y="2320951"/>
                </a:cubicBezTo>
                <a:cubicBezTo>
                  <a:pt x="3579976" y="2372548"/>
                  <a:pt x="3554051" y="2427471"/>
                  <a:pt x="3564904" y="2480682"/>
                </a:cubicBezTo>
                <a:cubicBezTo>
                  <a:pt x="3560612" y="2474761"/>
                  <a:pt x="3561012" y="2467984"/>
                  <a:pt x="3557101" y="2463151"/>
                </a:cubicBezTo>
                <a:cubicBezTo>
                  <a:pt x="3519789" y="2366147"/>
                  <a:pt x="3608260" y="2103721"/>
                  <a:pt x="3553035" y="1992261"/>
                </a:cubicBezTo>
                <a:cubicBezTo>
                  <a:pt x="3497809" y="1880801"/>
                  <a:pt x="3563114" y="1690631"/>
                  <a:pt x="3549281" y="1557594"/>
                </a:cubicBezTo>
                <a:cubicBezTo>
                  <a:pt x="3561540" y="1692840"/>
                  <a:pt x="3516422" y="1759850"/>
                  <a:pt x="3545442" y="1856915"/>
                </a:cubicBezTo>
                <a:cubicBezTo>
                  <a:pt x="3574462" y="1953980"/>
                  <a:pt x="3524778" y="2068816"/>
                  <a:pt x="3541446" y="2168454"/>
                </a:cubicBezTo>
                <a:cubicBezTo>
                  <a:pt x="3557236" y="2210643"/>
                  <a:pt x="3527828" y="2291061"/>
                  <a:pt x="3533601" y="2322885"/>
                </a:cubicBezTo>
                <a:cubicBezTo>
                  <a:pt x="3527771" y="2315730"/>
                  <a:pt x="3530804" y="2295638"/>
                  <a:pt x="3525733" y="2284348"/>
                </a:cubicBezTo>
                <a:cubicBezTo>
                  <a:pt x="3512744" y="2253296"/>
                  <a:pt x="3521782" y="2172365"/>
                  <a:pt x="3517856" y="2133903"/>
                </a:cubicBezTo>
                <a:cubicBezTo>
                  <a:pt x="3511928" y="2024066"/>
                  <a:pt x="3533841" y="2010189"/>
                  <a:pt x="3509955" y="1899412"/>
                </a:cubicBezTo>
                <a:cubicBezTo>
                  <a:pt x="3494339" y="1849235"/>
                  <a:pt x="3517992" y="1846866"/>
                  <a:pt x="3502045" y="1797221"/>
                </a:cubicBezTo>
                <a:cubicBezTo>
                  <a:pt x="3500585" y="1815786"/>
                  <a:pt x="3495235" y="1852598"/>
                  <a:pt x="3494110" y="1888198"/>
                </a:cubicBezTo>
                <a:cubicBezTo>
                  <a:pt x="3479859" y="1813964"/>
                  <a:pt x="3498748" y="1771842"/>
                  <a:pt x="3486168" y="1716259"/>
                </a:cubicBezTo>
                <a:cubicBezTo>
                  <a:pt x="3480428" y="1706433"/>
                  <a:pt x="3482587" y="1698196"/>
                  <a:pt x="3478200" y="1693723"/>
                </a:cubicBezTo>
                <a:cubicBezTo>
                  <a:pt x="3453564" y="1627354"/>
                  <a:pt x="3481169" y="1557581"/>
                  <a:pt x="3470225" y="1511704"/>
                </a:cubicBezTo>
                <a:cubicBezTo>
                  <a:pt x="3462152" y="1474913"/>
                  <a:pt x="3467201" y="1419219"/>
                  <a:pt x="3462225" y="1383165"/>
                </a:cubicBezTo>
                <a:cubicBezTo>
                  <a:pt x="3480596" y="1440965"/>
                  <a:pt x="3445376" y="1555279"/>
                  <a:pt x="3454209" y="1620469"/>
                </a:cubicBezTo>
                <a:cubicBezTo>
                  <a:pt x="3450039" y="1614100"/>
                  <a:pt x="3449398" y="1606948"/>
                  <a:pt x="3446185" y="1603003"/>
                </a:cubicBezTo>
                <a:cubicBezTo>
                  <a:pt x="3416708" y="1529340"/>
                  <a:pt x="3440052" y="1334604"/>
                  <a:pt x="3438136" y="1258043"/>
                </a:cubicBezTo>
                <a:cubicBezTo>
                  <a:pt x="3454513" y="1352372"/>
                  <a:pt x="3395120" y="1442620"/>
                  <a:pt x="3430070" y="1608419"/>
                </a:cubicBezTo>
                <a:cubicBezTo>
                  <a:pt x="3418317" y="1576129"/>
                  <a:pt x="3426139" y="1552556"/>
                  <a:pt x="3421989" y="1527210"/>
                </a:cubicBezTo>
                <a:cubicBezTo>
                  <a:pt x="3418296" y="1524367"/>
                  <a:pt x="3417907" y="1521574"/>
                  <a:pt x="3413891" y="1518783"/>
                </a:cubicBezTo>
                <a:cubicBezTo>
                  <a:pt x="3412608" y="1536378"/>
                  <a:pt x="3406755" y="1563726"/>
                  <a:pt x="3405775" y="1583626"/>
                </a:cubicBezTo>
                <a:cubicBezTo>
                  <a:pt x="3407907" y="1601490"/>
                  <a:pt x="3392441" y="1641315"/>
                  <a:pt x="3397636" y="1658096"/>
                </a:cubicBezTo>
                <a:cubicBezTo>
                  <a:pt x="3405875" y="1695673"/>
                  <a:pt x="3380639" y="1761177"/>
                  <a:pt x="3389489" y="1809948"/>
                </a:cubicBezTo>
                <a:cubicBezTo>
                  <a:pt x="3391701" y="1832208"/>
                  <a:pt x="3382638" y="1876372"/>
                  <a:pt x="3381317" y="1896575"/>
                </a:cubicBezTo>
                <a:cubicBezTo>
                  <a:pt x="3379719" y="2033660"/>
                  <a:pt x="3374120" y="2124834"/>
                  <a:pt x="3373129" y="2203857"/>
                </a:cubicBezTo>
                <a:cubicBezTo>
                  <a:pt x="3371028" y="2263698"/>
                  <a:pt x="3362277" y="2315686"/>
                  <a:pt x="3364924" y="2350152"/>
                </a:cubicBezTo>
                <a:cubicBezTo>
                  <a:pt x="3360377" y="2326486"/>
                  <a:pt x="3358759" y="2273774"/>
                  <a:pt x="3356703" y="2254089"/>
                </a:cubicBezTo>
                <a:cubicBezTo>
                  <a:pt x="3351007" y="2194090"/>
                  <a:pt x="3364956" y="2168515"/>
                  <a:pt x="3348465" y="2126311"/>
                </a:cubicBezTo>
                <a:cubicBezTo>
                  <a:pt x="3318821" y="2007013"/>
                  <a:pt x="3344268" y="1971903"/>
                  <a:pt x="3340203" y="1869631"/>
                </a:cubicBezTo>
                <a:cubicBezTo>
                  <a:pt x="3329543" y="1809228"/>
                  <a:pt x="3338382" y="1788029"/>
                  <a:pt x="3331925" y="1713481"/>
                </a:cubicBezTo>
                <a:cubicBezTo>
                  <a:pt x="3324156" y="1650222"/>
                  <a:pt x="3331733" y="1608628"/>
                  <a:pt x="3323630" y="1538316"/>
                </a:cubicBezTo>
                <a:cubicBezTo>
                  <a:pt x="3310707" y="1507155"/>
                  <a:pt x="3321561" y="1427397"/>
                  <a:pt x="3315310" y="1393552"/>
                </a:cubicBezTo>
                <a:cubicBezTo>
                  <a:pt x="3281160" y="1304326"/>
                  <a:pt x="3320788" y="1224949"/>
                  <a:pt x="3306982" y="1119216"/>
                </a:cubicBezTo>
                <a:cubicBezTo>
                  <a:pt x="3303372" y="1087974"/>
                  <a:pt x="3304923" y="1040454"/>
                  <a:pt x="3298630" y="1004762"/>
                </a:cubicBezTo>
                <a:cubicBezTo>
                  <a:pt x="3279554" y="897259"/>
                  <a:pt x="3308692" y="799506"/>
                  <a:pt x="3290253" y="739449"/>
                </a:cubicBezTo>
                <a:cubicBezTo>
                  <a:pt x="3287010" y="734729"/>
                  <a:pt x="3285831" y="724096"/>
                  <a:pt x="3281868" y="718922"/>
                </a:cubicBezTo>
                <a:cubicBezTo>
                  <a:pt x="3278310" y="683864"/>
                  <a:pt x="3282405" y="664879"/>
                  <a:pt x="3273458" y="628913"/>
                </a:cubicBezTo>
                <a:cubicBezTo>
                  <a:pt x="3237745" y="545591"/>
                  <a:pt x="3263019" y="452912"/>
                  <a:pt x="3256582" y="365531"/>
                </a:cubicBezTo>
                <a:cubicBezTo>
                  <a:pt x="3254423" y="366630"/>
                  <a:pt x="3251020" y="366332"/>
                  <a:pt x="3248106" y="368451"/>
                </a:cubicBezTo>
                <a:cubicBezTo>
                  <a:pt x="3240664" y="327881"/>
                  <a:pt x="3243811" y="263415"/>
                  <a:pt x="3239622" y="220654"/>
                </a:cubicBezTo>
                <a:cubicBezTo>
                  <a:pt x="3243109" y="246698"/>
                  <a:pt x="3222875" y="291045"/>
                  <a:pt x="3231115" y="313904"/>
                </a:cubicBezTo>
                <a:cubicBezTo>
                  <a:pt x="3229590" y="330581"/>
                  <a:pt x="3222515" y="364274"/>
                  <a:pt x="3222590" y="386433"/>
                </a:cubicBezTo>
                <a:cubicBezTo>
                  <a:pt x="3217454" y="355552"/>
                  <a:pt x="3219981" y="343467"/>
                  <a:pt x="3214041" y="303333"/>
                </a:cubicBezTo>
                <a:cubicBezTo>
                  <a:pt x="3212147" y="306767"/>
                  <a:pt x="3208682" y="306817"/>
                  <a:pt x="3205475" y="311353"/>
                </a:cubicBezTo>
                <a:cubicBezTo>
                  <a:pt x="3200538" y="303764"/>
                  <a:pt x="3202419" y="291087"/>
                  <a:pt x="3196886" y="276507"/>
                </a:cubicBezTo>
                <a:cubicBezTo>
                  <a:pt x="3195157" y="317134"/>
                  <a:pt x="3186213" y="334244"/>
                  <a:pt x="3188279" y="359198"/>
                </a:cubicBezTo>
                <a:cubicBezTo>
                  <a:pt x="3195563" y="408484"/>
                  <a:pt x="3170942" y="449268"/>
                  <a:pt x="3179649" y="529754"/>
                </a:cubicBezTo>
                <a:cubicBezTo>
                  <a:pt x="3178961" y="624612"/>
                  <a:pt x="3150892" y="690280"/>
                  <a:pt x="3171001" y="776232"/>
                </a:cubicBezTo>
                <a:cubicBezTo>
                  <a:pt x="3185331" y="945480"/>
                  <a:pt x="3164129" y="990616"/>
                  <a:pt x="3162329" y="1134838"/>
                </a:cubicBezTo>
                <a:cubicBezTo>
                  <a:pt x="3186616" y="1296624"/>
                  <a:pt x="3111375" y="1399023"/>
                  <a:pt x="3153798" y="1579753"/>
                </a:cubicBezTo>
                <a:cubicBezTo>
                  <a:pt x="3196221" y="1760483"/>
                  <a:pt x="3095574" y="1839650"/>
                  <a:pt x="3144919" y="2042827"/>
                </a:cubicBezTo>
                <a:cubicBezTo>
                  <a:pt x="3150338" y="2089301"/>
                  <a:pt x="3130539" y="2117048"/>
                  <a:pt x="3136190" y="2152701"/>
                </a:cubicBezTo>
                <a:cubicBezTo>
                  <a:pt x="3136268" y="2184240"/>
                  <a:pt x="3115802" y="2242909"/>
                  <a:pt x="3127436" y="2301666"/>
                </a:cubicBezTo>
                <a:cubicBezTo>
                  <a:pt x="3113294" y="2270690"/>
                  <a:pt x="3139509" y="2186966"/>
                  <a:pt x="3118657" y="2144720"/>
                </a:cubicBezTo>
                <a:cubicBezTo>
                  <a:pt x="3117688" y="2256273"/>
                  <a:pt x="3100211" y="2303008"/>
                  <a:pt x="3109863" y="2402863"/>
                </a:cubicBezTo>
                <a:cubicBezTo>
                  <a:pt x="3102937" y="2373565"/>
                  <a:pt x="3103204" y="2351499"/>
                  <a:pt x="3101035" y="2336573"/>
                </a:cubicBezTo>
                <a:cubicBezTo>
                  <a:pt x="3103061" y="2363429"/>
                  <a:pt x="3092253" y="2386006"/>
                  <a:pt x="3092198" y="2406213"/>
                </a:cubicBezTo>
                <a:cubicBezTo>
                  <a:pt x="3086659" y="2392518"/>
                  <a:pt x="3089311" y="2385322"/>
                  <a:pt x="3083330" y="2369867"/>
                </a:cubicBezTo>
                <a:cubicBezTo>
                  <a:pt x="3074139" y="2336941"/>
                  <a:pt x="3085267" y="2316228"/>
                  <a:pt x="3074444" y="2296818"/>
                </a:cubicBezTo>
                <a:cubicBezTo>
                  <a:pt x="3069754" y="2295125"/>
                  <a:pt x="3067947" y="2291611"/>
                  <a:pt x="3065535" y="2291287"/>
                </a:cubicBezTo>
                <a:cubicBezTo>
                  <a:pt x="3061011" y="2271668"/>
                  <a:pt x="3065522" y="2247299"/>
                  <a:pt x="3056610" y="2218255"/>
                </a:cubicBezTo>
                <a:cubicBezTo>
                  <a:pt x="3055855" y="2248042"/>
                  <a:pt x="3047793" y="2285564"/>
                  <a:pt x="3047650" y="2331825"/>
                </a:cubicBezTo>
                <a:cubicBezTo>
                  <a:pt x="3046784" y="2341288"/>
                  <a:pt x="3040313" y="2345097"/>
                  <a:pt x="3038674" y="2356751"/>
                </a:cubicBezTo>
                <a:cubicBezTo>
                  <a:pt x="3012883" y="2314915"/>
                  <a:pt x="3028547" y="2232611"/>
                  <a:pt x="3020651" y="2172986"/>
                </a:cubicBezTo>
                <a:cubicBezTo>
                  <a:pt x="3020113" y="2225226"/>
                  <a:pt x="3002448" y="2254362"/>
                  <a:pt x="3011602" y="2314731"/>
                </a:cubicBezTo>
                <a:cubicBezTo>
                  <a:pt x="3008736" y="2332152"/>
                  <a:pt x="3005794" y="2339731"/>
                  <a:pt x="3002536" y="2357330"/>
                </a:cubicBezTo>
                <a:cubicBezTo>
                  <a:pt x="2992699" y="2327737"/>
                  <a:pt x="2997626" y="2319090"/>
                  <a:pt x="2993438" y="2291170"/>
                </a:cubicBezTo>
                <a:cubicBezTo>
                  <a:pt x="3004042" y="2362066"/>
                  <a:pt x="2969353" y="2404711"/>
                  <a:pt x="2984323" y="2473248"/>
                </a:cubicBezTo>
                <a:cubicBezTo>
                  <a:pt x="2980582" y="2480190"/>
                  <a:pt x="2976895" y="2481892"/>
                  <a:pt x="2975176" y="2488969"/>
                </a:cubicBezTo>
                <a:cubicBezTo>
                  <a:pt x="2956406" y="2434419"/>
                  <a:pt x="2970978" y="2421017"/>
                  <a:pt x="2966012" y="2361348"/>
                </a:cubicBezTo>
                <a:cubicBezTo>
                  <a:pt x="2972789" y="2408303"/>
                  <a:pt x="2959137" y="2413446"/>
                  <a:pt x="2956824" y="2459992"/>
                </a:cubicBezTo>
                <a:cubicBezTo>
                  <a:pt x="2941664" y="2423932"/>
                  <a:pt x="2950347" y="2365291"/>
                  <a:pt x="2947610" y="2331677"/>
                </a:cubicBezTo>
                <a:cubicBezTo>
                  <a:pt x="2942386" y="2324834"/>
                  <a:pt x="2942628" y="2321287"/>
                  <a:pt x="2938373" y="2317047"/>
                </a:cubicBezTo>
                <a:cubicBezTo>
                  <a:pt x="2927029" y="2253433"/>
                  <a:pt x="2952111" y="2180798"/>
                  <a:pt x="2929102" y="2092859"/>
                </a:cubicBezTo>
                <a:cubicBezTo>
                  <a:pt x="2924324" y="2088828"/>
                  <a:pt x="2922098" y="2083795"/>
                  <a:pt x="2919816" y="2081315"/>
                </a:cubicBezTo>
                <a:cubicBezTo>
                  <a:pt x="2916238" y="2079420"/>
                  <a:pt x="2913170" y="2076032"/>
                  <a:pt x="2910496" y="2074906"/>
                </a:cubicBezTo>
                <a:cubicBezTo>
                  <a:pt x="2907609" y="2080622"/>
                  <a:pt x="2904512" y="2084063"/>
                  <a:pt x="2901161" y="2090958"/>
                </a:cubicBezTo>
                <a:cubicBezTo>
                  <a:pt x="2900441" y="2109525"/>
                  <a:pt x="2890967" y="2121127"/>
                  <a:pt x="2891792" y="2140138"/>
                </a:cubicBezTo>
                <a:cubicBezTo>
                  <a:pt x="2882521" y="2112247"/>
                  <a:pt x="2886583" y="2057506"/>
                  <a:pt x="2882398" y="2031414"/>
                </a:cubicBezTo>
                <a:cubicBezTo>
                  <a:pt x="2881060" y="2042091"/>
                  <a:pt x="2876840" y="2047689"/>
                  <a:pt x="2872980" y="2062113"/>
                </a:cubicBezTo>
                <a:cubicBezTo>
                  <a:pt x="2875254" y="2094406"/>
                  <a:pt x="2863773" y="2104429"/>
                  <a:pt x="2863538" y="2126328"/>
                </a:cubicBezTo>
                <a:cubicBezTo>
                  <a:pt x="2878842" y="2211092"/>
                  <a:pt x="2844332" y="2258980"/>
                  <a:pt x="2854071" y="2301946"/>
                </a:cubicBezTo>
                <a:cubicBezTo>
                  <a:pt x="2846234" y="2265220"/>
                  <a:pt x="2863312" y="2189443"/>
                  <a:pt x="2844571" y="2143910"/>
                </a:cubicBezTo>
                <a:cubicBezTo>
                  <a:pt x="2853742" y="2257926"/>
                  <a:pt x="2806622" y="2346045"/>
                  <a:pt x="2835047" y="2408297"/>
                </a:cubicBezTo>
                <a:cubicBezTo>
                  <a:pt x="2831084" y="2410580"/>
                  <a:pt x="2829076" y="2409517"/>
                  <a:pt x="2825490" y="2411580"/>
                </a:cubicBezTo>
                <a:cubicBezTo>
                  <a:pt x="2821211" y="2409124"/>
                  <a:pt x="2818172" y="2406343"/>
                  <a:pt x="2815916" y="2405485"/>
                </a:cubicBezTo>
                <a:cubicBezTo>
                  <a:pt x="2808923" y="2382446"/>
                  <a:pt x="2812937" y="2351181"/>
                  <a:pt x="2806309" y="2338127"/>
                </a:cubicBezTo>
                <a:cubicBezTo>
                  <a:pt x="2801812" y="2338451"/>
                  <a:pt x="2800216" y="2336733"/>
                  <a:pt x="2796679" y="2336894"/>
                </a:cubicBezTo>
                <a:cubicBezTo>
                  <a:pt x="2796851" y="2354237"/>
                  <a:pt x="2785767" y="2377143"/>
                  <a:pt x="2787015" y="2393716"/>
                </a:cubicBezTo>
                <a:cubicBezTo>
                  <a:pt x="2768155" y="2339485"/>
                  <a:pt x="2781243" y="2289410"/>
                  <a:pt x="2777327" y="2222514"/>
                </a:cubicBezTo>
                <a:cubicBezTo>
                  <a:pt x="2786845" y="2297548"/>
                  <a:pt x="2757981" y="2309527"/>
                  <a:pt x="2767605" y="2377119"/>
                </a:cubicBezTo>
                <a:cubicBezTo>
                  <a:pt x="2757429" y="2358076"/>
                  <a:pt x="2763220" y="2331663"/>
                  <a:pt x="2757859" y="2312374"/>
                </a:cubicBezTo>
                <a:cubicBezTo>
                  <a:pt x="2755140" y="2322479"/>
                  <a:pt x="2750176" y="2326113"/>
                  <a:pt x="2748081" y="2332239"/>
                </a:cubicBezTo>
                <a:cubicBezTo>
                  <a:pt x="2742735" y="2316329"/>
                  <a:pt x="2745426" y="2305856"/>
                  <a:pt x="2738277" y="2295314"/>
                </a:cubicBezTo>
                <a:cubicBezTo>
                  <a:pt x="2725265" y="2262662"/>
                  <a:pt x="2734338" y="2189151"/>
                  <a:pt x="2728443" y="2150070"/>
                </a:cubicBezTo>
                <a:cubicBezTo>
                  <a:pt x="2734918" y="2207814"/>
                  <a:pt x="2710731" y="2220549"/>
                  <a:pt x="2718581" y="2287523"/>
                </a:cubicBezTo>
                <a:cubicBezTo>
                  <a:pt x="2693905" y="2179333"/>
                  <a:pt x="2734329" y="2170526"/>
                  <a:pt x="2708688" y="2064825"/>
                </a:cubicBezTo>
                <a:cubicBezTo>
                  <a:pt x="2710390" y="2118264"/>
                  <a:pt x="2693288" y="2143472"/>
                  <a:pt x="2698762" y="2201882"/>
                </a:cubicBezTo>
                <a:cubicBezTo>
                  <a:pt x="2697046" y="2243268"/>
                  <a:pt x="2687608" y="2306768"/>
                  <a:pt x="2688812" y="2354790"/>
                </a:cubicBezTo>
                <a:cubicBezTo>
                  <a:pt x="2671606" y="2306647"/>
                  <a:pt x="2698984" y="2262292"/>
                  <a:pt x="2678828" y="2200086"/>
                </a:cubicBezTo>
                <a:cubicBezTo>
                  <a:pt x="2674128" y="2188145"/>
                  <a:pt x="2672886" y="2165599"/>
                  <a:pt x="2668812" y="2153577"/>
                </a:cubicBezTo>
                <a:cubicBezTo>
                  <a:pt x="2672544" y="2183588"/>
                  <a:pt x="2660052" y="2202595"/>
                  <a:pt x="2658763" y="2224962"/>
                </a:cubicBezTo>
                <a:cubicBezTo>
                  <a:pt x="2627026" y="2040373"/>
                  <a:pt x="2702049" y="1873047"/>
                  <a:pt x="2648689" y="1765192"/>
                </a:cubicBezTo>
                <a:cubicBezTo>
                  <a:pt x="2648603" y="1827745"/>
                  <a:pt x="2629446" y="1949357"/>
                  <a:pt x="2638583" y="1997111"/>
                </a:cubicBezTo>
                <a:cubicBezTo>
                  <a:pt x="2646248" y="2031051"/>
                  <a:pt x="2629329" y="2106401"/>
                  <a:pt x="2628444" y="2150666"/>
                </a:cubicBezTo>
                <a:cubicBezTo>
                  <a:pt x="2616939" y="1988260"/>
                  <a:pt x="2632652" y="1972736"/>
                  <a:pt x="2618272" y="1800677"/>
                </a:cubicBezTo>
                <a:cubicBezTo>
                  <a:pt x="2617052" y="1883409"/>
                  <a:pt x="2601728" y="1896882"/>
                  <a:pt x="2608059" y="1976560"/>
                </a:cubicBezTo>
                <a:cubicBezTo>
                  <a:pt x="2576028" y="1825852"/>
                  <a:pt x="2621906" y="1725778"/>
                  <a:pt x="2597821" y="1494544"/>
                </a:cubicBezTo>
                <a:cubicBezTo>
                  <a:pt x="2631261" y="1566176"/>
                  <a:pt x="2581499" y="1744347"/>
                  <a:pt x="2592485" y="1807749"/>
                </a:cubicBezTo>
                <a:cubicBezTo>
                  <a:pt x="2603471" y="1871151"/>
                  <a:pt x="2570467" y="2004333"/>
                  <a:pt x="2587559" y="2096862"/>
                </a:cubicBezTo>
                <a:cubicBezTo>
                  <a:pt x="2583545" y="2100659"/>
                  <a:pt x="2581011" y="2099394"/>
                  <a:pt x="2577247" y="2102982"/>
                </a:cubicBezTo>
                <a:cubicBezTo>
                  <a:pt x="2570340" y="2073011"/>
                  <a:pt x="2577688" y="2011596"/>
                  <a:pt x="2566912" y="1957804"/>
                </a:cubicBezTo>
                <a:cubicBezTo>
                  <a:pt x="2583989" y="2047415"/>
                  <a:pt x="2533057" y="2129551"/>
                  <a:pt x="2556543" y="2183911"/>
                </a:cubicBezTo>
                <a:cubicBezTo>
                  <a:pt x="2554184" y="2193695"/>
                  <a:pt x="2548545" y="2194174"/>
                  <a:pt x="2546142" y="2204280"/>
                </a:cubicBezTo>
                <a:cubicBezTo>
                  <a:pt x="2543240" y="2216815"/>
                  <a:pt x="2537991" y="2227092"/>
                  <a:pt x="2535699" y="2236953"/>
                </a:cubicBezTo>
                <a:cubicBezTo>
                  <a:pt x="2505663" y="2058574"/>
                  <a:pt x="2529170" y="1988748"/>
                  <a:pt x="2525225" y="1876867"/>
                </a:cubicBezTo>
                <a:cubicBezTo>
                  <a:pt x="2535370" y="1936089"/>
                  <a:pt x="2509136" y="1961166"/>
                  <a:pt x="2514716" y="2029173"/>
                </a:cubicBezTo>
                <a:cubicBezTo>
                  <a:pt x="2513093" y="2033716"/>
                  <a:pt x="2507623" y="2035162"/>
                  <a:pt x="2504175" y="2042777"/>
                </a:cubicBezTo>
                <a:cubicBezTo>
                  <a:pt x="2509855" y="2085445"/>
                  <a:pt x="2491019" y="2119963"/>
                  <a:pt x="2493594" y="2148367"/>
                </a:cubicBezTo>
                <a:cubicBezTo>
                  <a:pt x="2488660" y="2114840"/>
                  <a:pt x="2498544" y="2040014"/>
                  <a:pt x="2482979" y="2006183"/>
                </a:cubicBezTo>
                <a:cubicBezTo>
                  <a:pt x="2482299" y="2015077"/>
                  <a:pt x="2472137" y="2027611"/>
                  <a:pt x="2472323" y="2036947"/>
                </a:cubicBezTo>
                <a:cubicBezTo>
                  <a:pt x="2468175" y="2006580"/>
                  <a:pt x="2466978" y="1957498"/>
                  <a:pt x="2461635" y="1933028"/>
                </a:cubicBezTo>
                <a:cubicBezTo>
                  <a:pt x="2458519" y="1931303"/>
                  <a:pt x="2456164" y="1928241"/>
                  <a:pt x="2450905" y="1925238"/>
                </a:cubicBezTo>
                <a:cubicBezTo>
                  <a:pt x="2448317" y="1926670"/>
                  <a:pt x="2441885" y="1927012"/>
                  <a:pt x="2440143" y="1929043"/>
                </a:cubicBezTo>
                <a:cubicBezTo>
                  <a:pt x="2434341" y="1922992"/>
                  <a:pt x="2436153" y="1915131"/>
                  <a:pt x="2429340" y="1906341"/>
                </a:cubicBezTo>
                <a:cubicBezTo>
                  <a:pt x="2419483" y="1894217"/>
                  <a:pt x="2425613" y="1855909"/>
                  <a:pt x="2418504" y="1842159"/>
                </a:cubicBezTo>
                <a:cubicBezTo>
                  <a:pt x="2419841" y="1860839"/>
                  <a:pt x="2406446" y="1895072"/>
                  <a:pt x="2407627" y="1910278"/>
                </a:cubicBezTo>
                <a:cubicBezTo>
                  <a:pt x="2412540" y="1936982"/>
                  <a:pt x="2390980" y="1963097"/>
                  <a:pt x="2396709" y="1984533"/>
                </a:cubicBezTo>
                <a:cubicBezTo>
                  <a:pt x="2395723" y="1989458"/>
                  <a:pt x="2388241" y="1995370"/>
                  <a:pt x="2385758" y="1999295"/>
                </a:cubicBezTo>
                <a:cubicBezTo>
                  <a:pt x="2369465" y="1966329"/>
                  <a:pt x="2384930" y="1924564"/>
                  <a:pt x="2374759" y="1854803"/>
                </a:cubicBezTo>
                <a:cubicBezTo>
                  <a:pt x="2348318" y="1757307"/>
                  <a:pt x="2381497" y="1609864"/>
                  <a:pt x="2369243" y="1524328"/>
                </a:cubicBezTo>
                <a:cubicBezTo>
                  <a:pt x="2356989" y="1438792"/>
                  <a:pt x="2400663" y="1293337"/>
                  <a:pt x="2363726" y="1193852"/>
                </a:cubicBezTo>
                <a:cubicBezTo>
                  <a:pt x="2397259" y="1261627"/>
                  <a:pt x="2327215" y="1374232"/>
                  <a:pt x="2352652" y="1503625"/>
                </a:cubicBezTo>
                <a:cubicBezTo>
                  <a:pt x="2366280" y="1712306"/>
                  <a:pt x="2311207" y="1736666"/>
                  <a:pt x="2341538" y="1969862"/>
                </a:cubicBezTo>
                <a:cubicBezTo>
                  <a:pt x="2334212" y="1908156"/>
                  <a:pt x="2344994" y="1873586"/>
                  <a:pt x="2330382" y="1808674"/>
                </a:cubicBezTo>
                <a:cubicBezTo>
                  <a:pt x="2317992" y="1748436"/>
                  <a:pt x="2335327" y="1720561"/>
                  <a:pt x="2319187" y="1678978"/>
                </a:cubicBezTo>
                <a:cubicBezTo>
                  <a:pt x="2318682" y="1745490"/>
                  <a:pt x="2308036" y="1794863"/>
                  <a:pt x="2307949" y="1908508"/>
                </a:cubicBezTo>
                <a:cubicBezTo>
                  <a:pt x="2279376" y="1828367"/>
                  <a:pt x="2323055" y="1800228"/>
                  <a:pt x="2296662" y="1695253"/>
                </a:cubicBezTo>
                <a:cubicBezTo>
                  <a:pt x="2299675" y="1725358"/>
                  <a:pt x="2279775" y="1748952"/>
                  <a:pt x="2285335" y="1772171"/>
                </a:cubicBezTo>
                <a:cubicBezTo>
                  <a:pt x="2292862" y="1863477"/>
                  <a:pt x="2266045" y="1897351"/>
                  <a:pt x="2273973" y="1987476"/>
                </a:cubicBezTo>
                <a:cubicBezTo>
                  <a:pt x="2270287" y="2000455"/>
                  <a:pt x="2264825" y="2006025"/>
                  <a:pt x="2262556" y="2018265"/>
                </a:cubicBezTo>
                <a:cubicBezTo>
                  <a:pt x="2258268" y="2013626"/>
                  <a:pt x="2255347" y="1999753"/>
                  <a:pt x="2251106" y="1994299"/>
                </a:cubicBezTo>
                <a:cubicBezTo>
                  <a:pt x="2251352" y="2002717"/>
                  <a:pt x="2243551" y="2008122"/>
                  <a:pt x="2239605" y="2022218"/>
                </a:cubicBezTo>
                <a:cubicBezTo>
                  <a:pt x="2240453" y="2084715"/>
                  <a:pt x="2216503" y="2134420"/>
                  <a:pt x="2228056" y="2194315"/>
                </a:cubicBezTo>
                <a:cubicBezTo>
                  <a:pt x="2223909" y="2229632"/>
                  <a:pt x="2195980" y="2286309"/>
                  <a:pt x="2204836" y="2332496"/>
                </a:cubicBezTo>
                <a:cubicBezTo>
                  <a:pt x="2197139" y="2255282"/>
                  <a:pt x="2204894" y="2209675"/>
                  <a:pt x="2193148" y="2156810"/>
                </a:cubicBezTo>
                <a:cubicBezTo>
                  <a:pt x="2205882" y="2188142"/>
                  <a:pt x="2171050" y="2250029"/>
                  <a:pt x="2181417" y="2303079"/>
                </a:cubicBezTo>
                <a:cubicBezTo>
                  <a:pt x="2179218" y="2314714"/>
                  <a:pt x="2173052" y="2324274"/>
                  <a:pt x="2169647" y="2344403"/>
                </a:cubicBezTo>
                <a:cubicBezTo>
                  <a:pt x="2165087" y="2329605"/>
                  <a:pt x="2166312" y="2314653"/>
                  <a:pt x="2157820" y="2302814"/>
                </a:cubicBezTo>
                <a:cubicBezTo>
                  <a:pt x="2161639" y="2354185"/>
                  <a:pt x="2147341" y="2380630"/>
                  <a:pt x="2145951" y="2438613"/>
                </a:cubicBezTo>
                <a:cubicBezTo>
                  <a:pt x="2134114" y="2420067"/>
                  <a:pt x="2147011" y="2365477"/>
                  <a:pt x="2134025" y="2346306"/>
                </a:cubicBezTo>
                <a:cubicBezTo>
                  <a:pt x="2133911" y="2358861"/>
                  <a:pt x="2122329" y="2386384"/>
                  <a:pt x="2122058" y="2398720"/>
                </a:cubicBezTo>
                <a:cubicBezTo>
                  <a:pt x="2116502" y="2373745"/>
                  <a:pt x="2117262" y="2355171"/>
                  <a:pt x="2110033" y="2324126"/>
                </a:cubicBezTo>
                <a:cubicBezTo>
                  <a:pt x="2105374" y="2308545"/>
                  <a:pt x="2107739" y="2298939"/>
                  <a:pt x="2097968" y="2281503"/>
                </a:cubicBezTo>
                <a:cubicBezTo>
                  <a:pt x="2092818" y="2304649"/>
                  <a:pt x="2087806" y="2320947"/>
                  <a:pt x="2085846" y="2333479"/>
                </a:cubicBezTo>
                <a:cubicBezTo>
                  <a:pt x="2077905" y="2321260"/>
                  <a:pt x="2077372" y="2306954"/>
                  <a:pt x="2073674" y="2295438"/>
                </a:cubicBezTo>
                <a:cubicBezTo>
                  <a:pt x="2056984" y="2213414"/>
                  <a:pt x="2068271" y="2163165"/>
                  <a:pt x="2061444" y="2124740"/>
                </a:cubicBezTo>
                <a:cubicBezTo>
                  <a:pt x="2065008" y="2147457"/>
                  <a:pt x="2048845" y="2171080"/>
                  <a:pt x="2049166" y="2205056"/>
                </a:cubicBezTo>
                <a:cubicBezTo>
                  <a:pt x="2054818" y="2243412"/>
                  <a:pt x="2035392" y="2294545"/>
                  <a:pt x="2036838" y="2327210"/>
                </a:cubicBezTo>
                <a:cubicBezTo>
                  <a:pt x="2035815" y="2355408"/>
                  <a:pt x="2021799" y="2407333"/>
                  <a:pt x="2024453" y="2438862"/>
                </a:cubicBezTo>
                <a:cubicBezTo>
                  <a:pt x="2018071" y="2366103"/>
                  <a:pt x="2016974" y="2311893"/>
                  <a:pt x="2012010" y="2265104"/>
                </a:cubicBezTo>
                <a:cubicBezTo>
                  <a:pt x="2009658" y="2273152"/>
                  <a:pt x="2001189" y="2276541"/>
                  <a:pt x="1999519" y="2283438"/>
                </a:cubicBezTo>
                <a:cubicBezTo>
                  <a:pt x="1979426" y="2194035"/>
                  <a:pt x="1985897" y="2045583"/>
                  <a:pt x="1974364" y="1982192"/>
                </a:cubicBezTo>
                <a:cubicBezTo>
                  <a:pt x="1972012" y="1995365"/>
                  <a:pt x="1966407" y="2001471"/>
                  <a:pt x="1961700" y="2016356"/>
                </a:cubicBezTo>
                <a:cubicBezTo>
                  <a:pt x="1956807" y="2004383"/>
                  <a:pt x="1958244" y="1985717"/>
                  <a:pt x="1948979" y="1965437"/>
                </a:cubicBezTo>
                <a:cubicBezTo>
                  <a:pt x="1950714" y="1979272"/>
                  <a:pt x="1941786" y="1993538"/>
                  <a:pt x="1936192" y="2019258"/>
                </a:cubicBezTo>
                <a:cubicBezTo>
                  <a:pt x="1928124" y="1956568"/>
                  <a:pt x="1941525" y="1905338"/>
                  <a:pt x="1923357" y="1873022"/>
                </a:cubicBezTo>
                <a:cubicBezTo>
                  <a:pt x="1894644" y="1769238"/>
                  <a:pt x="1939239" y="1634429"/>
                  <a:pt x="1910463" y="1515789"/>
                </a:cubicBezTo>
                <a:cubicBezTo>
                  <a:pt x="1883670" y="1436158"/>
                  <a:pt x="1923024" y="1392873"/>
                  <a:pt x="1897504" y="1303552"/>
                </a:cubicBezTo>
                <a:cubicBezTo>
                  <a:pt x="1874748" y="1177279"/>
                  <a:pt x="1923460" y="1102566"/>
                  <a:pt x="1884480" y="1005945"/>
                </a:cubicBezTo>
                <a:cubicBezTo>
                  <a:pt x="1878134" y="1004838"/>
                  <a:pt x="1877141" y="1003734"/>
                  <a:pt x="1871406" y="1002769"/>
                </a:cubicBezTo>
                <a:cubicBezTo>
                  <a:pt x="1871821" y="1010072"/>
                  <a:pt x="1863657" y="1019026"/>
                  <a:pt x="1858259" y="1032532"/>
                </a:cubicBezTo>
                <a:cubicBezTo>
                  <a:pt x="1896845" y="1145394"/>
                  <a:pt x="1784430" y="1424633"/>
                  <a:pt x="1845054" y="1581378"/>
                </a:cubicBezTo>
                <a:cubicBezTo>
                  <a:pt x="1840743" y="1575858"/>
                  <a:pt x="1838704" y="1565424"/>
                  <a:pt x="1831784" y="1555178"/>
                </a:cubicBezTo>
                <a:cubicBezTo>
                  <a:pt x="1816448" y="1434204"/>
                  <a:pt x="1862437" y="1180190"/>
                  <a:pt x="1818448" y="1084657"/>
                </a:cubicBezTo>
                <a:cubicBezTo>
                  <a:pt x="1804479" y="1022875"/>
                  <a:pt x="1825406" y="979269"/>
                  <a:pt x="1805055" y="922534"/>
                </a:cubicBezTo>
                <a:cubicBezTo>
                  <a:pt x="1802909" y="926632"/>
                  <a:pt x="1794608" y="930087"/>
                  <a:pt x="1791588" y="934344"/>
                </a:cubicBezTo>
                <a:cubicBezTo>
                  <a:pt x="1792356" y="1093025"/>
                  <a:pt x="1760071" y="1369401"/>
                  <a:pt x="1778056" y="1533346"/>
                </a:cubicBezTo>
                <a:cubicBezTo>
                  <a:pt x="1829445" y="1765347"/>
                  <a:pt x="1739805" y="1826474"/>
                  <a:pt x="1764457" y="2033350"/>
                </a:cubicBezTo>
                <a:cubicBezTo>
                  <a:pt x="1751135" y="2005149"/>
                  <a:pt x="1760351" y="1983878"/>
                  <a:pt x="1750785" y="1959906"/>
                </a:cubicBezTo>
                <a:cubicBezTo>
                  <a:pt x="1736961" y="1905037"/>
                  <a:pt x="1744251" y="1871417"/>
                  <a:pt x="1737047" y="1814265"/>
                </a:cubicBezTo>
                <a:cubicBezTo>
                  <a:pt x="1729529" y="1792838"/>
                  <a:pt x="1737887" y="1748727"/>
                  <a:pt x="1723236" y="1720865"/>
                </a:cubicBezTo>
                <a:cubicBezTo>
                  <a:pt x="1722188" y="1727814"/>
                  <a:pt x="1713822" y="1735165"/>
                  <a:pt x="1709359" y="1743673"/>
                </a:cubicBezTo>
                <a:cubicBezTo>
                  <a:pt x="1726029" y="1796482"/>
                  <a:pt x="1678907" y="1870315"/>
                  <a:pt x="1695409" y="1937667"/>
                </a:cubicBezTo>
                <a:cubicBezTo>
                  <a:pt x="1694665" y="1964126"/>
                  <a:pt x="1684556" y="1981251"/>
                  <a:pt x="1681384" y="2021780"/>
                </a:cubicBezTo>
                <a:cubicBezTo>
                  <a:pt x="1676092" y="2079278"/>
                  <a:pt x="1666010" y="2088444"/>
                  <a:pt x="1667295" y="2148003"/>
                </a:cubicBezTo>
                <a:cubicBezTo>
                  <a:pt x="1667616" y="2183140"/>
                  <a:pt x="1647213" y="2212014"/>
                  <a:pt x="1653123" y="2252104"/>
                </a:cubicBezTo>
                <a:cubicBezTo>
                  <a:pt x="1648976" y="2267764"/>
                  <a:pt x="1641829" y="2277279"/>
                  <a:pt x="1638878" y="2284695"/>
                </a:cubicBezTo>
                <a:cubicBezTo>
                  <a:pt x="1633616" y="2281902"/>
                  <a:pt x="1629045" y="2269267"/>
                  <a:pt x="1624557" y="2263343"/>
                </a:cubicBezTo>
                <a:cubicBezTo>
                  <a:pt x="1619719" y="2263704"/>
                  <a:pt x="1616806" y="2260769"/>
                  <a:pt x="1610157" y="2261142"/>
                </a:cubicBezTo>
                <a:cubicBezTo>
                  <a:pt x="1615402" y="2329314"/>
                  <a:pt x="1590294" y="2369038"/>
                  <a:pt x="1595681" y="2405584"/>
                </a:cubicBezTo>
                <a:cubicBezTo>
                  <a:pt x="1586648" y="2382382"/>
                  <a:pt x="1588143" y="2378797"/>
                  <a:pt x="1581132" y="2354385"/>
                </a:cubicBezTo>
                <a:cubicBezTo>
                  <a:pt x="1571820" y="2341296"/>
                  <a:pt x="1576920" y="2300114"/>
                  <a:pt x="1566493" y="2287416"/>
                </a:cubicBezTo>
                <a:cubicBezTo>
                  <a:pt x="1559931" y="2278326"/>
                  <a:pt x="1555444" y="2270396"/>
                  <a:pt x="1551780" y="2266031"/>
                </a:cubicBezTo>
                <a:cubicBezTo>
                  <a:pt x="1540247" y="2205030"/>
                  <a:pt x="1555034" y="2149058"/>
                  <a:pt x="1536994" y="2102147"/>
                </a:cubicBezTo>
                <a:cubicBezTo>
                  <a:pt x="1531761" y="2099886"/>
                  <a:pt x="1526066" y="2088328"/>
                  <a:pt x="1522117" y="2085789"/>
                </a:cubicBezTo>
                <a:cubicBezTo>
                  <a:pt x="1512564" y="2048849"/>
                  <a:pt x="1521924" y="2026730"/>
                  <a:pt x="1507158" y="1994638"/>
                </a:cubicBezTo>
                <a:cubicBezTo>
                  <a:pt x="1494035" y="1961097"/>
                  <a:pt x="1505189" y="1942959"/>
                  <a:pt x="1492109" y="1915132"/>
                </a:cubicBezTo>
                <a:cubicBezTo>
                  <a:pt x="1495052" y="1979517"/>
                  <a:pt x="1471585" y="2005105"/>
                  <a:pt x="1476986" y="2046804"/>
                </a:cubicBezTo>
                <a:cubicBezTo>
                  <a:pt x="1474311" y="2051999"/>
                  <a:pt x="1465775" y="2058807"/>
                  <a:pt x="1461773" y="2065354"/>
                </a:cubicBezTo>
                <a:cubicBezTo>
                  <a:pt x="1455510" y="2024263"/>
                  <a:pt x="1453803" y="1989525"/>
                  <a:pt x="1446478" y="1943192"/>
                </a:cubicBezTo>
                <a:cubicBezTo>
                  <a:pt x="1457599" y="1985667"/>
                  <a:pt x="1422077" y="2034742"/>
                  <a:pt x="1431093" y="2086773"/>
                </a:cubicBezTo>
                <a:cubicBezTo>
                  <a:pt x="1420503" y="2068185"/>
                  <a:pt x="1424717" y="2065820"/>
                  <a:pt x="1415619" y="2046738"/>
                </a:cubicBezTo>
                <a:cubicBezTo>
                  <a:pt x="1413895" y="2072373"/>
                  <a:pt x="1398176" y="2083836"/>
                  <a:pt x="1400061" y="2099682"/>
                </a:cubicBezTo>
                <a:cubicBezTo>
                  <a:pt x="1400553" y="2135903"/>
                  <a:pt x="1382860" y="2194510"/>
                  <a:pt x="1384406" y="2237169"/>
                </a:cubicBezTo>
                <a:cubicBezTo>
                  <a:pt x="1385305" y="2290882"/>
                  <a:pt x="1361943" y="2314839"/>
                  <a:pt x="1368669" y="2345313"/>
                </a:cubicBezTo>
                <a:cubicBezTo>
                  <a:pt x="1363984" y="2335836"/>
                  <a:pt x="1356584" y="2307968"/>
                  <a:pt x="1352840" y="2297258"/>
                </a:cubicBezTo>
                <a:cubicBezTo>
                  <a:pt x="1354133" y="2315949"/>
                  <a:pt x="1335408" y="2345310"/>
                  <a:pt x="1336922" y="2383652"/>
                </a:cubicBezTo>
                <a:cubicBezTo>
                  <a:pt x="1330391" y="2379354"/>
                  <a:pt x="1326407" y="2369343"/>
                  <a:pt x="1320907" y="2365889"/>
                </a:cubicBezTo>
                <a:cubicBezTo>
                  <a:pt x="1317706" y="2389811"/>
                  <a:pt x="1307726" y="2411103"/>
                  <a:pt x="1304800" y="2441872"/>
                </a:cubicBezTo>
                <a:cubicBezTo>
                  <a:pt x="1298894" y="2454706"/>
                  <a:pt x="1290421" y="2461488"/>
                  <a:pt x="1288604" y="2469468"/>
                </a:cubicBezTo>
                <a:cubicBezTo>
                  <a:pt x="1282608" y="2465179"/>
                  <a:pt x="1278765" y="2449479"/>
                  <a:pt x="1272317" y="2446148"/>
                </a:cubicBezTo>
                <a:cubicBezTo>
                  <a:pt x="1263666" y="2341862"/>
                  <a:pt x="1279017" y="2302103"/>
                  <a:pt x="1255932" y="2223771"/>
                </a:cubicBezTo>
                <a:cubicBezTo>
                  <a:pt x="1209592" y="2120609"/>
                  <a:pt x="1281147" y="2012317"/>
                  <a:pt x="1239457" y="1847320"/>
                </a:cubicBezTo>
                <a:cubicBezTo>
                  <a:pt x="1233886" y="1871966"/>
                  <a:pt x="1224144" y="1885770"/>
                  <a:pt x="1222891" y="1916605"/>
                </a:cubicBezTo>
                <a:cubicBezTo>
                  <a:pt x="1241902" y="2045607"/>
                  <a:pt x="1211346" y="2099852"/>
                  <a:pt x="1206229" y="2237904"/>
                </a:cubicBezTo>
                <a:cubicBezTo>
                  <a:pt x="1196266" y="2120169"/>
                  <a:pt x="1213691" y="1979329"/>
                  <a:pt x="1198187" y="1890372"/>
                </a:cubicBezTo>
                <a:cubicBezTo>
                  <a:pt x="1182683" y="1801415"/>
                  <a:pt x="1220554" y="1604133"/>
                  <a:pt x="1189475" y="1513878"/>
                </a:cubicBezTo>
                <a:cubicBezTo>
                  <a:pt x="1194663" y="1683314"/>
                  <a:pt x="1143531" y="1776959"/>
                  <a:pt x="1172622" y="1986063"/>
                </a:cubicBezTo>
                <a:cubicBezTo>
                  <a:pt x="1178080" y="2053095"/>
                  <a:pt x="1143583" y="2084546"/>
                  <a:pt x="1155680" y="2159663"/>
                </a:cubicBezTo>
                <a:cubicBezTo>
                  <a:pt x="1103485" y="1943747"/>
                  <a:pt x="1158692" y="1772341"/>
                  <a:pt x="1138647" y="1673156"/>
                </a:cubicBezTo>
                <a:cubicBezTo>
                  <a:pt x="1137391" y="1879885"/>
                  <a:pt x="1063988" y="1971648"/>
                  <a:pt x="1121525" y="2236474"/>
                </a:cubicBezTo>
                <a:cubicBezTo>
                  <a:pt x="1114363" y="2239929"/>
                  <a:pt x="1110986" y="2239342"/>
                  <a:pt x="1104304" y="2243628"/>
                </a:cubicBezTo>
                <a:cubicBezTo>
                  <a:pt x="1095657" y="2210658"/>
                  <a:pt x="1091417" y="2173712"/>
                  <a:pt x="1087000" y="2150848"/>
                </a:cubicBezTo>
                <a:cubicBezTo>
                  <a:pt x="1079540" y="2143700"/>
                  <a:pt x="1076047" y="2134827"/>
                  <a:pt x="1069607" y="2128652"/>
                </a:cubicBezTo>
                <a:cubicBezTo>
                  <a:pt x="1064092" y="2130105"/>
                  <a:pt x="1060054" y="2129007"/>
                  <a:pt x="1052123" y="2129429"/>
                </a:cubicBezTo>
                <a:cubicBezTo>
                  <a:pt x="1045136" y="2134019"/>
                  <a:pt x="1039780" y="2133781"/>
                  <a:pt x="1034567" y="2139278"/>
                </a:cubicBezTo>
                <a:cubicBezTo>
                  <a:pt x="1030359" y="2188496"/>
                  <a:pt x="1021939" y="2211736"/>
                  <a:pt x="1016912" y="2256296"/>
                </a:cubicBezTo>
                <a:cubicBezTo>
                  <a:pt x="1012166" y="2279893"/>
                  <a:pt x="999320" y="2309190"/>
                  <a:pt x="999190" y="2325846"/>
                </a:cubicBezTo>
                <a:cubicBezTo>
                  <a:pt x="987963" y="2314845"/>
                  <a:pt x="987705" y="2302211"/>
                  <a:pt x="981379" y="2295761"/>
                </a:cubicBezTo>
                <a:cubicBezTo>
                  <a:pt x="976332" y="2326403"/>
                  <a:pt x="969769" y="2332223"/>
                  <a:pt x="963502" y="2359455"/>
                </a:cubicBezTo>
                <a:cubicBezTo>
                  <a:pt x="961580" y="2368239"/>
                  <a:pt x="950624" y="2384078"/>
                  <a:pt x="945552" y="2394146"/>
                </a:cubicBezTo>
                <a:cubicBezTo>
                  <a:pt x="932811" y="2361641"/>
                  <a:pt x="946388" y="2312405"/>
                  <a:pt x="927535" y="2275375"/>
                </a:cubicBezTo>
                <a:cubicBezTo>
                  <a:pt x="920337" y="2266067"/>
                  <a:pt x="916474" y="2252654"/>
                  <a:pt x="909454" y="2244983"/>
                </a:cubicBezTo>
                <a:cubicBezTo>
                  <a:pt x="912004" y="2290226"/>
                  <a:pt x="885898" y="2331576"/>
                  <a:pt x="891315" y="2378541"/>
                </a:cubicBezTo>
                <a:cubicBezTo>
                  <a:pt x="886448" y="2375741"/>
                  <a:pt x="880611" y="2369104"/>
                  <a:pt x="873127" y="2366136"/>
                </a:cubicBezTo>
                <a:cubicBezTo>
                  <a:pt x="862526" y="2347630"/>
                  <a:pt x="869707" y="2319882"/>
                  <a:pt x="854890" y="2294255"/>
                </a:cubicBezTo>
                <a:cubicBezTo>
                  <a:pt x="854930" y="2332001"/>
                  <a:pt x="837547" y="2366253"/>
                  <a:pt x="836620" y="2422099"/>
                </a:cubicBezTo>
                <a:cubicBezTo>
                  <a:pt x="808553" y="2357546"/>
                  <a:pt x="838905" y="2258734"/>
                  <a:pt x="818308" y="2216212"/>
                </a:cubicBezTo>
                <a:cubicBezTo>
                  <a:pt x="823477" y="2236807"/>
                  <a:pt x="797817" y="2261782"/>
                  <a:pt x="799972" y="2307719"/>
                </a:cubicBezTo>
                <a:cubicBezTo>
                  <a:pt x="795614" y="2327399"/>
                  <a:pt x="779525" y="2360745"/>
                  <a:pt x="781620" y="2375945"/>
                </a:cubicBezTo>
                <a:cubicBezTo>
                  <a:pt x="775248" y="2385775"/>
                  <a:pt x="767332" y="2386446"/>
                  <a:pt x="763259" y="2394015"/>
                </a:cubicBezTo>
                <a:cubicBezTo>
                  <a:pt x="760633" y="2426945"/>
                  <a:pt x="743576" y="2434250"/>
                  <a:pt x="744900" y="2456063"/>
                </a:cubicBezTo>
                <a:cubicBezTo>
                  <a:pt x="740343" y="2454035"/>
                  <a:pt x="732640" y="2448097"/>
                  <a:pt x="726547" y="2444295"/>
                </a:cubicBezTo>
                <a:cubicBezTo>
                  <a:pt x="715662" y="2433076"/>
                  <a:pt x="717734" y="2426924"/>
                  <a:pt x="708219" y="2418750"/>
                </a:cubicBezTo>
                <a:cubicBezTo>
                  <a:pt x="701852" y="2406093"/>
                  <a:pt x="698160" y="2386828"/>
                  <a:pt x="689925" y="2380559"/>
                </a:cubicBezTo>
                <a:cubicBezTo>
                  <a:pt x="646227" y="2242199"/>
                  <a:pt x="703012" y="2159050"/>
                  <a:pt x="671679" y="2055124"/>
                </a:cubicBezTo>
                <a:cubicBezTo>
                  <a:pt x="680669" y="2152182"/>
                  <a:pt x="653374" y="2216624"/>
                  <a:pt x="653483" y="2265807"/>
                </a:cubicBezTo>
                <a:cubicBezTo>
                  <a:pt x="638481" y="2212896"/>
                  <a:pt x="655616" y="2138415"/>
                  <a:pt x="635360" y="2095092"/>
                </a:cubicBezTo>
                <a:cubicBezTo>
                  <a:pt x="632433" y="2099380"/>
                  <a:pt x="620920" y="2102167"/>
                  <a:pt x="617328" y="2106646"/>
                </a:cubicBezTo>
                <a:cubicBezTo>
                  <a:pt x="609349" y="2098433"/>
                  <a:pt x="606543" y="2089584"/>
                  <a:pt x="599385" y="2081157"/>
                </a:cubicBezTo>
                <a:cubicBezTo>
                  <a:pt x="606942" y="2178523"/>
                  <a:pt x="566056" y="2260781"/>
                  <a:pt x="581557" y="2344428"/>
                </a:cubicBezTo>
                <a:cubicBezTo>
                  <a:pt x="577757" y="2362694"/>
                  <a:pt x="568678" y="2369444"/>
                  <a:pt x="563853" y="2380460"/>
                </a:cubicBezTo>
                <a:cubicBezTo>
                  <a:pt x="561388" y="2399046"/>
                  <a:pt x="545994" y="2423721"/>
                  <a:pt x="546287" y="2443262"/>
                </a:cubicBezTo>
                <a:cubicBezTo>
                  <a:pt x="540465" y="2445943"/>
                  <a:pt x="535070" y="2443510"/>
                  <a:pt x="528887" y="2445775"/>
                </a:cubicBezTo>
                <a:cubicBezTo>
                  <a:pt x="521833" y="2448377"/>
                  <a:pt x="515418" y="2449413"/>
                  <a:pt x="511648" y="2451127"/>
                </a:cubicBezTo>
                <a:cubicBezTo>
                  <a:pt x="506453" y="2451760"/>
                  <a:pt x="502548" y="2449237"/>
                  <a:pt x="494601" y="2448017"/>
                </a:cubicBezTo>
                <a:cubicBezTo>
                  <a:pt x="486808" y="2436767"/>
                  <a:pt x="484481" y="2406458"/>
                  <a:pt x="477747" y="2386208"/>
                </a:cubicBezTo>
                <a:cubicBezTo>
                  <a:pt x="470814" y="2376217"/>
                  <a:pt x="470636" y="2367127"/>
                  <a:pt x="461101" y="2350176"/>
                </a:cubicBezTo>
                <a:cubicBezTo>
                  <a:pt x="459387" y="2365586"/>
                  <a:pt x="450241" y="2371946"/>
                  <a:pt x="444682" y="2387068"/>
                </a:cubicBezTo>
                <a:cubicBezTo>
                  <a:pt x="426787" y="2348167"/>
                  <a:pt x="435171" y="2331441"/>
                  <a:pt x="428501" y="2296265"/>
                </a:cubicBezTo>
                <a:cubicBezTo>
                  <a:pt x="428077" y="2306018"/>
                  <a:pt x="415760" y="2312680"/>
                  <a:pt x="412566" y="2329625"/>
                </a:cubicBezTo>
                <a:cubicBezTo>
                  <a:pt x="404769" y="2324168"/>
                  <a:pt x="404260" y="2320465"/>
                  <a:pt x="396890" y="2316724"/>
                </a:cubicBezTo>
                <a:cubicBezTo>
                  <a:pt x="395374" y="2321663"/>
                  <a:pt x="387344" y="2325868"/>
                  <a:pt x="381486" y="2333380"/>
                </a:cubicBezTo>
                <a:cubicBezTo>
                  <a:pt x="376703" y="2359690"/>
                  <a:pt x="372306" y="2366591"/>
                  <a:pt x="366357" y="2388457"/>
                </a:cubicBezTo>
                <a:cubicBezTo>
                  <a:pt x="362336" y="2392947"/>
                  <a:pt x="357188" y="2393034"/>
                  <a:pt x="351512" y="2398307"/>
                </a:cubicBezTo>
                <a:cubicBezTo>
                  <a:pt x="346914" y="2397847"/>
                  <a:pt x="344529" y="2394719"/>
                  <a:pt x="336958" y="2394519"/>
                </a:cubicBezTo>
                <a:cubicBezTo>
                  <a:pt x="333478" y="2391739"/>
                  <a:pt x="326184" y="2384326"/>
                  <a:pt x="322698" y="2382594"/>
                </a:cubicBezTo>
                <a:cubicBezTo>
                  <a:pt x="317912" y="2383129"/>
                  <a:pt x="315003" y="2379321"/>
                  <a:pt x="308744" y="2379261"/>
                </a:cubicBezTo>
                <a:cubicBezTo>
                  <a:pt x="302744" y="2376067"/>
                  <a:pt x="301484" y="2372583"/>
                  <a:pt x="295093" y="2369793"/>
                </a:cubicBezTo>
                <a:cubicBezTo>
                  <a:pt x="284219" y="2363846"/>
                  <a:pt x="271135" y="2352511"/>
                  <a:pt x="255970" y="2348192"/>
                </a:cubicBezTo>
                <a:cubicBezTo>
                  <a:pt x="249706" y="2337637"/>
                  <a:pt x="250855" y="2327960"/>
                  <a:pt x="243538" y="2318296"/>
                </a:cubicBezTo>
                <a:cubicBezTo>
                  <a:pt x="237831" y="2313685"/>
                  <a:pt x="238775" y="2305379"/>
                  <a:pt x="231416" y="2297993"/>
                </a:cubicBezTo>
                <a:cubicBezTo>
                  <a:pt x="225669" y="2288141"/>
                  <a:pt x="225852" y="2269209"/>
                  <a:pt x="219591" y="2261639"/>
                </a:cubicBezTo>
                <a:cubicBezTo>
                  <a:pt x="217215" y="2273532"/>
                  <a:pt x="210982" y="2279831"/>
                  <a:pt x="208060" y="2286548"/>
                </a:cubicBezTo>
                <a:cubicBezTo>
                  <a:pt x="203082" y="2287582"/>
                  <a:pt x="201676" y="2286327"/>
                  <a:pt x="196832" y="2287474"/>
                </a:cubicBezTo>
                <a:cubicBezTo>
                  <a:pt x="192460" y="2280348"/>
                  <a:pt x="190827" y="2273626"/>
                  <a:pt x="185891" y="2265385"/>
                </a:cubicBezTo>
                <a:cubicBezTo>
                  <a:pt x="181795" y="2268035"/>
                  <a:pt x="177844" y="2268917"/>
                  <a:pt x="175231" y="2271554"/>
                </a:cubicBezTo>
                <a:cubicBezTo>
                  <a:pt x="172399" y="2275799"/>
                  <a:pt x="169257" y="2276617"/>
                  <a:pt x="164850" y="2281213"/>
                </a:cubicBezTo>
                <a:cubicBezTo>
                  <a:pt x="161643" y="2279538"/>
                  <a:pt x="158025" y="2271837"/>
                  <a:pt x="154742" y="2270355"/>
                </a:cubicBezTo>
                <a:cubicBezTo>
                  <a:pt x="150598" y="2268652"/>
                  <a:pt x="147080" y="2263707"/>
                  <a:pt x="144903" y="2261912"/>
                </a:cubicBezTo>
                <a:cubicBezTo>
                  <a:pt x="142032" y="2260375"/>
                  <a:pt x="137502" y="2253956"/>
                  <a:pt x="135322" y="2251855"/>
                </a:cubicBezTo>
                <a:cubicBezTo>
                  <a:pt x="131563" y="2250001"/>
                  <a:pt x="128849" y="2243890"/>
                  <a:pt x="125998" y="2240650"/>
                </a:cubicBezTo>
                <a:cubicBezTo>
                  <a:pt x="119977" y="2234547"/>
                  <a:pt x="112473" y="2220100"/>
                  <a:pt x="108077" y="2214683"/>
                </a:cubicBezTo>
                <a:cubicBezTo>
                  <a:pt x="104986" y="2214144"/>
                  <a:pt x="103534" y="2212119"/>
                  <a:pt x="99474" y="2211739"/>
                </a:cubicBezTo>
                <a:cubicBezTo>
                  <a:pt x="95968" y="2207084"/>
                  <a:pt x="91451" y="2196985"/>
                  <a:pt x="82945" y="2189782"/>
                </a:cubicBezTo>
                <a:cubicBezTo>
                  <a:pt x="80038" y="2188331"/>
                  <a:pt x="78068" y="2184394"/>
                  <a:pt x="75003" y="2181579"/>
                </a:cubicBezTo>
                <a:cubicBezTo>
                  <a:pt x="64386" y="2173335"/>
                  <a:pt x="58235" y="2156393"/>
                  <a:pt x="52402" y="2151096"/>
                </a:cubicBezTo>
                <a:cubicBezTo>
                  <a:pt x="43931" y="2142329"/>
                  <a:pt x="43611" y="2133997"/>
                  <a:pt x="38283" y="2130396"/>
                </a:cubicBezTo>
                <a:cubicBezTo>
                  <a:pt x="35285" y="2124933"/>
                  <a:pt x="34099" y="2121390"/>
                  <a:pt x="31498" y="2116916"/>
                </a:cubicBezTo>
                <a:cubicBezTo>
                  <a:pt x="28671" y="2113330"/>
                  <a:pt x="28452" y="2107144"/>
                  <a:pt x="24873" y="2097921"/>
                </a:cubicBezTo>
                <a:cubicBezTo>
                  <a:pt x="22836" y="2095749"/>
                  <a:pt x="21017" y="2092957"/>
                  <a:pt x="18421" y="2091040"/>
                </a:cubicBezTo>
                <a:cubicBezTo>
                  <a:pt x="16005" y="2090859"/>
                  <a:pt x="14349" y="2089914"/>
                  <a:pt x="12132" y="2089981"/>
                </a:cubicBezTo>
                <a:cubicBezTo>
                  <a:pt x="6652" y="2084713"/>
                  <a:pt x="6966" y="2078327"/>
                  <a:pt x="0" y="2069150"/>
                </a:cubicBezTo>
                <a:lnTo>
                  <a:pt x="0" y="2069150"/>
                </a:lnTo>
              </a:path>
            </a:pathLst>
          </a:custGeom>
          <a:noFill/>
          <a:ln w="38100" cap="sq">
            <a:solidFill>
              <a:srgbClr val="8AB17D"/>
            </a:solidFill>
            <a:prstDash val="solid"/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3562322 w 3562322"/>
                      <a:gd name="connsiteY0" fmla="*/ 1958737 h 2123041"/>
                      <a:gd name="connsiteX1" fmla="*/ 3556550 w 3562322"/>
                      <a:gd name="connsiteY1" fmla="*/ 1807913 h 2123041"/>
                      <a:gd name="connsiteX2" fmla="*/ 3550763 w 3562322"/>
                      <a:gd name="connsiteY2" fmla="*/ 1988407 h 2123041"/>
                      <a:gd name="connsiteX3" fmla="*/ 3544963 w 3562322"/>
                      <a:gd name="connsiteY3" fmla="*/ 1723630 h 2123041"/>
                      <a:gd name="connsiteX4" fmla="*/ 3533348 w 3562322"/>
                      <a:gd name="connsiteY4" fmla="*/ 1855183 h 2123041"/>
                      <a:gd name="connsiteX5" fmla="*/ 3527526 w 3562322"/>
                      <a:gd name="connsiteY5" fmla="*/ 1736745 h 2123041"/>
                      <a:gd name="connsiteX6" fmla="*/ 3521691 w 3562322"/>
                      <a:gd name="connsiteY6" fmla="*/ 1816359 h 2123041"/>
                      <a:gd name="connsiteX7" fmla="*/ 3515848 w 3562322"/>
                      <a:gd name="connsiteY7" fmla="*/ 1656738 h 2123041"/>
                      <a:gd name="connsiteX8" fmla="*/ 3509998 w 3562322"/>
                      <a:gd name="connsiteY8" fmla="*/ 1721342 h 2123041"/>
                      <a:gd name="connsiteX9" fmla="*/ 3504134 w 3562322"/>
                      <a:gd name="connsiteY9" fmla="*/ 1690689 h 2123041"/>
                      <a:gd name="connsiteX10" fmla="*/ 3498264 w 3562322"/>
                      <a:gd name="connsiteY10" fmla="*/ 1463467 h 2123041"/>
                      <a:gd name="connsiteX11" fmla="*/ 3492385 w 3562322"/>
                      <a:gd name="connsiteY11" fmla="*/ 1608057 h 2123041"/>
                      <a:gd name="connsiteX12" fmla="*/ 3480595 w 3562322"/>
                      <a:gd name="connsiteY12" fmla="*/ 1793942 h 2123041"/>
                      <a:gd name="connsiteX13" fmla="*/ 3474689 w 3562322"/>
                      <a:gd name="connsiteY13" fmla="*/ 1802514 h 2123041"/>
                      <a:gd name="connsiteX14" fmla="*/ 3468769 w 3562322"/>
                      <a:gd name="connsiteY14" fmla="*/ 1549989 h 2123041"/>
                      <a:gd name="connsiteX15" fmla="*/ 3462842 w 3562322"/>
                      <a:gd name="connsiteY15" fmla="*/ 1514198 h 2123041"/>
                      <a:gd name="connsiteX16" fmla="*/ 3456901 w 3562322"/>
                      <a:gd name="connsiteY16" fmla="*/ 1918186 h 2123041"/>
                      <a:gd name="connsiteX17" fmla="*/ 3450953 w 3562322"/>
                      <a:gd name="connsiteY17" fmla="*/ 1895489 h 2123041"/>
                      <a:gd name="connsiteX18" fmla="*/ 3444998 w 3562322"/>
                      <a:gd name="connsiteY18" fmla="*/ 1750442 h 2123041"/>
                      <a:gd name="connsiteX19" fmla="*/ 3439028 w 3562322"/>
                      <a:gd name="connsiteY19" fmla="*/ 1788473 h 2123041"/>
                      <a:gd name="connsiteX20" fmla="*/ 3433052 w 3562322"/>
                      <a:gd name="connsiteY20" fmla="*/ 1762637 h 2123041"/>
                      <a:gd name="connsiteX21" fmla="*/ 3427062 w 3562322"/>
                      <a:gd name="connsiteY21" fmla="*/ 1715423 h 2123041"/>
                      <a:gd name="connsiteX22" fmla="*/ 3421065 w 3562322"/>
                      <a:gd name="connsiteY22" fmla="*/ 1857640 h 2123041"/>
                      <a:gd name="connsiteX23" fmla="*/ 3415054 w 3562322"/>
                      <a:gd name="connsiteY23" fmla="*/ 1950671 h 2123041"/>
                      <a:gd name="connsiteX24" fmla="*/ 3409035 w 3562322"/>
                      <a:gd name="connsiteY24" fmla="*/ 1958745 h 2123041"/>
                      <a:gd name="connsiteX25" fmla="*/ 3403010 w 3562322"/>
                      <a:gd name="connsiteY25" fmla="*/ 2029463 h 2123041"/>
                      <a:gd name="connsiteX26" fmla="*/ 3396971 w 3562322"/>
                      <a:gd name="connsiteY26" fmla="*/ 1871815 h 2123041"/>
                      <a:gd name="connsiteX27" fmla="*/ 3390924 w 3562322"/>
                      <a:gd name="connsiteY27" fmla="*/ 2063212 h 2123041"/>
                      <a:gd name="connsiteX28" fmla="*/ 3384864 w 3562322"/>
                      <a:gd name="connsiteY28" fmla="*/ 2073258 h 2123041"/>
                      <a:gd name="connsiteX29" fmla="*/ 3378796 w 3562322"/>
                      <a:gd name="connsiteY29" fmla="*/ 2055531 h 2123041"/>
                      <a:gd name="connsiteX30" fmla="*/ 3372715 w 3562322"/>
                      <a:gd name="connsiteY30" fmla="*/ 1923375 h 2123041"/>
                      <a:gd name="connsiteX31" fmla="*/ 3366619 w 3562322"/>
                      <a:gd name="connsiteY31" fmla="*/ 1422410 h 2123041"/>
                      <a:gd name="connsiteX32" fmla="*/ 3360524 w 3562322"/>
                      <a:gd name="connsiteY32" fmla="*/ 2123042 h 2123041"/>
                      <a:gd name="connsiteX33" fmla="*/ 3354407 w 3562322"/>
                      <a:gd name="connsiteY33" fmla="*/ 2024479 h 2123041"/>
                      <a:gd name="connsiteX34" fmla="*/ 3348291 w 3562322"/>
                      <a:gd name="connsiteY34" fmla="*/ 1902650 h 2123041"/>
                      <a:gd name="connsiteX35" fmla="*/ 3342153 w 3562322"/>
                      <a:gd name="connsiteY35" fmla="*/ 2066399 h 2123041"/>
                      <a:gd name="connsiteX36" fmla="*/ 3336008 w 3562322"/>
                      <a:gd name="connsiteY36" fmla="*/ 2030074 h 2123041"/>
                      <a:gd name="connsiteX37" fmla="*/ 3329857 w 3562322"/>
                      <a:gd name="connsiteY37" fmla="*/ 2104795 h 2123041"/>
                      <a:gd name="connsiteX38" fmla="*/ 3323691 w 3562322"/>
                      <a:gd name="connsiteY38" fmla="*/ 2094369 h 2123041"/>
                      <a:gd name="connsiteX39" fmla="*/ 3317518 w 3562322"/>
                      <a:gd name="connsiteY39" fmla="*/ 1704611 h 2123041"/>
                      <a:gd name="connsiteX40" fmla="*/ 3311331 w 3562322"/>
                      <a:gd name="connsiteY40" fmla="*/ 2028523 h 2123041"/>
                      <a:gd name="connsiteX41" fmla="*/ 3305130 w 3562322"/>
                      <a:gd name="connsiteY41" fmla="*/ 2118387 h 2123041"/>
                      <a:gd name="connsiteX42" fmla="*/ 3292700 w 3562322"/>
                      <a:gd name="connsiteY42" fmla="*/ 1311526 h 2123041"/>
                      <a:gd name="connsiteX43" fmla="*/ 3286471 w 3562322"/>
                      <a:gd name="connsiteY43" fmla="*/ 2093555 h 2123041"/>
                      <a:gd name="connsiteX44" fmla="*/ 3280228 w 3562322"/>
                      <a:gd name="connsiteY44" fmla="*/ 2072100 h 2123041"/>
                      <a:gd name="connsiteX45" fmla="*/ 3273971 w 3562322"/>
                      <a:gd name="connsiteY45" fmla="*/ 2093134 h 2123041"/>
                      <a:gd name="connsiteX46" fmla="*/ 3267714 w 3562322"/>
                      <a:gd name="connsiteY46" fmla="*/ 1929728 h 2123041"/>
                      <a:gd name="connsiteX47" fmla="*/ 3261436 w 3562322"/>
                      <a:gd name="connsiteY47" fmla="*/ 1738191 h 2123041"/>
                      <a:gd name="connsiteX48" fmla="*/ 3255151 w 3562322"/>
                      <a:gd name="connsiteY48" fmla="*/ 1757350 h 2123041"/>
                      <a:gd name="connsiteX49" fmla="*/ 3248852 w 3562322"/>
                      <a:gd name="connsiteY49" fmla="*/ 1750428 h 2123041"/>
                      <a:gd name="connsiteX50" fmla="*/ 3242539 w 3562322"/>
                      <a:gd name="connsiteY50" fmla="*/ 1648496 h 2123041"/>
                      <a:gd name="connsiteX51" fmla="*/ 3236218 w 3562322"/>
                      <a:gd name="connsiteY51" fmla="*/ 794835 h 2123041"/>
                      <a:gd name="connsiteX52" fmla="*/ 3229884 w 3562322"/>
                      <a:gd name="connsiteY52" fmla="*/ 855711 h 2123041"/>
                      <a:gd name="connsiteX53" fmla="*/ 3223536 w 3562322"/>
                      <a:gd name="connsiteY53" fmla="*/ 1241312 h 2123041"/>
                      <a:gd name="connsiteX54" fmla="*/ 3217180 w 3562322"/>
                      <a:gd name="connsiteY54" fmla="*/ 1335122 h 2123041"/>
                      <a:gd name="connsiteX55" fmla="*/ 3210811 w 3562322"/>
                      <a:gd name="connsiteY55" fmla="*/ 1240554 h 2123041"/>
                      <a:gd name="connsiteX56" fmla="*/ 3204427 w 3562322"/>
                      <a:gd name="connsiteY56" fmla="*/ 395228 h 2123041"/>
                      <a:gd name="connsiteX57" fmla="*/ 3198037 w 3562322"/>
                      <a:gd name="connsiteY57" fmla="*/ 743837 h 2123041"/>
                      <a:gd name="connsiteX58" fmla="*/ 3191633 w 3562322"/>
                      <a:gd name="connsiteY58" fmla="*/ 783103 h 2123041"/>
                      <a:gd name="connsiteX59" fmla="*/ 3185214 w 3562322"/>
                      <a:gd name="connsiteY59" fmla="*/ 944704 h 2123041"/>
                      <a:gd name="connsiteX60" fmla="*/ 3178788 w 3562322"/>
                      <a:gd name="connsiteY60" fmla="*/ 1553682 h 2123041"/>
                      <a:gd name="connsiteX61" fmla="*/ 3172349 w 3562322"/>
                      <a:gd name="connsiteY61" fmla="*/ 1549848 h 2123041"/>
                      <a:gd name="connsiteX62" fmla="*/ 3165895 w 3562322"/>
                      <a:gd name="connsiteY62" fmla="*/ 1656443 h 2123041"/>
                      <a:gd name="connsiteX63" fmla="*/ 3159427 w 3562322"/>
                      <a:gd name="connsiteY63" fmla="*/ 1574421 h 2123041"/>
                      <a:gd name="connsiteX64" fmla="*/ 3152953 w 3562322"/>
                      <a:gd name="connsiteY64" fmla="*/ 1015065 h 2123041"/>
                      <a:gd name="connsiteX65" fmla="*/ 3146464 w 3562322"/>
                      <a:gd name="connsiteY65" fmla="*/ 0 h 2123041"/>
                      <a:gd name="connsiteX66" fmla="*/ 3139961 w 3562322"/>
                      <a:gd name="connsiteY66" fmla="*/ 695900 h 2123041"/>
                      <a:gd name="connsiteX67" fmla="*/ 3133444 w 3562322"/>
                      <a:gd name="connsiteY67" fmla="*/ 1725589 h 2123041"/>
                      <a:gd name="connsiteX68" fmla="*/ 3126920 w 3562322"/>
                      <a:gd name="connsiteY68" fmla="*/ 1772129 h 2123041"/>
                      <a:gd name="connsiteX69" fmla="*/ 3120375 w 3562322"/>
                      <a:gd name="connsiteY69" fmla="*/ 1782723 h 2123041"/>
                      <a:gd name="connsiteX70" fmla="*/ 3113823 w 3562322"/>
                      <a:gd name="connsiteY70" fmla="*/ 525400 h 2123041"/>
                      <a:gd name="connsiteX71" fmla="*/ 3107257 w 3562322"/>
                      <a:gd name="connsiteY71" fmla="*/ 1123576 h 2123041"/>
                      <a:gd name="connsiteX72" fmla="*/ 3100677 w 3562322"/>
                      <a:gd name="connsiteY72" fmla="*/ 1891880 h 2123041"/>
                      <a:gd name="connsiteX73" fmla="*/ 3094090 w 3562322"/>
                      <a:gd name="connsiteY73" fmla="*/ 1681928 h 2123041"/>
                      <a:gd name="connsiteX74" fmla="*/ 3087482 w 3562322"/>
                      <a:gd name="connsiteY74" fmla="*/ 1943468 h 2123041"/>
                      <a:gd name="connsiteX75" fmla="*/ 3080866 w 3562322"/>
                      <a:gd name="connsiteY75" fmla="*/ 2021306 h 2123041"/>
                      <a:gd name="connsiteX76" fmla="*/ 3074230 w 3562322"/>
                      <a:gd name="connsiteY76" fmla="*/ 1765417 h 2123041"/>
                      <a:gd name="connsiteX77" fmla="*/ 3067587 w 3562322"/>
                      <a:gd name="connsiteY77" fmla="*/ 1946325 h 2123041"/>
                      <a:gd name="connsiteX78" fmla="*/ 3060930 w 3562322"/>
                      <a:gd name="connsiteY78" fmla="*/ 1970357 h 2123041"/>
                      <a:gd name="connsiteX79" fmla="*/ 3054265 w 3562322"/>
                      <a:gd name="connsiteY79" fmla="*/ 2105960 h 2123041"/>
                      <a:gd name="connsiteX80" fmla="*/ 3047580 w 3562322"/>
                      <a:gd name="connsiteY80" fmla="*/ 2091077 h 2123041"/>
                      <a:gd name="connsiteX81" fmla="*/ 3040880 w 3562322"/>
                      <a:gd name="connsiteY81" fmla="*/ 1322310 h 2123041"/>
                      <a:gd name="connsiteX82" fmla="*/ 3034167 w 3562322"/>
                      <a:gd name="connsiteY82" fmla="*/ 1840896 h 2123041"/>
                      <a:gd name="connsiteX83" fmla="*/ 3027446 w 3562322"/>
                      <a:gd name="connsiteY83" fmla="*/ 1971999 h 2123041"/>
                      <a:gd name="connsiteX84" fmla="*/ 3020705 w 3562322"/>
                      <a:gd name="connsiteY84" fmla="*/ 1939283 h 2123041"/>
                      <a:gd name="connsiteX85" fmla="*/ 3013956 w 3562322"/>
                      <a:gd name="connsiteY85" fmla="*/ 1811564 h 2123041"/>
                      <a:gd name="connsiteX86" fmla="*/ 3007187 w 3562322"/>
                      <a:gd name="connsiteY86" fmla="*/ 1612494 h 2123041"/>
                      <a:gd name="connsiteX87" fmla="*/ 3000410 w 3562322"/>
                      <a:gd name="connsiteY87" fmla="*/ 1525740 h 2123041"/>
                      <a:gd name="connsiteX88" fmla="*/ 2993612 w 3562322"/>
                      <a:gd name="connsiteY88" fmla="*/ 1602974 h 2123041"/>
                      <a:gd name="connsiteX89" fmla="*/ 2986807 w 3562322"/>
                      <a:gd name="connsiteY89" fmla="*/ 1457008 h 2123041"/>
                      <a:gd name="connsiteX90" fmla="*/ 2979981 w 3562322"/>
                      <a:gd name="connsiteY90" fmla="*/ 1437876 h 2123041"/>
                      <a:gd name="connsiteX91" fmla="*/ 2973148 w 3562322"/>
                      <a:gd name="connsiteY91" fmla="*/ 1283352 h 2123041"/>
                      <a:gd name="connsiteX92" fmla="*/ 2966294 w 3562322"/>
                      <a:gd name="connsiteY92" fmla="*/ 1174230 h 2123041"/>
                      <a:gd name="connsiteX93" fmla="*/ 2959426 w 3562322"/>
                      <a:gd name="connsiteY93" fmla="*/ 1375687 h 2123041"/>
                      <a:gd name="connsiteX94" fmla="*/ 2952551 w 3562322"/>
                      <a:gd name="connsiteY94" fmla="*/ 1360860 h 2123041"/>
                      <a:gd name="connsiteX95" fmla="*/ 2945655 w 3562322"/>
                      <a:gd name="connsiteY95" fmla="*/ 1068008 h 2123041"/>
                      <a:gd name="connsiteX96" fmla="*/ 2938745 w 3562322"/>
                      <a:gd name="connsiteY96" fmla="*/ 1365458 h 2123041"/>
                      <a:gd name="connsiteX97" fmla="*/ 2931821 w 3562322"/>
                      <a:gd name="connsiteY97" fmla="*/ 1296516 h 2123041"/>
                      <a:gd name="connsiteX98" fmla="*/ 2924883 w 3562322"/>
                      <a:gd name="connsiteY98" fmla="*/ 1289362 h 2123041"/>
                      <a:gd name="connsiteX99" fmla="*/ 2917930 w 3562322"/>
                      <a:gd name="connsiteY99" fmla="*/ 1344410 h 2123041"/>
                      <a:gd name="connsiteX100" fmla="*/ 2910957 w 3562322"/>
                      <a:gd name="connsiteY100" fmla="*/ 1407631 h 2123041"/>
                      <a:gd name="connsiteX101" fmla="*/ 2903977 w 3562322"/>
                      <a:gd name="connsiteY101" fmla="*/ 1536544 h 2123041"/>
                      <a:gd name="connsiteX102" fmla="*/ 2896975 w 3562322"/>
                      <a:gd name="connsiteY102" fmla="*/ 1610086 h 2123041"/>
                      <a:gd name="connsiteX103" fmla="*/ 2889960 w 3562322"/>
                      <a:gd name="connsiteY103" fmla="*/ 1870951 h 2123041"/>
                      <a:gd name="connsiteX104" fmla="*/ 2882930 w 3562322"/>
                      <a:gd name="connsiteY104" fmla="*/ 1995147 h 2123041"/>
                      <a:gd name="connsiteX105" fmla="*/ 2875887 w 3562322"/>
                      <a:gd name="connsiteY105" fmla="*/ 1913595 h 2123041"/>
                      <a:gd name="connsiteX106" fmla="*/ 2868829 w 3562322"/>
                      <a:gd name="connsiteY106" fmla="*/ 1805119 h 2123041"/>
                      <a:gd name="connsiteX107" fmla="*/ 2861750 w 3562322"/>
                      <a:gd name="connsiteY107" fmla="*/ 1587212 h 2123041"/>
                      <a:gd name="connsiteX108" fmla="*/ 2854658 w 3562322"/>
                      <a:gd name="connsiteY108" fmla="*/ 1454649 h 2123041"/>
                      <a:gd name="connsiteX109" fmla="*/ 2847551 w 3562322"/>
                      <a:gd name="connsiteY109" fmla="*/ 1305944 h 2123041"/>
                      <a:gd name="connsiteX110" fmla="*/ 2840423 w 3562322"/>
                      <a:gd name="connsiteY110" fmla="*/ 1183048 h 2123041"/>
                      <a:gd name="connsiteX111" fmla="*/ 2833288 w 3562322"/>
                      <a:gd name="connsiteY111" fmla="*/ 950152 h 2123041"/>
                      <a:gd name="connsiteX112" fmla="*/ 2826132 w 3562322"/>
                      <a:gd name="connsiteY112" fmla="*/ 852987 h 2123041"/>
                      <a:gd name="connsiteX113" fmla="*/ 2818955 w 3562322"/>
                      <a:gd name="connsiteY113" fmla="*/ 627751 h 2123041"/>
                      <a:gd name="connsiteX114" fmla="*/ 2811771 w 3562322"/>
                      <a:gd name="connsiteY114" fmla="*/ 610325 h 2123041"/>
                      <a:gd name="connsiteX115" fmla="*/ 2804566 w 3562322"/>
                      <a:gd name="connsiteY115" fmla="*/ 533912 h 2123041"/>
                      <a:gd name="connsiteX116" fmla="*/ 2790107 w 3562322"/>
                      <a:gd name="connsiteY116" fmla="*/ 310316 h 2123041"/>
                      <a:gd name="connsiteX117" fmla="*/ 2782845 w 3562322"/>
                      <a:gd name="connsiteY117" fmla="*/ 312795 h 2123041"/>
                      <a:gd name="connsiteX118" fmla="*/ 2775577 w 3562322"/>
                      <a:gd name="connsiteY118" fmla="*/ 187323 h 2123041"/>
                      <a:gd name="connsiteX119" fmla="*/ 2768288 w 3562322"/>
                      <a:gd name="connsiteY119" fmla="*/ 266487 h 2123041"/>
                      <a:gd name="connsiteX120" fmla="*/ 2760984 w 3562322"/>
                      <a:gd name="connsiteY120" fmla="*/ 328060 h 2123041"/>
                      <a:gd name="connsiteX121" fmla="*/ 2753660 w 3562322"/>
                      <a:gd name="connsiteY121" fmla="*/ 257513 h 2123041"/>
                      <a:gd name="connsiteX122" fmla="*/ 2746321 w 3562322"/>
                      <a:gd name="connsiteY122" fmla="*/ 264322 h 2123041"/>
                      <a:gd name="connsiteX123" fmla="*/ 2738962 w 3562322"/>
                      <a:gd name="connsiteY123" fmla="*/ 234739 h 2123041"/>
                      <a:gd name="connsiteX124" fmla="*/ 2731588 w 3562322"/>
                      <a:gd name="connsiteY124" fmla="*/ 304939 h 2123041"/>
                      <a:gd name="connsiteX125" fmla="*/ 2724194 w 3562322"/>
                      <a:gd name="connsiteY125" fmla="*/ 449732 h 2123041"/>
                      <a:gd name="connsiteX126" fmla="*/ 2716785 w 3562322"/>
                      <a:gd name="connsiteY126" fmla="*/ 658978 h 2123041"/>
                      <a:gd name="connsiteX127" fmla="*/ 2709355 w 3562322"/>
                      <a:gd name="connsiteY127" fmla="*/ 963414 h 2123041"/>
                      <a:gd name="connsiteX128" fmla="*/ 2694439 w 3562322"/>
                      <a:gd name="connsiteY128" fmla="*/ 1734246 h 2123041"/>
                      <a:gd name="connsiteX129" fmla="*/ 2686960 w 3562322"/>
                      <a:gd name="connsiteY129" fmla="*/ 1827522 h 2123041"/>
                      <a:gd name="connsiteX130" fmla="*/ 2679460 w 3562322"/>
                      <a:gd name="connsiteY130" fmla="*/ 1953985 h 2123041"/>
                      <a:gd name="connsiteX131" fmla="*/ 2671939 w 3562322"/>
                      <a:gd name="connsiteY131" fmla="*/ 1820747 h 2123041"/>
                      <a:gd name="connsiteX132" fmla="*/ 2664404 w 3562322"/>
                      <a:gd name="connsiteY132" fmla="*/ 2039896 h 2123041"/>
                      <a:gd name="connsiteX133" fmla="*/ 2656841 w 3562322"/>
                      <a:gd name="connsiteY133" fmla="*/ 1983619 h 2123041"/>
                      <a:gd name="connsiteX134" fmla="*/ 2649270 w 3562322"/>
                      <a:gd name="connsiteY134" fmla="*/ 2042740 h 2123041"/>
                      <a:gd name="connsiteX135" fmla="*/ 2641672 w 3562322"/>
                      <a:gd name="connsiteY135" fmla="*/ 2011884 h 2123041"/>
                      <a:gd name="connsiteX136" fmla="*/ 2634059 w 3562322"/>
                      <a:gd name="connsiteY136" fmla="*/ 1949870 h 2123041"/>
                      <a:gd name="connsiteX137" fmla="*/ 2626426 w 3562322"/>
                      <a:gd name="connsiteY137" fmla="*/ 1945174 h 2123041"/>
                      <a:gd name="connsiteX138" fmla="*/ 2618779 w 3562322"/>
                      <a:gd name="connsiteY138" fmla="*/ 1883174 h 2123041"/>
                      <a:gd name="connsiteX139" fmla="*/ 2611103 w 3562322"/>
                      <a:gd name="connsiteY139" fmla="*/ 1979589 h 2123041"/>
                      <a:gd name="connsiteX140" fmla="*/ 2603413 w 3562322"/>
                      <a:gd name="connsiteY140" fmla="*/ 2000749 h 2123041"/>
                      <a:gd name="connsiteX141" fmla="*/ 2587971 w 3562322"/>
                      <a:gd name="connsiteY141" fmla="*/ 1844743 h 2123041"/>
                      <a:gd name="connsiteX142" fmla="*/ 2580218 w 3562322"/>
                      <a:gd name="connsiteY142" fmla="*/ 1965077 h 2123041"/>
                      <a:gd name="connsiteX143" fmla="*/ 2572451 w 3562322"/>
                      <a:gd name="connsiteY143" fmla="*/ 2001241 h 2123041"/>
                      <a:gd name="connsiteX144" fmla="*/ 2564656 w 3562322"/>
                      <a:gd name="connsiteY144" fmla="*/ 1945075 h 2123041"/>
                      <a:gd name="connsiteX145" fmla="*/ 2556847 w 3562322"/>
                      <a:gd name="connsiteY145" fmla="*/ 2099649 h 2123041"/>
                      <a:gd name="connsiteX146" fmla="*/ 2549010 w 3562322"/>
                      <a:gd name="connsiteY146" fmla="*/ 2112995 h 2123041"/>
                      <a:gd name="connsiteX147" fmla="*/ 2541159 w 3562322"/>
                      <a:gd name="connsiteY147" fmla="*/ 2004652 h 2123041"/>
                      <a:gd name="connsiteX148" fmla="*/ 2533287 w 3562322"/>
                      <a:gd name="connsiteY148" fmla="*/ 2088395 h 2123041"/>
                      <a:gd name="connsiteX149" fmla="*/ 2525393 w 3562322"/>
                      <a:gd name="connsiteY149" fmla="*/ 1979463 h 2123041"/>
                      <a:gd name="connsiteX150" fmla="*/ 2517479 w 3562322"/>
                      <a:gd name="connsiteY150" fmla="*/ 1967043 h 2123041"/>
                      <a:gd name="connsiteX151" fmla="*/ 2509536 w 3562322"/>
                      <a:gd name="connsiteY151" fmla="*/ 1776720 h 2123041"/>
                      <a:gd name="connsiteX152" fmla="*/ 2501580 w 3562322"/>
                      <a:gd name="connsiteY152" fmla="*/ 1766920 h 2123041"/>
                      <a:gd name="connsiteX153" fmla="*/ 2493595 w 3562322"/>
                      <a:gd name="connsiteY153" fmla="*/ 1761479 h 2123041"/>
                      <a:gd name="connsiteX154" fmla="*/ 2485597 w 3562322"/>
                      <a:gd name="connsiteY154" fmla="*/ 1775106 h 2123041"/>
                      <a:gd name="connsiteX155" fmla="*/ 2477570 w 3562322"/>
                      <a:gd name="connsiteY155" fmla="*/ 1816857 h 2123041"/>
                      <a:gd name="connsiteX156" fmla="*/ 2469522 w 3562322"/>
                      <a:gd name="connsiteY156" fmla="*/ 1724557 h 2123041"/>
                      <a:gd name="connsiteX157" fmla="*/ 2461453 w 3562322"/>
                      <a:gd name="connsiteY157" fmla="*/ 1750618 h 2123041"/>
                      <a:gd name="connsiteX158" fmla="*/ 2453363 w 3562322"/>
                      <a:gd name="connsiteY158" fmla="*/ 1805133 h 2123041"/>
                      <a:gd name="connsiteX159" fmla="*/ 2445252 w 3562322"/>
                      <a:gd name="connsiteY159" fmla="*/ 1954223 h 2123041"/>
                      <a:gd name="connsiteX160" fmla="*/ 2437113 w 3562322"/>
                      <a:gd name="connsiteY160" fmla="*/ 1820059 h 2123041"/>
                      <a:gd name="connsiteX161" fmla="*/ 2428953 w 3562322"/>
                      <a:gd name="connsiteY161" fmla="*/ 2044509 h 2123041"/>
                      <a:gd name="connsiteX162" fmla="*/ 2420765 w 3562322"/>
                      <a:gd name="connsiteY162" fmla="*/ 2047296 h 2123041"/>
                      <a:gd name="connsiteX163" fmla="*/ 2412563 w 3562322"/>
                      <a:gd name="connsiteY163" fmla="*/ 2042122 h 2123041"/>
                      <a:gd name="connsiteX164" fmla="*/ 2404332 w 3562322"/>
                      <a:gd name="connsiteY164" fmla="*/ 1984939 h 2123041"/>
                      <a:gd name="connsiteX165" fmla="*/ 2396081 w 3562322"/>
                      <a:gd name="connsiteY165" fmla="*/ 1983892 h 2123041"/>
                      <a:gd name="connsiteX166" fmla="*/ 2387801 w 3562322"/>
                      <a:gd name="connsiteY166" fmla="*/ 2032131 h 2123041"/>
                      <a:gd name="connsiteX167" fmla="*/ 2379501 w 3562322"/>
                      <a:gd name="connsiteY167" fmla="*/ 1886790 h 2123041"/>
                      <a:gd name="connsiteX168" fmla="*/ 2371172 w 3562322"/>
                      <a:gd name="connsiteY168" fmla="*/ 2018041 h 2123041"/>
                      <a:gd name="connsiteX169" fmla="*/ 2362822 w 3562322"/>
                      <a:gd name="connsiteY169" fmla="*/ 1963076 h 2123041"/>
                      <a:gd name="connsiteX170" fmla="*/ 2354444 w 3562322"/>
                      <a:gd name="connsiteY170" fmla="*/ 1979940 h 2123041"/>
                      <a:gd name="connsiteX171" fmla="*/ 2346045 w 3562322"/>
                      <a:gd name="connsiteY171" fmla="*/ 1948593 h 2123041"/>
                      <a:gd name="connsiteX172" fmla="*/ 2337619 w 3562322"/>
                      <a:gd name="connsiteY172" fmla="*/ 1825289 h 2123041"/>
                      <a:gd name="connsiteX173" fmla="*/ 2329170 w 3562322"/>
                      <a:gd name="connsiteY173" fmla="*/ 1941979 h 2123041"/>
                      <a:gd name="connsiteX174" fmla="*/ 2320694 w 3562322"/>
                      <a:gd name="connsiteY174" fmla="*/ 1752921 h 2123041"/>
                      <a:gd name="connsiteX175" fmla="*/ 2312190 w 3562322"/>
                      <a:gd name="connsiteY175" fmla="*/ 1869274 h 2123041"/>
                      <a:gd name="connsiteX176" fmla="*/ 2303665 w 3562322"/>
                      <a:gd name="connsiteY176" fmla="*/ 1999085 h 2123041"/>
                      <a:gd name="connsiteX177" fmla="*/ 2295111 w 3562322"/>
                      <a:gd name="connsiteY177" fmla="*/ 1867750 h 2123041"/>
                      <a:gd name="connsiteX178" fmla="*/ 2286530 w 3562322"/>
                      <a:gd name="connsiteY178" fmla="*/ 1828266 h 2123041"/>
                      <a:gd name="connsiteX179" fmla="*/ 2277920 w 3562322"/>
                      <a:gd name="connsiteY179" fmla="*/ 1888868 h 2123041"/>
                      <a:gd name="connsiteX180" fmla="*/ 2269289 w 3562322"/>
                      <a:gd name="connsiteY180" fmla="*/ 1498549 h 2123041"/>
                      <a:gd name="connsiteX181" fmla="*/ 2260631 w 3562322"/>
                      <a:gd name="connsiteY181" fmla="*/ 1695435 h 2123041"/>
                      <a:gd name="connsiteX182" fmla="*/ 2251944 w 3562322"/>
                      <a:gd name="connsiteY182" fmla="*/ 1825795 h 2123041"/>
                      <a:gd name="connsiteX183" fmla="*/ 2243229 w 3562322"/>
                      <a:gd name="connsiteY183" fmla="*/ 1528674 h 2123041"/>
                      <a:gd name="connsiteX184" fmla="*/ 2234479 w 3562322"/>
                      <a:gd name="connsiteY184" fmla="*/ 1677989 h 2123041"/>
                      <a:gd name="connsiteX185" fmla="*/ 2225708 w 3562322"/>
                      <a:gd name="connsiteY185" fmla="*/ 1268784 h 2123041"/>
                      <a:gd name="connsiteX186" fmla="*/ 2216916 w 3562322"/>
                      <a:gd name="connsiteY186" fmla="*/ 1780118 h 2123041"/>
                      <a:gd name="connsiteX187" fmla="*/ 2208081 w 3562322"/>
                      <a:gd name="connsiteY187" fmla="*/ 1785314 h 2123041"/>
                      <a:gd name="connsiteX188" fmla="*/ 2199226 w 3562322"/>
                      <a:gd name="connsiteY188" fmla="*/ 1662066 h 2123041"/>
                      <a:gd name="connsiteX189" fmla="*/ 2190342 w 3562322"/>
                      <a:gd name="connsiteY189" fmla="*/ 1854018 h 2123041"/>
                      <a:gd name="connsiteX190" fmla="*/ 2181431 w 3562322"/>
                      <a:gd name="connsiteY190" fmla="*/ 1871310 h 2123041"/>
                      <a:gd name="connsiteX191" fmla="*/ 2172484 w 3562322"/>
                      <a:gd name="connsiteY191" fmla="*/ 1899048 h 2123041"/>
                      <a:gd name="connsiteX192" fmla="*/ 2163510 w 3562322"/>
                      <a:gd name="connsiteY192" fmla="*/ 1593355 h 2123041"/>
                      <a:gd name="connsiteX193" fmla="*/ 2154507 w 3562322"/>
                      <a:gd name="connsiteY193" fmla="*/ 1722654 h 2123041"/>
                      <a:gd name="connsiteX194" fmla="*/ 2145476 w 3562322"/>
                      <a:gd name="connsiteY194" fmla="*/ 1734203 h 2123041"/>
                      <a:gd name="connsiteX195" fmla="*/ 2136410 w 3562322"/>
                      <a:gd name="connsiteY195" fmla="*/ 1823843 h 2123041"/>
                      <a:gd name="connsiteX196" fmla="*/ 2127316 w 3562322"/>
                      <a:gd name="connsiteY196" fmla="*/ 1703137 h 2123041"/>
                      <a:gd name="connsiteX197" fmla="*/ 2118186 w 3562322"/>
                      <a:gd name="connsiteY197" fmla="*/ 1729254 h 2123041"/>
                      <a:gd name="connsiteX198" fmla="*/ 2109029 w 3562322"/>
                      <a:gd name="connsiteY198" fmla="*/ 1641032 h 2123041"/>
                      <a:gd name="connsiteX199" fmla="*/ 2099836 w 3562322"/>
                      <a:gd name="connsiteY199" fmla="*/ 1634419 h 2123041"/>
                      <a:gd name="connsiteX200" fmla="*/ 2090616 w 3562322"/>
                      <a:gd name="connsiteY200" fmla="*/ 1637649 h 2123041"/>
                      <a:gd name="connsiteX201" fmla="*/ 2081360 w 3562322"/>
                      <a:gd name="connsiteY201" fmla="*/ 1618377 h 2123041"/>
                      <a:gd name="connsiteX202" fmla="*/ 2072076 w 3562322"/>
                      <a:gd name="connsiteY202" fmla="*/ 1563890 h 2123041"/>
                      <a:gd name="connsiteX203" fmla="*/ 2062757 w 3562322"/>
                      <a:gd name="connsiteY203" fmla="*/ 1621719 h 2123041"/>
                      <a:gd name="connsiteX204" fmla="*/ 2053403 w 3562322"/>
                      <a:gd name="connsiteY204" fmla="*/ 1684757 h 2123041"/>
                      <a:gd name="connsiteX205" fmla="*/ 2044021 w 3562322"/>
                      <a:gd name="connsiteY205" fmla="*/ 1697289 h 2123041"/>
                      <a:gd name="connsiteX206" fmla="*/ 2034597 w 3562322"/>
                      <a:gd name="connsiteY206" fmla="*/ 1574624 h 2123041"/>
                      <a:gd name="connsiteX207" fmla="*/ 2025145 w 3562322"/>
                      <a:gd name="connsiteY207" fmla="*/ 1013514 h 2123041"/>
                      <a:gd name="connsiteX208" fmla="*/ 2015657 w 3562322"/>
                      <a:gd name="connsiteY208" fmla="*/ 1276493 h 2123041"/>
                      <a:gd name="connsiteX209" fmla="*/ 2006135 w 3562322"/>
                      <a:gd name="connsiteY209" fmla="*/ 1672302 h 2123041"/>
                      <a:gd name="connsiteX210" fmla="*/ 1996577 w 3562322"/>
                      <a:gd name="connsiteY210" fmla="*/ 1535463 h 2123041"/>
                      <a:gd name="connsiteX211" fmla="*/ 1986985 w 3562322"/>
                      <a:gd name="connsiteY211" fmla="*/ 1425358 h 2123041"/>
                      <a:gd name="connsiteX212" fmla="*/ 1977357 w 3562322"/>
                      <a:gd name="connsiteY212" fmla="*/ 1620216 h 2123041"/>
                      <a:gd name="connsiteX213" fmla="*/ 1967687 w 3562322"/>
                      <a:gd name="connsiteY213" fmla="*/ 1439175 h 2123041"/>
                      <a:gd name="connsiteX214" fmla="*/ 1957982 w 3562322"/>
                      <a:gd name="connsiteY214" fmla="*/ 1504474 h 2123041"/>
                      <a:gd name="connsiteX215" fmla="*/ 1948248 w 3562322"/>
                      <a:gd name="connsiteY215" fmla="*/ 1687256 h 2123041"/>
                      <a:gd name="connsiteX216" fmla="*/ 1938466 w 3562322"/>
                      <a:gd name="connsiteY216" fmla="*/ 1713394 h 2123041"/>
                      <a:gd name="connsiteX217" fmla="*/ 1928656 w 3562322"/>
                      <a:gd name="connsiteY217" fmla="*/ 1693048 h 2123041"/>
                      <a:gd name="connsiteX218" fmla="*/ 1918803 w 3562322"/>
                      <a:gd name="connsiteY218" fmla="*/ 1716750 h 2123041"/>
                      <a:gd name="connsiteX219" fmla="*/ 1908908 w 3562322"/>
                      <a:gd name="connsiteY219" fmla="*/ 1862850 h 2123041"/>
                      <a:gd name="connsiteX220" fmla="*/ 1889014 w 3562322"/>
                      <a:gd name="connsiteY220" fmla="*/ 1980158 h 2123041"/>
                      <a:gd name="connsiteX221" fmla="*/ 1879000 w 3562322"/>
                      <a:gd name="connsiteY221" fmla="*/ 1831011 h 2123041"/>
                      <a:gd name="connsiteX222" fmla="*/ 1868950 w 3562322"/>
                      <a:gd name="connsiteY222" fmla="*/ 1955185 h 2123041"/>
                      <a:gd name="connsiteX223" fmla="*/ 1858866 w 3562322"/>
                      <a:gd name="connsiteY223" fmla="*/ 1990267 h 2123041"/>
                      <a:gd name="connsiteX224" fmla="*/ 1848733 w 3562322"/>
                      <a:gd name="connsiteY224" fmla="*/ 1954960 h 2123041"/>
                      <a:gd name="connsiteX225" fmla="*/ 1838564 w 3562322"/>
                      <a:gd name="connsiteY225" fmla="*/ 2070246 h 2123041"/>
                      <a:gd name="connsiteX226" fmla="*/ 1828346 w 3562322"/>
                      <a:gd name="connsiteY226" fmla="*/ 1991882 h 2123041"/>
                      <a:gd name="connsiteX227" fmla="*/ 1818093 w 3562322"/>
                      <a:gd name="connsiteY227" fmla="*/ 2036379 h 2123041"/>
                      <a:gd name="connsiteX228" fmla="*/ 1807791 w 3562322"/>
                      <a:gd name="connsiteY228" fmla="*/ 1973053 h 2123041"/>
                      <a:gd name="connsiteX229" fmla="*/ 1797454 w 3562322"/>
                      <a:gd name="connsiteY229" fmla="*/ 1936868 h 2123041"/>
                      <a:gd name="connsiteX230" fmla="*/ 1787068 w 3562322"/>
                      <a:gd name="connsiteY230" fmla="*/ 1980993 h 2123041"/>
                      <a:gd name="connsiteX231" fmla="*/ 1776640 w 3562322"/>
                      <a:gd name="connsiteY231" fmla="*/ 1948698 h 2123041"/>
                      <a:gd name="connsiteX232" fmla="*/ 1766162 w 3562322"/>
                      <a:gd name="connsiteY232" fmla="*/ 1803785 h 2123041"/>
                      <a:gd name="connsiteX233" fmla="*/ 1755642 w 3562322"/>
                      <a:gd name="connsiteY233" fmla="*/ 1871969 h 2123041"/>
                      <a:gd name="connsiteX234" fmla="*/ 1745080 w 3562322"/>
                      <a:gd name="connsiteY234" fmla="*/ 1975671 h 2123041"/>
                      <a:gd name="connsiteX235" fmla="*/ 1734469 w 3562322"/>
                      <a:gd name="connsiteY235" fmla="*/ 2070457 h 2123041"/>
                      <a:gd name="connsiteX236" fmla="*/ 1723809 w 3562322"/>
                      <a:gd name="connsiteY236" fmla="*/ 1922946 h 2123041"/>
                      <a:gd name="connsiteX237" fmla="*/ 1713107 w 3562322"/>
                      <a:gd name="connsiteY237" fmla="*/ 1938511 h 2123041"/>
                      <a:gd name="connsiteX238" fmla="*/ 1691555 w 3562322"/>
                      <a:gd name="connsiteY238" fmla="*/ 1682770 h 2123041"/>
                      <a:gd name="connsiteX239" fmla="*/ 1680705 w 3562322"/>
                      <a:gd name="connsiteY239" fmla="*/ 1711773 h 2123041"/>
                      <a:gd name="connsiteX240" fmla="*/ 1669806 w 3562322"/>
                      <a:gd name="connsiteY240" fmla="*/ 1668546 h 2123041"/>
                      <a:gd name="connsiteX241" fmla="*/ 1658851 w 3562322"/>
                      <a:gd name="connsiteY241" fmla="*/ 1714237 h 2123041"/>
                      <a:gd name="connsiteX242" fmla="*/ 1647854 w 3562322"/>
                      <a:gd name="connsiteY242" fmla="*/ 1590091 h 2123041"/>
                      <a:gd name="connsiteX243" fmla="*/ 1636807 w 3562322"/>
                      <a:gd name="connsiteY243" fmla="*/ 1286820 h 2123041"/>
                      <a:gd name="connsiteX244" fmla="*/ 1625705 w 3562322"/>
                      <a:gd name="connsiteY244" fmla="*/ 1106643 h 2123041"/>
                      <a:gd name="connsiteX245" fmla="*/ 1614546 w 3562322"/>
                      <a:gd name="connsiteY245" fmla="*/ 853991 h 2123041"/>
                      <a:gd name="connsiteX246" fmla="*/ 1603345 w 3562322"/>
                      <a:gd name="connsiteY246" fmla="*/ 851295 h 2123041"/>
                      <a:gd name="connsiteX247" fmla="*/ 1592081 w 3562322"/>
                      <a:gd name="connsiteY247" fmla="*/ 876562 h 2123041"/>
                      <a:gd name="connsiteX248" fmla="*/ 1580768 w 3562322"/>
                      <a:gd name="connsiteY248" fmla="*/ 1342501 h 2123041"/>
                      <a:gd name="connsiteX249" fmla="*/ 1569398 w 3562322"/>
                      <a:gd name="connsiteY249" fmla="*/ 1320259 h 2123041"/>
                      <a:gd name="connsiteX250" fmla="*/ 1557973 w 3562322"/>
                      <a:gd name="connsiteY250" fmla="*/ 920813 h 2123041"/>
                      <a:gd name="connsiteX251" fmla="*/ 1546498 w 3562322"/>
                      <a:gd name="connsiteY251" fmla="*/ 783180 h 2123041"/>
                      <a:gd name="connsiteX252" fmla="*/ 1534960 w 3562322"/>
                      <a:gd name="connsiteY252" fmla="*/ 793206 h 2123041"/>
                      <a:gd name="connsiteX253" fmla="*/ 1523366 w 3562322"/>
                      <a:gd name="connsiteY253" fmla="*/ 1301725 h 2123041"/>
                      <a:gd name="connsiteX254" fmla="*/ 1511715 w 3562322"/>
                      <a:gd name="connsiteY254" fmla="*/ 1726200 h 2123041"/>
                      <a:gd name="connsiteX255" fmla="*/ 1500002 w 3562322"/>
                      <a:gd name="connsiteY255" fmla="*/ 1663850 h 2123041"/>
                      <a:gd name="connsiteX256" fmla="*/ 1488232 w 3562322"/>
                      <a:gd name="connsiteY256" fmla="*/ 1540209 h 2123041"/>
                      <a:gd name="connsiteX257" fmla="*/ 1476399 w 3562322"/>
                      <a:gd name="connsiteY257" fmla="*/ 1460918 h 2123041"/>
                      <a:gd name="connsiteX258" fmla="*/ 1464510 w 3562322"/>
                      <a:gd name="connsiteY258" fmla="*/ 1480281 h 2123041"/>
                      <a:gd name="connsiteX259" fmla="*/ 1452558 w 3562322"/>
                      <a:gd name="connsiteY259" fmla="*/ 1644971 h 2123041"/>
                      <a:gd name="connsiteX260" fmla="*/ 1440542 w 3562322"/>
                      <a:gd name="connsiteY260" fmla="*/ 1716378 h 2123041"/>
                      <a:gd name="connsiteX261" fmla="*/ 1428471 w 3562322"/>
                      <a:gd name="connsiteY261" fmla="*/ 1823534 h 2123041"/>
                      <a:gd name="connsiteX262" fmla="*/ 1416329 w 3562322"/>
                      <a:gd name="connsiteY262" fmla="*/ 1911910 h 2123041"/>
                      <a:gd name="connsiteX263" fmla="*/ 1404124 w 3562322"/>
                      <a:gd name="connsiteY263" fmla="*/ 1939578 h 2123041"/>
                      <a:gd name="connsiteX264" fmla="*/ 1391855 w 3562322"/>
                      <a:gd name="connsiteY264" fmla="*/ 1921451 h 2123041"/>
                      <a:gd name="connsiteX265" fmla="*/ 1379517 w 3562322"/>
                      <a:gd name="connsiteY265" fmla="*/ 1919583 h 2123041"/>
                      <a:gd name="connsiteX266" fmla="*/ 1367115 w 3562322"/>
                      <a:gd name="connsiteY266" fmla="*/ 2042206 h 2123041"/>
                      <a:gd name="connsiteX267" fmla="*/ 1354650 w 3562322"/>
                      <a:gd name="connsiteY267" fmla="*/ 1998741 h 2123041"/>
                      <a:gd name="connsiteX268" fmla="*/ 1342108 w 3562322"/>
                      <a:gd name="connsiteY268" fmla="*/ 1941888 h 2123041"/>
                      <a:gd name="connsiteX269" fmla="*/ 1329502 w 3562322"/>
                      <a:gd name="connsiteY269" fmla="*/ 1923733 h 2123041"/>
                      <a:gd name="connsiteX270" fmla="*/ 1316834 w 3562322"/>
                      <a:gd name="connsiteY270" fmla="*/ 1784605 h 2123041"/>
                      <a:gd name="connsiteX271" fmla="*/ 1304088 w 3562322"/>
                      <a:gd name="connsiteY271" fmla="*/ 1770718 h 2123041"/>
                      <a:gd name="connsiteX272" fmla="*/ 1291272 w 3562322"/>
                      <a:gd name="connsiteY272" fmla="*/ 1693336 h 2123041"/>
                      <a:gd name="connsiteX273" fmla="*/ 1278379 w 3562322"/>
                      <a:gd name="connsiteY273" fmla="*/ 1625840 h 2123041"/>
                      <a:gd name="connsiteX274" fmla="*/ 1265422 w 3562322"/>
                      <a:gd name="connsiteY274" fmla="*/ 1737622 h 2123041"/>
                      <a:gd name="connsiteX275" fmla="*/ 1252388 w 3562322"/>
                      <a:gd name="connsiteY275" fmla="*/ 1753370 h 2123041"/>
                      <a:gd name="connsiteX276" fmla="*/ 1239284 w 3562322"/>
                      <a:gd name="connsiteY276" fmla="*/ 1649661 h 2123041"/>
                      <a:gd name="connsiteX277" fmla="*/ 1226103 w 3562322"/>
                      <a:gd name="connsiteY277" fmla="*/ 1771553 h 2123041"/>
                      <a:gd name="connsiteX278" fmla="*/ 1212845 w 3562322"/>
                      <a:gd name="connsiteY278" fmla="*/ 1737566 h 2123041"/>
                      <a:gd name="connsiteX279" fmla="*/ 1199516 w 3562322"/>
                      <a:gd name="connsiteY279" fmla="*/ 1782512 h 2123041"/>
                      <a:gd name="connsiteX280" fmla="*/ 1186103 w 3562322"/>
                      <a:gd name="connsiteY280" fmla="*/ 1899231 h 2123041"/>
                      <a:gd name="connsiteX281" fmla="*/ 1172620 w 3562322"/>
                      <a:gd name="connsiteY281" fmla="*/ 1991039 h 2123041"/>
                      <a:gd name="connsiteX282" fmla="*/ 1159059 w 3562322"/>
                      <a:gd name="connsiteY282" fmla="*/ 1950243 h 2123041"/>
                      <a:gd name="connsiteX283" fmla="*/ 1145421 w 3562322"/>
                      <a:gd name="connsiteY283" fmla="*/ 2023587 h 2123041"/>
                      <a:gd name="connsiteX284" fmla="*/ 1131700 w 3562322"/>
                      <a:gd name="connsiteY284" fmla="*/ 2008507 h 2123041"/>
                      <a:gd name="connsiteX285" fmla="*/ 1117900 w 3562322"/>
                      <a:gd name="connsiteY285" fmla="*/ 2073012 h 2123041"/>
                      <a:gd name="connsiteX286" fmla="*/ 1104024 w 3562322"/>
                      <a:gd name="connsiteY286" fmla="*/ 2096440 h 2123041"/>
                      <a:gd name="connsiteX287" fmla="*/ 1090070 w 3562322"/>
                      <a:gd name="connsiteY287" fmla="*/ 2076642 h 2123041"/>
                      <a:gd name="connsiteX288" fmla="*/ 1076032 w 3562322"/>
                      <a:gd name="connsiteY288" fmla="*/ 1887857 h 2123041"/>
                      <a:gd name="connsiteX289" fmla="*/ 1061917 w 3562322"/>
                      <a:gd name="connsiteY289" fmla="*/ 1568271 h 2123041"/>
                      <a:gd name="connsiteX290" fmla="*/ 1047724 w 3562322"/>
                      <a:gd name="connsiteY290" fmla="*/ 1627090 h 2123041"/>
                      <a:gd name="connsiteX291" fmla="*/ 1033448 w 3562322"/>
                      <a:gd name="connsiteY291" fmla="*/ 1899855 h 2123041"/>
                      <a:gd name="connsiteX292" fmla="*/ 1019094 w 3562322"/>
                      <a:gd name="connsiteY292" fmla="*/ 1285198 h 2123041"/>
                      <a:gd name="connsiteX293" fmla="*/ 1004655 w 3562322"/>
                      <a:gd name="connsiteY293" fmla="*/ 1686056 h 2123041"/>
                      <a:gd name="connsiteX294" fmla="*/ 990140 w 3562322"/>
                      <a:gd name="connsiteY294" fmla="*/ 1833433 h 2123041"/>
                      <a:gd name="connsiteX295" fmla="*/ 975547 w 3562322"/>
                      <a:gd name="connsiteY295" fmla="*/ 1420416 h 2123041"/>
                      <a:gd name="connsiteX296" fmla="*/ 960877 w 3562322"/>
                      <a:gd name="connsiteY296" fmla="*/ 1898641 h 2123041"/>
                      <a:gd name="connsiteX297" fmla="*/ 946123 w 3562322"/>
                      <a:gd name="connsiteY297" fmla="*/ 1904714 h 2123041"/>
                      <a:gd name="connsiteX298" fmla="*/ 931298 w 3562322"/>
                      <a:gd name="connsiteY298" fmla="*/ 1825949 h 2123041"/>
                      <a:gd name="connsiteX299" fmla="*/ 916396 w 3562322"/>
                      <a:gd name="connsiteY299" fmla="*/ 1807106 h 2123041"/>
                      <a:gd name="connsiteX300" fmla="*/ 901417 w 3562322"/>
                      <a:gd name="connsiteY300" fmla="*/ 1807766 h 2123041"/>
                      <a:gd name="connsiteX301" fmla="*/ 886375 w 3562322"/>
                      <a:gd name="connsiteY301" fmla="*/ 1816127 h 2123041"/>
                      <a:gd name="connsiteX302" fmla="*/ 871249 w 3562322"/>
                      <a:gd name="connsiteY302" fmla="*/ 1915469 h 2123041"/>
                      <a:gd name="connsiteX303" fmla="*/ 856066 w 3562322"/>
                      <a:gd name="connsiteY303" fmla="*/ 1974513 h 2123041"/>
                      <a:gd name="connsiteX304" fmla="*/ 840806 w 3562322"/>
                      <a:gd name="connsiteY304" fmla="*/ 1948972 h 2123041"/>
                      <a:gd name="connsiteX305" fmla="*/ 825490 w 3562322"/>
                      <a:gd name="connsiteY305" fmla="*/ 2003045 h 2123041"/>
                      <a:gd name="connsiteX306" fmla="*/ 810111 w 3562322"/>
                      <a:gd name="connsiteY306" fmla="*/ 2032496 h 2123041"/>
                      <a:gd name="connsiteX307" fmla="*/ 794675 w 3562322"/>
                      <a:gd name="connsiteY307" fmla="*/ 1931666 h 2123041"/>
                      <a:gd name="connsiteX308" fmla="*/ 779184 w 3562322"/>
                      <a:gd name="connsiteY308" fmla="*/ 1905865 h 2123041"/>
                      <a:gd name="connsiteX309" fmla="*/ 763643 w 3562322"/>
                      <a:gd name="connsiteY309" fmla="*/ 2019248 h 2123041"/>
                      <a:gd name="connsiteX310" fmla="*/ 748060 w 3562322"/>
                      <a:gd name="connsiteY310" fmla="*/ 2008717 h 2123041"/>
                      <a:gd name="connsiteX311" fmla="*/ 732435 w 3562322"/>
                      <a:gd name="connsiteY311" fmla="*/ 1947694 h 2123041"/>
                      <a:gd name="connsiteX312" fmla="*/ 716782 w 3562322"/>
                      <a:gd name="connsiteY312" fmla="*/ 2056226 h 2123041"/>
                      <a:gd name="connsiteX313" fmla="*/ 701093 w 3562322"/>
                      <a:gd name="connsiteY313" fmla="*/ 1881440 h 2123041"/>
                      <a:gd name="connsiteX314" fmla="*/ 685384 w 3562322"/>
                      <a:gd name="connsiteY314" fmla="*/ 1959124 h 2123041"/>
                      <a:gd name="connsiteX315" fmla="*/ 669661 w 3562322"/>
                      <a:gd name="connsiteY315" fmla="*/ 2017044 h 2123041"/>
                      <a:gd name="connsiteX316" fmla="*/ 653930 w 3562322"/>
                      <a:gd name="connsiteY316" fmla="*/ 2032384 h 2123041"/>
                      <a:gd name="connsiteX317" fmla="*/ 638200 w 3562322"/>
                      <a:gd name="connsiteY317" fmla="*/ 2085060 h 2123041"/>
                      <a:gd name="connsiteX318" fmla="*/ 622476 w 3562322"/>
                      <a:gd name="connsiteY318" fmla="*/ 2075069 h 2123041"/>
                      <a:gd name="connsiteX319" fmla="*/ 606774 w 3562322"/>
                      <a:gd name="connsiteY319" fmla="*/ 2053383 h 2123041"/>
                      <a:gd name="connsiteX320" fmla="*/ 591100 w 3562322"/>
                      <a:gd name="connsiteY320" fmla="*/ 2020961 h 2123041"/>
                      <a:gd name="connsiteX321" fmla="*/ 575468 w 3562322"/>
                      <a:gd name="connsiteY321" fmla="*/ 1744685 h 2123041"/>
                      <a:gd name="connsiteX322" fmla="*/ 559878 w 3562322"/>
                      <a:gd name="connsiteY322" fmla="*/ 1923543 h 2123041"/>
                      <a:gd name="connsiteX323" fmla="*/ 544351 w 3562322"/>
                      <a:gd name="connsiteY323" fmla="*/ 1778616 h 2123041"/>
                      <a:gd name="connsiteX324" fmla="*/ 528902 w 3562322"/>
                      <a:gd name="connsiteY324" fmla="*/ 1788424 h 2123041"/>
                      <a:gd name="connsiteX325" fmla="*/ 513529 w 3562322"/>
                      <a:gd name="connsiteY325" fmla="*/ 1766786 h 2123041"/>
                      <a:gd name="connsiteX326" fmla="*/ 498255 w 3562322"/>
                      <a:gd name="connsiteY326" fmla="*/ 1990288 h 2123041"/>
                      <a:gd name="connsiteX327" fmla="*/ 483087 w 3562322"/>
                      <a:gd name="connsiteY327" fmla="*/ 2020877 h 2123041"/>
                      <a:gd name="connsiteX328" fmla="*/ 468037 w 3562322"/>
                      <a:gd name="connsiteY328" fmla="*/ 2074192 h 2123041"/>
                      <a:gd name="connsiteX329" fmla="*/ 453129 w 3562322"/>
                      <a:gd name="connsiteY329" fmla="*/ 2076326 h 2123041"/>
                      <a:gd name="connsiteX330" fmla="*/ 438360 w 3562322"/>
                      <a:gd name="connsiteY330" fmla="*/ 2080869 h 2123041"/>
                      <a:gd name="connsiteX331" fmla="*/ 423754 w 3562322"/>
                      <a:gd name="connsiteY331" fmla="*/ 2078229 h 2123041"/>
                      <a:gd name="connsiteX332" fmla="*/ 409315 w 3562322"/>
                      <a:gd name="connsiteY332" fmla="*/ 2025757 h 2123041"/>
                      <a:gd name="connsiteX333" fmla="*/ 395053 w 3562322"/>
                      <a:gd name="connsiteY333" fmla="*/ 1995168 h 2123041"/>
                      <a:gd name="connsiteX334" fmla="*/ 380986 w 3562322"/>
                      <a:gd name="connsiteY334" fmla="*/ 2026487 h 2123041"/>
                      <a:gd name="connsiteX335" fmla="*/ 367123 w 3562322"/>
                      <a:gd name="connsiteY335" fmla="*/ 1949400 h 2123041"/>
                      <a:gd name="connsiteX336" fmla="*/ 353470 w 3562322"/>
                      <a:gd name="connsiteY336" fmla="*/ 1977721 h 2123041"/>
                      <a:gd name="connsiteX337" fmla="*/ 340040 w 3562322"/>
                      <a:gd name="connsiteY337" fmla="*/ 1966769 h 2123041"/>
                      <a:gd name="connsiteX338" fmla="*/ 326842 w 3562322"/>
                      <a:gd name="connsiteY338" fmla="*/ 1980909 h 2123041"/>
                      <a:gd name="connsiteX339" fmla="*/ 313880 w 3562322"/>
                      <a:gd name="connsiteY339" fmla="*/ 2027666 h 2123041"/>
                      <a:gd name="connsiteX340" fmla="*/ 301162 w 3562322"/>
                      <a:gd name="connsiteY340" fmla="*/ 2036028 h 2123041"/>
                      <a:gd name="connsiteX341" fmla="*/ 288692 w 3562322"/>
                      <a:gd name="connsiteY341" fmla="*/ 2032812 h 2123041"/>
                      <a:gd name="connsiteX342" fmla="*/ 276475 w 3562322"/>
                      <a:gd name="connsiteY342" fmla="*/ 2022689 h 2123041"/>
                      <a:gd name="connsiteX343" fmla="*/ 264520 w 3562322"/>
                      <a:gd name="connsiteY343" fmla="*/ 2019859 h 2123041"/>
                      <a:gd name="connsiteX344" fmla="*/ 252824 w 3562322"/>
                      <a:gd name="connsiteY344" fmla="*/ 2011821 h 2123041"/>
                      <a:gd name="connsiteX345" fmla="*/ 219305 w 3562322"/>
                      <a:gd name="connsiteY345" fmla="*/ 1993483 h 2123041"/>
                      <a:gd name="connsiteX346" fmla="*/ 208654 w 3562322"/>
                      <a:gd name="connsiteY346" fmla="*/ 1968103 h 2123041"/>
                      <a:gd name="connsiteX347" fmla="*/ 198268 w 3562322"/>
                      <a:gd name="connsiteY347" fmla="*/ 1950867 h 2123041"/>
                      <a:gd name="connsiteX348" fmla="*/ 188137 w 3562322"/>
                      <a:gd name="connsiteY348" fmla="*/ 1920005 h 2123041"/>
                      <a:gd name="connsiteX349" fmla="*/ 178258 w 3562322"/>
                      <a:gd name="connsiteY349" fmla="*/ 1941151 h 2123041"/>
                      <a:gd name="connsiteX350" fmla="*/ 168638 w 3562322"/>
                      <a:gd name="connsiteY350" fmla="*/ 1941937 h 2123041"/>
                      <a:gd name="connsiteX351" fmla="*/ 159264 w 3562322"/>
                      <a:gd name="connsiteY351" fmla="*/ 1923185 h 2123041"/>
                      <a:gd name="connsiteX352" fmla="*/ 150131 w 3562322"/>
                      <a:gd name="connsiteY352" fmla="*/ 1928422 h 2123041"/>
                      <a:gd name="connsiteX353" fmla="*/ 141237 w 3562322"/>
                      <a:gd name="connsiteY353" fmla="*/ 1936622 h 2123041"/>
                      <a:gd name="connsiteX354" fmla="*/ 132577 w 3562322"/>
                      <a:gd name="connsiteY354" fmla="*/ 1927404 h 2123041"/>
                      <a:gd name="connsiteX355" fmla="*/ 124147 w 3562322"/>
                      <a:gd name="connsiteY355" fmla="*/ 1920236 h 2123041"/>
                      <a:gd name="connsiteX356" fmla="*/ 115939 w 3562322"/>
                      <a:gd name="connsiteY356" fmla="*/ 1911699 h 2123041"/>
                      <a:gd name="connsiteX357" fmla="*/ 107950 w 3562322"/>
                      <a:gd name="connsiteY357" fmla="*/ 1902186 h 2123041"/>
                      <a:gd name="connsiteX358" fmla="*/ 92596 w 3562322"/>
                      <a:gd name="connsiteY358" fmla="*/ 1880142 h 2123041"/>
                      <a:gd name="connsiteX359" fmla="*/ 85226 w 3562322"/>
                      <a:gd name="connsiteY359" fmla="*/ 1877642 h 2123041"/>
                      <a:gd name="connsiteX360" fmla="*/ 71064 w 3562322"/>
                      <a:gd name="connsiteY360" fmla="*/ 1859002 h 2123041"/>
                      <a:gd name="connsiteX361" fmla="*/ 64260 w 3562322"/>
                      <a:gd name="connsiteY361" fmla="*/ 1852038 h 2123041"/>
                      <a:gd name="connsiteX362" fmla="*/ 44896 w 3562322"/>
                      <a:gd name="connsiteY362" fmla="*/ 1826160 h 2123041"/>
                      <a:gd name="connsiteX363" fmla="*/ 32800 w 3562322"/>
                      <a:gd name="connsiteY363" fmla="*/ 1808587 h 2123041"/>
                      <a:gd name="connsiteX364" fmla="*/ 26987 w 3562322"/>
                      <a:gd name="connsiteY364" fmla="*/ 1797143 h 2123041"/>
                      <a:gd name="connsiteX365" fmla="*/ 21311 w 3562322"/>
                      <a:gd name="connsiteY365" fmla="*/ 1781017 h 2123041"/>
                      <a:gd name="connsiteX366" fmla="*/ 15783 w 3562322"/>
                      <a:gd name="connsiteY366" fmla="*/ 1775176 h 2123041"/>
                      <a:gd name="connsiteX367" fmla="*/ 10395 w 3562322"/>
                      <a:gd name="connsiteY367" fmla="*/ 1774277 h 2123041"/>
                      <a:gd name="connsiteX368" fmla="*/ 0 w 3562322"/>
                      <a:gd name="connsiteY368" fmla="*/ 1756592 h 2123041"/>
                      <a:gd name="connsiteX369" fmla="*/ 0 w 3562322"/>
                      <a:gd name="connsiteY369" fmla="*/ 1756592 h 21230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  <a:cxn ang="0">
                        <a:pos x="connsiteX154" y="connsiteY154"/>
                      </a:cxn>
                      <a:cxn ang="0">
                        <a:pos x="connsiteX155" y="connsiteY155"/>
                      </a:cxn>
                      <a:cxn ang="0">
                        <a:pos x="connsiteX156" y="connsiteY156"/>
                      </a:cxn>
                      <a:cxn ang="0">
                        <a:pos x="connsiteX157" y="connsiteY157"/>
                      </a:cxn>
                      <a:cxn ang="0">
                        <a:pos x="connsiteX158" y="connsiteY158"/>
                      </a:cxn>
                      <a:cxn ang="0">
                        <a:pos x="connsiteX159" y="connsiteY159"/>
                      </a:cxn>
                      <a:cxn ang="0">
                        <a:pos x="connsiteX160" y="connsiteY160"/>
                      </a:cxn>
                      <a:cxn ang="0">
                        <a:pos x="connsiteX161" y="connsiteY161"/>
                      </a:cxn>
                      <a:cxn ang="0">
                        <a:pos x="connsiteX162" y="connsiteY162"/>
                      </a:cxn>
                      <a:cxn ang="0">
                        <a:pos x="connsiteX163" y="connsiteY163"/>
                      </a:cxn>
                      <a:cxn ang="0">
                        <a:pos x="connsiteX164" y="connsiteY164"/>
                      </a:cxn>
                      <a:cxn ang="0">
                        <a:pos x="connsiteX165" y="connsiteY165"/>
                      </a:cxn>
                      <a:cxn ang="0">
                        <a:pos x="connsiteX166" y="connsiteY166"/>
                      </a:cxn>
                      <a:cxn ang="0">
                        <a:pos x="connsiteX167" y="connsiteY167"/>
                      </a:cxn>
                      <a:cxn ang="0">
                        <a:pos x="connsiteX168" y="connsiteY168"/>
                      </a:cxn>
                      <a:cxn ang="0">
                        <a:pos x="connsiteX169" y="connsiteY169"/>
                      </a:cxn>
                      <a:cxn ang="0">
                        <a:pos x="connsiteX170" y="connsiteY170"/>
                      </a:cxn>
                      <a:cxn ang="0">
                        <a:pos x="connsiteX171" y="connsiteY171"/>
                      </a:cxn>
                      <a:cxn ang="0">
                        <a:pos x="connsiteX172" y="connsiteY172"/>
                      </a:cxn>
                      <a:cxn ang="0">
                        <a:pos x="connsiteX173" y="connsiteY173"/>
                      </a:cxn>
                      <a:cxn ang="0">
                        <a:pos x="connsiteX174" y="connsiteY174"/>
                      </a:cxn>
                      <a:cxn ang="0">
                        <a:pos x="connsiteX175" y="connsiteY175"/>
                      </a:cxn>
                      <a:cxn ang="0">
                        <a:pos x="connsiteX176" y="connsiteY176"/>
                      </a:cxn>
                      <a:cxn ang="0">
                        <a:pos x="connsiteX177" y="connsiteY177"/>
                      </a:cxn>
                      <a:cxn ang="0">
                        <a:pos x="connsiteX178" y="connsiteY178"/>
                      </a:cxn>
                      <a:cxn ang="0">
                        <a:pos x="connsiteX179" y="connsiteY179"/>
                      </a:cxn>
                      <a:cxn ang="0">
                        <a:pos x="connsiteX180" y="connsiteY180"/>
                      </a:cxn>
                      <a:cxn ang="0">
                        <a:pos x="connsiteX181" y="connsiteY181"/>
                      </a:cxn>
                      <a:cxn ang="0">
                        <a:pos x="connsiteX182" y="connsiteY182"/>
                      </a:cxn>
                      <a:cxn ang="0">
                        <a:pos x="connsiteX183" y="connsiteY183"/>
                      </a:cxn>
                      <a:cxn ang="0">
                        <a:pos x="connsiteX184" y="connsiteY184"/>
                      </a:cxn>
                      <a:cxn ang="0">
                        <a:pos x="connsiteX185" y="connsiteY185"/>
                      </a:cxn>
                      <a:cxn ang="0">
                        <a:pos x="connsiteX186" y="connsiteY186"/>
                      </a:cxn>
                      <a:cxn ang="0">
                        <a:pos x="connsiteX187" y="connsiteY187"/>
                      </a:cxn>
                      <a:cxn ang="0">
                        <a:pos x="connsiteX188" y="connsiteY188"/>
                      </a:cxn>
                      <a:cxn ang="0">
                        <a:pos x="connsiteX189" y="connsiteY189"/>
                      </a:cxn>
                      <a:cxn ang="0">
                        <a:pos x="connsiteX190" y="connsiteY190"/>
                      </a:cxn>
                      <a:cxn ang="0">
                        <a:pos x="connsiteX191" y="connsiteY191"/>
                      </a:cxn>
                      <a:cxn ang="0">
                        <a:pos x="connsiteX192" y="connsiteY192"/>
                      </a:cxn>
                      <a:cxn ang="0">
                        <a:pos x="connsiteX193" y="connsiteY193"/>
                      </a:cxn>
                      <a:cxn ang="0">
                        <a:pos x="connsiteX194" y="connsiteY194"/>
                      </a:cxn>
                      <a:cxn ang="0">
                        <a:pos x="connsiteX195" y="connsiteY195"/>
                      </a:cxn>
                      <a:cxn ang="0">
                        <a:pos x="connsiteX196" y="connsiteY196"/>
                      </a:cxn>
                      <a:cxn ang="0">
                        <a:pos x="connsiteX197" y="connsiteY197"/>
                      </a:cxn>
                      <a:cxn ang="0">
                        <a:pos x="connsiteX198" y="connsiteY198"/>
                      </a:cxn>
                      <a:cxn ang="0">
                        <a:pos x="connsiteX199" y="connsiteY199"/>
                      </a:cxn>
                      <a:cxn ang="0">
                        <a:pos x="connsiteX200" y="connsiteY200"/>
                      </a:cxn>
                      <a:cxn ang="0">
                        <a:pos x="connsiteX201" y="connsiteY201"/>
                      </a:cxn>
                      <a:cxn ang="0">
                        <a:pos x="connsiteX202" y="connsiteY202"/>
                      </a:cxn>
                      <a:cxn ang="0">
                        <a:pos x="connsiteX203" y="connsiteY203"/>
                      </a:cxn>
                      <a:cxn ang="0">
                        <a:pos x="connsiteX204" y="connsiteY204"/>
                      </a:cxn>
                      <a:cxn ang="0">
                        <a:pos x="connsiteX205" y="connsiteY205"/>
                      </a:cxn>
                      <a:cxn ang="0">
                        <a:pos x="connsiteX206" y="connsiteY206"/>
                      </a:cxn>
                      <a:cxn ang="0">
                        <a:pos x="connsiteX207" y="connsiteY207"/>
                      </a:cxn>
                      <a:cxn ang="0">
                        <a:pos x="connsiteX208" y="connsiteY208"/>
                      </a:cxn>
                      <a:cxn ang="0">
                        <a:pos x="connsiteX209" y="connsiteY209"/>
                      </a:cxn>
                      <a:cxn ang="0">
                        <a:pos x="connsiteX210" y="connsiteY210"/>
                      </a:cxn>
                      <a:cxn ang="0">
                        <a:pos x="connsiteX211" y="connsiteY211"/>
                      </a:cxn>
                      <a:cxn ang="0">
                        <a:pos x="connsiteX212" y="connsiteY212"/>
                      </a:cxn>
                      <a:cxn ang="0">
                        <a:pos x="connsiteX213" y="connsiteY213"/>
                      </a:cxn>
                      <a:cxn ang="0">
                        <a:pos x="connsiteX214" y="connsiteY214"/>
                      </a:cxn>
                      <a:cxn ang="0">
                        <a:pos x="connsiteX215" y="connsiteY215"/>
                      </a:cxn>
                      <a:cxn ang="0">
                        <a:pos x="connsiteX216" y="connsiteY216"/>
                      </a:cxn>
                      <a:cxn ang="0">
                        <a:pos x="connsiteX217" y="connsiteY217"/>
                      </a:cxn>
                      <a:cxn ang="0">
                        <a:pos x="connsiteX218" y="connsiteY218"/>
                      </a:cxn>
                      <a:cxn ang="0">
                        <a:pos x="connsiteX219" y="connsiteY219"/>
                      </a:cxn>
                      <a:cxn ang="0">
                        <a:pos x="connsiteX220" y="connsiteY220"/>
                      </a:cxn>
                      <a:cxn ang="0">
                        <a:pos x="connsiteX221" y="connsiteY221"/>
                      </a:cxn>
                      <a:cxn ang="0">
                        <a:pos x="connsiteX222" y="connsiteY222"/>
                      </a:cxn>
                      <a:cxn ang="0">
                        <a:pos x="connsiteX223" y="connsiteY223"/>
                      </a:cxn>
                      <a:cxn ang="0">
                        <a:pos x="connsiteX224" y="connsiteY224"/>
                      </a:cxn>
                      <a:cxn ang="0">
                        <a:pos x="connsiteX225" y="connsiteY225"/>
                      </a:cxn>
                      <a:cxn ang="0">
                        <a:pos x="connsiteX226" y="connsiteY226"/>
                      </a:cxn>
                      <a:cxn ang="0">
                        <a:pos x="connsiteX227" y="connsiteY227"/>
                      </a:cxn>
                      <a:cxn ang="0">
                        <a:pos x="connsiteX228" y="connsiteY228"/>
                      </a:cxn>
                      <a:cxn ang="0">
                        <a:pos x="connsiteX229" y="connsiteY229"/>
                      </a:cxn>
                      <a:cxn ang="0">
                        <a:pos x="connsiteX230" y="connsiteY230"/>
                      </a:cxn>
                      <a:cxn ang="0">
                        <a:pos x="connsiteX231" y="connsiteY231"/>
                      </a:cxn>
                      <a:cxn ang="0">
                        <a:pos x="connsiteX232" y="connsiteY232"/>
                      </a:cxn>
                      <a:cxn ang="0">
                        <a:pos x="connsiteX233" y="connsiteY233"/>
                      </a:cxn>
                      <a:cxn ang="0">
                        <a:pos x="connsiteX234" y="connsiteY234"/>
                      </a:cxn>
                      <a:cxn ang="0">
                        <a:pos x="connsiteX235" y="connsiteY235"/>
                      </a:cxn>
                      <a:cxn ang="0">
                        <a:pos x="connsiteX236" y="connsiteY236"/>
                      </a:cxn>
                      <a:cxn ang="0">
                        <a:pos x="connsiteX237" y="connsiteY237"/>
                      </a:cxn>
                      <a:cxn ang="0">
                        <a:pos x="connsiteX238" y="connsiteY238"/>
                      </a:cxn>
                      <a:cxn ang="0">
                        <a:pos x="connsiteX239" y="connsiteY239"/>
                      </a:cxn>
                      <a:cxn ang="0">
                        <a:pos x="connsiteX240" y="connsiteY240"/>
                      </a:cxn>
                      <a:cxn ang="0">
                        <a:pos x="connsiteX241" y="connsiteY241"/>
                      </a:cxn>
                      <a:cxn ang="0">
                        <a:pos x="connsiteX242" y="connsiteY242"/>
                      </a:cxn>
                      <a:cxn ang="0">
                        <a:pos x="connsiteX243" y="connsiteY243"/>
                      </a:cxn>
                      <a:cxn ang="0">
                        <a:pos x="connsiteX244" y="connsiteY244"/>
                      </a:cxn>
                      <a:cxn ang="0">
                        <a:pos x="connsiteX245" y="connsiteY245"/>
                      </a:cxn>
                      <a:cxn ang="0">
                        <a:pos x="connsiteX246" y="connsiteY246"/>
                      </a:cxn>
                      <a:cxn ang="0">
                        <a:pos x="connsiteX247" y="connsiteY247"/>
                      </a:cxn>
                      <a:cxn ang="0">
                        <a:pos x="connsiteX248" y="connsiteY248"/>
                      </a:cxn>
                      <a:cxn ang="0">
                        <a:pos x="connsiteX249" y="connsiteY249"/>
                      </a:cxn>
                      <a:cxn ang="0">
                        <a:pos x="connsiteX250" y="connsiteY250"/>
                      </a:cxn>
                      <a:cxn ang="0">
                        <a:pos x="connsiteX251" y="connsiteY251"/>
                      </a:cxn>
                      <a:cxn ang="0">
                        <a:pos x="connsiteX252" y="connsiteY252"/>
                      </a:cxn>
                      <a:cxn ang="0">
                        <a:pos x="connsiteX253" y="connsiteY253"/>
                      </a:cxn>
                      <a:cxn ang="0">
                        <a:pos x="connsiteX254" y="connsiteY254"/>
                      </a:cxn>
                      <a:cxn ang="0">
                        <a:pos x="connsiteX255" y="connsiteY255"/>
                      </a:cxn>
                      <a:cxn ang="0">
                        <a:pos x="connsiteX256" y="connsiteY256"/>
                      </a:cxn>
                      <a:cxn ang="0">
                        <a:pos x="connsiteX257" y="connsiteY257"/>
                      </a:cxn>
                      <a:cxn ang="0">
                        <a:pos x="connsiteX258" y="connsiteY258"/>
                      </a:cxn>
                      <a:cxn ang="0">
                        <a:pos x="connsiteX259" y="connsiteY259"/>
                      </a:cxn>
                      <a:cxn ang="0">
                        <a:pos x="connsiteX260" y="connsiteY260"/>
                      </a:cxn>
                      <a:cxn ang="0">
                        <a:pos x="connsiteX261" y="connsiteY261"/>
                      </a:cxn>
                      <a:cxn ang="0">
                        <a:pos x="connsiteX262" y="connsiteY262"/>
                      </a:cxn>
                      <a:cxn ang="0">
                        <a:pos x="connsiteX263" y="connsiteY263"/>
                      </a:cxn>
                      <a:cxn ang="0">
                        <a:pos x="connsiteX264" y="connsiteY264"/>
                      </a:cxn>
                      <a:cxn ang="0">
                        <a:pos x="connsiteX265" y="connsiteY265"/>
                      </a:cxn>
                      <a:cxn ang="0">
                        <a:pos x="connsiteX266" y="connsiteY266"/>
                      </a:cxn>
                      <a:cxn ang="0">
                        <a:pos x="connsiteX267" y="connsiteY267"/>
                      </a:cxn>
                      <a:cxn ang="0">
                        <a:pos x="connsiteX268" y="connsiteY268"/>
                      </a:cxn>
                      <a:cxn ang="0">
                        <a:pos x="connsiteX269" y="connsiteY269"/>
                      </a:cxn>
                      <a:cxn ang="0">
                        <a:pos x="connsiteX270" y="connsiteY270"/>
                      </a:cxn>
                      <a:cxn ang="0">
                        <a:pos x="connsiteX271" y="connsiteY271"/>
                      </a:cxn>
                      <a:cxn ang="0">
                        <a:pos x="connsiteX272" y="connsiteY272"/>
                      </a:cxn>
                      <a:cxn ang="0">
                        <a:pos x="connsiteX273" y="connsiteY273"/>
                      </a:cxn>
                      <a:cxn ang="0">
                        <a:pos x="connsiteX274" y="connsiteY274"/>
                      </a:cxn>
                      <a:cxn ang="0">
                        <a:pos x="connsiteX275" y="connsiteY275"/>
                      </a:cxn>
                      <a:cxn ang="0">
                        <a:pos x="connsiteX276" y="connsiteY276"/>
                      </a:cxn>
                      <a:cxn ang="0">
                        <a:pos x="connsiteX277" y="connsiteY277"/>
                      </a:cxn>
                      <a:cxn ang="0">
                        <a:pos x="connsiteX278" y="connsiteY278"/>
                      </a:cxn>
                      <a:cxn ang="0">
                        <a:pos x="connsiteX279" y="connsiteY279"/>
                      </a:cxn>
                      <a:cxn ang="0">
                        <a:pos x="connsiteX280" y="connsiteY280"/>
                      </a:cxn>
                      <a:cxn ang="0">
                        <a:pos x="connsiteX281" y="connsiteY281"/>
                      </a:cxn>
                      <a:cxn ang="0">
                        <a:pos x="connsiteX282" y="connsiteY282"/>
                      </a:cxn>
                      <a:cxn ang="0">
                        <a:pos x="connsiteX283" y="connsiteY283"/>
                      </a:cxn>
                      <a:cxn ang="0">
                        <a:pos x="connsiteX284" y="connsiteY284"/>
                      </a:cxn>
                      <a:cxn ang="0">
                        <a:pos x="connsiteX285" y="connsiteY285"/>
                      </a:cxn>
                      <a:cxn ang="0">
                        <a:pos x="connsiteX286" y="connsiteY286"/>
                      </a:cxn>
                      <a:cxn ang="0">
                        <a:pos x="connsiteX287" y="connsiteY287"/>
                      </a:cxn>
                      <a:cxn ang="0">
                        <a:pos x="connsiteX288" y="connsiteY288"/>
                      </a:cxn>
                      <a:cxn ang="0">
                        <a:pos x="connsiteX289" y="connsiteY289"/>
                      </a:cxn>
                      <a:cxn ang="0">
                        <a:pos x="connsiteX290" y="connsiteY290"/>
                      </a:cxn>
                      <a:cxn ang="0">
                        <a:pos x="connsiteX291" y="connsiteY291"/>
                      </a:cxn>
                      <a:cxn ang="0">
                        <a:pos x="connsiteX292" y="connsiteY292"/>
                      </a:cxn>
                      <a:cxn ang="0">
                        <a:pos x="connsiteX293" y="connsiteY293"/>
                      </a:cxn>
                      <a:cxn ang="0">
                        <a:pos x="connsiteX294" y="connsiteY294"/>
                      </a:cxn>
                      <a:cxn ang="0">
                        <a:pos x="connsiteX295" y="connsiteY295"/>
                      </a:cxn>
                      <a:cxn ang="0">
                        <a:pos x="connsiteX296" y="connsiteY296"/>
                      </a:cxn>
                      <a:cxn ang="0">
                        <a:pos x="connsiteX297" y="connsiteY297"/>
                      </a:cxn>
                      <a:cxn ang="0">
                        <a:pos x="connsiteX298" y="connsiteY298"/>
                      </a:cxn>
                      <a:cxn ang="0">
                        <a:pos x="connsiteX299" y="connsiteY299"/>
                      </a:cxn>
                      <a:cxn ang="0">
                        <a:pos x="connsiteX300" y="connsiteY300"/>
                      </a:cxn>
                      <a:cxn ang="0">
                        <a:pos x="connsiteX301" y="connsiteY301"/>
                      </a:cxn>
                      <a:cxn ang="0">
                        <a:pos x="connsiteX302" y="connsiteY302"/>
                      </a:cxn>
                      <a:cxn ang="0">
                        <a:pos x="connsiteX303" y="connsiteY303"/>
                      </a:cxn>
                      <a:cxn ang="0">
                        <a:pos x="connsiteX304" y="connsiteY304"/>
                      </a:cxn>
                      <a:cxn ang="0">
                        <a:pos x="connsiteX305" y="connsiteY305"/>
                      </a:cxn>
                      <a:cxn ang="0">
                        <a:pos x="connsiteX306" y="connsiteY306"/>
                      </a:cxn>
                      <a:cxn ang="0">
                        <a:pos x="connsiteX307" y="connsiteY307"/>
                      </a:cxn>
                      <a:cxn ang="0">
                        <a:pos x="connsiteX308" y="connsiteY308"/>
                      </a:cxn>
                      <a:cxn ang="0">
                        <a:pos x="connsiteX309" y="connsiteY309"/>
                      </a:cxn>
                      <a:cxn ang="0">
                        <a:pos x="connsiteX310" y="connsiteY310"/>
                      </a:cxn>
                      <a:cxn ang="0">
                        <a:pos x="connsiteX311" y="connsiteY311"/>
                      </a:cxn>
                      <a:cxn ang="0">
                        <a:pos x="connsiteX312" y="connsiteY312"/>
                      </a:cxn>
                      <a:cxn ang="0">
                        <a:pos x="connsiteX313" y="connsiteY313"/>
                      </a:cxn>
                      <a:cxn ang="0">
                        <a:pos x="connsiteX314" y="connsiteY314"/>
                      </a:cxn>
                      <a:cxn ang="0">
                        <a:pos x="connsiteX315" y="connsiteY315"/>
                      </a:cxn>
                      <a:cxn ang="0">
                        <a:pos x="connsiteX316" y="connsiteY316"/>
                      </a:cxn>
                      <a:cxn ang="0">
                        <a:pos x="connsiteX317" y="connsiteY317"/>
                      </a:cxn>
                      <a:cxn ang="0">
                        <a:pos x="connsiteX318" y="connsiteY318"/>
                      </a:cxn>
                      <a:cxn ang="0">
                        <a:pos x="connsiteX319" y="connsiteY319"/>
                      </a:cxn>
                      <a:cxn ang="0">
                        <a:pos x="connsiteX320" y="connsiteY320"/>
                      </a:cxn>
                      <a:cxn ang="0">
                        <a:pos x="connsiteX321" y="connsiteY321"/>
                      </a:cxn>
                      <a:cxn ang="0">
                        <a:pos x="connsiteX322" y="connsiteY322"/>
                      </a:cxn>
                      <a:cxn ang="0">
                        <a:pos x="connsiteX323" y="connsiteY323"/>
                      </a:cxn>
                      <a:cxn ang="0">
                        <a:pos x="connsiteX324" y="connsiteY324"/>
                      </a:cxn>
                      <a:cxn ang="0">
                        <a:pos x="connsiteX325" y="connsiteY325"/>
                      </a:cxn>
                      <a:cxn ang="0">
                        <a:pos x="connsiteX326" y="connsiteY326"/>
                      </a:cxn>
                      <a:cxn ang="0">
                        <a:pos x="connsiteX327" y="connsiteY327"/>
                      </a:cxn>
                      <a:cxn ang="0">
                        <a:pos x="connsiteX328" y="connsiteY328"/>
                      </a:cxn>
                      <a:cxn ang="0">
                        <a:pos x="connsiteX329" y="connsiteY329"/>
                      </a:cxn>
                      <a:cxn ang="0">
                        <a:pos x="connsiteX330" y="connsiteY330"/>
                      </a:cxn>
                      <a:cxn ang="0">
                        <a:pos x="connsiteX331" y="connsiteY331"/>
                      </a:cxn>
                      <a:cxn ang="0">
                        <a:pos x="connsiteX332" y="connsiteY332"/>
                      </a:cxn>
                      <a:cxn ang="0">
                        <a:pos x="connsiteX333" y="connsiteY333"/>
                      </a:cxn>
                      <a:cxn ang="0">
                        <a:pos x="connsiteX334" y="connsiteY334"/>
                      </a:cxn>
                      <a:cxn ang="0">
                        <a:pos x="connsiteX335" y="connsiteY335"/>
                      </a:cxn>
                      <a:cxn ang="0">
                        <a:pos x="connsiteX336" y="connsiteY336"/>
                      </a:cxn>
                      <a:cxn ang="0">
                        <a:pos x="connsiteX337" y="connsiteY337"/>
                      </a:cxn>
                      <a:cxn ang="0">
                        <a:pos x="connsiteX338" y="connsiteY338"/>
                      </a:cxn>
                      <a:cxn ang="0">
                        <a:pos x="connsiteX339" y="connsiteY339"/>
                      </a:cxn>
                      <a:cxn ang="0">
                        <a:pos x="connsiteX340" y="connsiteY340"/>
                      </a:cxn>
                      <a:cxn ang="0">
                        <a:pos x="connsiteX341" y="connsiteY341"/>
                      </a:cxn>
                      <a:cxn ang="0">
                        <a:pos x="connsiteX342" y="connsiteY342"/>
                      </a:cxn>
                      <a:cxn ang="0">
                        <a:pos x="connsiteX343" y="connsiteY343"/>
                      </a:cxn>
                      <a:cxn ang="0">
                        <a:pos x="connsiteX344" y="connsiteY344"/>
                      </a:cxn>
                      <a:cxn ang="0">
                        <a:pos x="connsiteX345" y="connsiteY345"/>
                      </a:cxn>
                      <a:cxn ang="0">
                        <a:pos x="connsiteX346" y="connsiteY346"/>
                      </a:cxn>
                      <a:cxn ang="0">
                        <a:pos x="connsiteX347" y="connsiteY347"/>
                      </a:cxn>
                      <a:cxn ang="0">
                        <a:pos x="connsiteX348" y="connsiteY348"/>
                      </a:cxn>
                      <a:cxn ang="0">
                        <a:pos x="connsiteX349" y="connsiteY349"/>
                      </a:cxn>
                      <a:cxn ang="0">
                        <a:pos x="connsiteX350" y="connsiteY350"/>
                      </a:cxn>
                      <a:cxn ang="0">
                        <a:pos x="connsiteX351" y="connsiteY351"/>
                      </a:cxn>
                      <a:cxn ang="0">
                        <a:pos x="connsiteX352" y="connsiteY352"/>
                      </a:cxn>
                      <a:cxn ang="0">
                        <a:pos x="connsiteX353" y="connsiteY353"/>
                      </a:cxn>
                      <a:cxn ang="0">
                        <a:pos x="connsiteX354" y="connsiteY354"/>
                      </a:cxn>
                      <a:cxn ang="0">
                        <a:pos x="connsiteX355" y="connsiteY355"/>
                      </a:cxn>
                      <a:cxn ang="0">
                        <a:pos x="connsiteX356" y="connsiteY356"/>
                      </a:cxn>
                      <a:cxn ang="0">
                        <a:pos x="connsiteX357" y="connsiteY357"/>
                      </a:cxn>
                      <a:cxn ang="0">
                        <a:pos x="connsiteX358" y="connsiteY358"/>
                      </a:cxn>
                      <a:cxn ang="0">
                        <a:pos x="connsiteX359" y="connsiteY359"/>
                      </a:cxn>
                      <a:cxn ang="0">
                        <a:pos x="connsiteX360" y="connsiteY360"/>
                      </a:cxn>
                      <a:cxn ang="0">
                        <a:pos x="connsiteX361" y="connsiteY361"/>
                      </a:cxn>
                      <a:cxn ang="0">
                        <a:pos x="connsiteX362" y="connsiteY362"/>
                      </a:cxn>
                      <a:cxn ang="0">
                        <a:pos x="connsiteX363" y="connsiteY363"/>
                      </a:cxn>
                      <a:cxn ang="0">
                        <a:pos x="connsiteX364" y="connsiteY364"/>
                      </a:cxn>
                      <a:cxn ang="0">
                        <a:pos x="connsiteX365" y="connsiteY365"/>
                      </a:cxn>
                      <a:cxn ang="0">
                        <a:pos x="connsiteX366" y="connsiteY366"/>
                      </a:cxn>
                      <a:cxn ang="0">
                        <a:pos x="connsiteX367" y="connsiteY367"/>
                      </a:cxn>
                      <a:cxn ang="0">
                        <a:pos x="connsiteX368" y="connsiteY368"/>
                      </a:cxn>
                      <a:cxn ang="0">
                        <a:pos x="connsiteX369" y="connsiteY369"/>
                      </a:cxn>
                    </a:cxnLst>
                    <a:rect l="l" t="t" r="r" b="b"/>
                    <a:pathLst>
                      <a:path w="3562322" h="2123041">
                        <a:moveTo>
                          <a:pt x="3562322" y="1958737"/>
                        </a:moveTo>
                        <a:lnTo>
                          <a:pt x="3556550" y="1807913"/>
                        </a:lnTo>
                        <a:lnTo>
                          <a:pt x="3550763" y="1988407"/>
                        </a:lnTo>
                        <a:lnTo>
                          <a:pt x="3544963" y="1723630"/>
                        </a:lnTo>
                        <a:lnTo>
                          <a:pt x="3533348" y="1855183"/>
                        </a:lnTo>
                        <a:lnTo>
                          <a:pt x="3527526" y="1736745"/>
                        </a:lnTo>
                        <a:lnTo>
                          <a:pt x="3521691" y="1816359"/>
                        </a:lnTo>
                        <a:lnTo>
                          <a:pt x="3515848" y="1656738"/>
                        </a:lnTo>
                        <a:lnTo>
                          <a:pt x="3509998" y="1721342"/>
                        </a:lnTo>
                        <a:lnTo>
                          <a:pt x="3504134" y="1690689"/>
                        </a:lnTo>
                        <a:lnTo>
                          <a:pt x="3498264" y="1463467"/>
                        </a:lnTo>
                        <a:lnTo>
                          <a:pt x="3492385" y="1608057"/>
                        </a:lnTo>
                        <a:lnTo>
                          <a:pt x="3480595" y="1793942"/>
                        </a:lnTo>
                        <a:lnTo>
                          <a:pt x="3474689" y="1802514"/>
                        </a:lnTo>
                        <a:lnTo>
                          <a:pt x="3468769" y="1549989"/>
                        </a:lnTo>
                        <a:lnTo>
                          <a:pt x="3462842" y="1514198"/>
                        </a:lnTo>
                        <a:lnTo>
                          <a:pt x="3456901" y="1918186"/>
                        </a:lnTo>
                        <a:lnTo>
                          <a:pt x="3450953" y="1895489"/>
                        </a:lnTo>
                        <a:lnTo>
                          <a:pt x="3444998" y="1750442"/>
                        </a:lnTo>
                        <a:lnTo>
                          <a:pt x="3439028" y="1788473"/>
                        </a:lnTo>
                        <a:lnTo>
                          <a:pt x="3433052" y="1762637"/>
                        </a:lnTo>
                        <a:lnTo>
                          <a:pt x="3427062" y="1715423"/>
                        </a:lnTo>
                        <a:lnTo>
                          <a:pt x="3421065" y="1857640"/>
                        </a:lnTo>
                        <a:lnTo>
                          <a:pt x="3415054" y="1950671"/>
                        </a:lnTo>
                        <a:lnTo>
                          <a:pt x="3409035" y="1958745"/>
                        </a:lnTo>
                        <a:lnTo>
                          <a:pt x="3403010" y="2029463"/>
                        </a:lnTo>
                        <a:lnTo>
                          <a:pt x="3396971" y="1871815"/>
                        </a:lnTo>
                        <a:lnTo>
                          <a:pt x="3390924" y="2063212"/>
                        </a:lnTo>
                        <a:lnTo>
                          <a:pt x="3384864" y="2073258"/>
                        </a:lnTo>
                        <a:lnTo>
                          <a:pt x="3378796" y="2055531"/>
                        </a:lnTo>
                        <a:lnTo>
                          <a:pt x="3372715" y="1923375"/>
                        </a:lnTo>
                        <a:lnTo>
                          <a:pt x="3366619" y="1422410"/>
                        </a:lnTo>
                        <a:lnTo>
                          <a:pt x="3360524" y="2123042"/>
                        </a:lnTo>
                        <a:lnTo>
                          <a:pt x="3354407" y="2024479"/>
                        </a:lnTo>
                        <a:lnTo>
                          <a:pt x="3348291" y="1902650"/>
                        </a:lnTo>
                        <a:lnTo>
                          <a:pt x="3342153" y="2066399"/>
                        </a:lnTo>
                        <a:lnTo>
                          <a:pt x="3336008" y="2030074"/>
                        </a:lnTo>
                        <a:lnTo>
                          <a:pt x="3329857" y="2104795"/>
                        </a:lnTo>
                        <a:lnTo>
                          <a:pt x="3323691" y="2094369"/>
                        </a:lnTo>
                        <a:lnTo>
                          <a:pt x="3317518" y="1704611"/>
                        </a:lnTo>
                        <a:lnTo>
                          <a:pt x="3311331" y="2028523"/>
                        </a:lnTo>
                        <a:lnTo>
                          <a:pt x="3305130" y="2118387"/>
                        </a:lnTo>
                        <a:lnTo>
                          <a:pt x="3292700" y="1311526"/>
                        </a:lnTo>
                        <a:lnTo>
                          <a:pt x="3286471" y="2093555"/>
                        </a:lnTo>
                        <a:lnTo>
                          <a:pt x="3280228" y="2072100"/>
                        </a:lnTo>
                        <a:lnTo>
                          <a:pt x="3273971" y="2093134"/>
                        </a:lnTo>
                        <a:lnTo>
                          <a:pt x="3267714" y="1929728"/>
                        </a:lnTo>
                        <a:lnTo>
                          <a:pt x="3261436" y="1738191"/>
                        </a:lnTo>
                        <a:lnTo>
                          <a:pt x="3255151" y="1757350"/>
                        </a:lnTo>
                        <a:lnTo>
                          <a:pt x="3248852" y="1750428"/>
                        </a:lnTo>
                        <a:lnTo>
                          <a:pt x="3242539" y="1648496"/>
                        </a:lnTo>
                        <a:lnTo>
                          <a:pt x="3236218" y="794835"/>
                        </a:lnTo>
                        <a:lnTo>
                          <a:pt x="3229884" y="855711"/>
                        </a:lnTo>
                        <a:lnTo>
                          <a:pt x="3223536" y="1241312"/>
                        </a:lnTo>
                        <a:lnTo>
                          <a:pt x="3217180" y="1335122"/>
                        </a:lnTo>
                        <a:lnTo>
                          <a:pt x="3210811" y="1240554"/>
                        </a:lnTo>
                        <a:lnTo>
                          <a:pt x="3204427" y="395228"/>
                        </a:lnTo>
                        <a:lnTo>
                          <a:pt x="3198037" y="743837"/>
                        </a:lnTo>
                        <a:lnTo>
                          <a:pt x="3191633" y="783103"/>
                        </a:lnTo>
                        <a:lnTo>
                          <a:pt x="3185214" y="944704"/>
                        </a:lnTo>
                        <a:lnTo>
                          <a:pt x="3178788" y="1553682"/>
                        </a:lnTo>
                        <a:lnTo>
                          <a:pt x="3172349" y="1549848"/>
                        </a:lnTo>
                        <a:lnTo>
                          <a:pt x="3165895" y="1656443"/>
                        </a:lnTo>
                        <a:lnTo>
                          <a:pt x="3159427" y="1574421"/>
                        </a:lnTo>
                        <a:lnTo>
                          <a:pt x="3152953" y="1015065"/>
                        </a:lnTo>
                        <a:lnTo>
                          <a:pt x="3146464" y="0"/>
                        </a:lnTo>
                        <a:lnTo>
                          <a:pt x="3139961" y="695900"/>
                        </a:lnTo>
                        <a:lnTo>
                          <a:pt x="3133444" y="1725589"/>
                        </a:lnTo>
                        <a:lnTo>
                          <a:pt x="3126920" y="1772129"/>
                        </a:lnTo>
                        <a:lnTo>
                          <a:pt x="3120375" y="1782723"/>
                        </a:lnTo>
                        <a:lnTo>
                          <a:pt x="3113823" y="525400"/>
                        </a:lnTo>
                        <a:lnTo>
                          <a:pt x="3107257" y="1123576"/>
                        </a:lnTo>
                        <a:lnTo>
                          <a:pt x="3100677" y="1891880"/>
                        </a:lnTo>
                        <a:lnTo>
                          <a:pt x="3094090" y="1681928"/>
                        </a:lnTo>
                        <a:lnTo>
                          <a:pt x="3087482" y="1943468"/>
                        </a:lnTo>
                        <a:lnTo>
                          <a:pt x="3080866" y="2021306"/>
                        </a:lnTo>
                        <a:lnTo>
                          <a:pt x="3074230" y="1765417"/>
                        </a:lnTo>
                        <a:lnTo>
                          <a:pt x="3067587" y="1946325"/>
                        </a:lnTo>
                        <a:lnTo>
                          <a:pt x="3060930" y="1970357"/>
                        </a:lnTo>
                        <a:lnTo>
                          <a:pt x="3054265" y="2105960"/>
                        </a:lnTo>
                        <a:lnTo>
                          <a:pt x="3047580" y="2091077"/>
                        </a:lnTo>
                        <a:lnTo>
                          <a:pt x="3040880" y="1322310"/>
                        </a:lnTo>
                        <a:lnTo>
                          <a:pt x="3034167" y="1840896"/>
                        </a:lnTo>
                        <a:lnTo>
                          <a:pt x="3027446" y="1971999"/>
                        </a:lnTo>
                        <a:lnTo>
                          <a:pt x="3020705" y="1939283"/>
                        </a:lnTo>
                        <a:lnTo>
                          <a:pt x="3013956" y="1811564"/>
                        </a:lnTo>
                        <a:lnTo>
                          <a:pt x="3007187" y="1612494"/>
                        </a:lnTo>
                        <a:lnTo>
                          <a:pt x="3000410" y="1525740"/>
                        </a:lnTo>
                        <a:lnTo>
                          <a:pt x="2993612" y="1602974"/>
                        </a:lnTo>
                        <a:lnTo>
                          <a:pt x="2986807" y="1457008"/>
                        </a:lnTo>
                        <a:lnTo>
                          <a:pt x="2979981" y="1437876"/>
                        </a:lnTo>
                        <a:lnTo>
                          <a:pt x="2973148" y="1283352"/>
                        </a:lnTo>
                        <a:lnTo>
                          <a:pt x="2966294" y="1174230"/>
                        </a:lnTo>
                        <a:lnTo>
                          <a:pt x="2959426" y="1375687"/>
                        </a:lnTo>
                        <a:lnTo>
                          <a:pt x="2952551" y="1360860"/>
                        </a:lnTo>
                        <a:lnTo>
                          <a:pt x="2945655" y="1068008"/>
                        </a:lnTo>
                        <a:lnTo>
                          <a:pt x="2938745" y="1365458"/>
                        </a:lnTo>
                        <a:lnTo>
                          <a:pt x="2931821" y="1296516"/>
                        </a:lnTo>
                        <a:lnTo>
                          <a:pt x="2924883" y="1289362"/>
                        </a:lnTo>
                        <a:lnTo>
                          <a:pt x="2917930" y="1344410"/>
                        </a:lnTo>
                        <a:lnTo>
                          <a:pt x="2910957" y="1407631"/>
                        </a:lnTo>
                        <a:lnTo>
                          <a:pt x="2903977" y="1536544"/>
                        </a:lnTo>
                        <a:lnTo>
                          <a:pt x="2896975" y="1610086"/>
                        </a:lnTo>
                        <a:lnTo>
                          <a:pt x="2889960" y="1870951"/>
                        </a:lnTo>
                        <a:lnTo>
                          <a:pt x="2882930" y="1995147"/>
                        </a:lnTo>
                        <a:lnTo>
                          <a:pt x="2875887" y="1913595"/>
                        </a:lnTo>
                        <a:lnTo>
                          <a:pt x="2868829" y="1805119"/>
                        </a:lnTo>
                        <a:lnTo>
                          <a:pt x="2861750" y="1587212"/>
                        </a:lnTo>
                        <a:lnTo>
                          <a:pt x="2854658" y="1454649"/>
                        </a:lnTo>
                        <a:lnTo>
                          <a:pt x="2847551" y="1305944"/>
                        </a:lnTo>
                        <a:lnTo>
                          <a:pt x="2840423" y="1183048"/>
                        </a:lnTo>
                        <a:lnTo>
                          <a:pt x="2833288" y="950152"/>
                        </a:lnTo>
                        <a:lnTo>
                          <a:pt x="2826132" y="852987"/>
                        </a:lnTo>
                        <a:lnTo>
                          <a:pt x="2818955" y="627751"/>
                        </a:lnTo>
                        <a:lnTo>
                          <a:pt x="2811771" y="610325"/>
                        </a:lnTo>
                        <a:lnTo>
                          <a:pt x="2804566" y="533912"/>
                        </a:lnTo>
                        <a:lnTo>
                          <a:pt x="2790107" y="310316"/>
                        </a:lnTo>
                        <a:lnTo>
                          <a:pt x="2782845" y="312795"/>
                        </a:lnTo>
                        <a:lnTo>
                          <a:pt x="2775577" y="187323"/>
                        </a:lnTo>
                        <a:lnTo>
                          <a:pt x="2768288" y="266487"/>
                        </a:lnTo>
                        <a:lnTo>
                          <a:pt x="2760984" y="328060"/>
                        </a:lnTo>
                        <a:lnTo>
                          <a:pt x="2753660" y="257513"/>
                        </a:lnTo>
                        <a:lnTo>
                          <a:pt x="2746321" y="264322"/>
                        </a:lnTo>
                        <a:lnTo>
                          <a:pt x="2738962" y="234739"/>
                        </a:lnTo>
                        <a:lnTo>
                          <a:pt x="2731588" y="304939"/>
                        </a:lnTo>
                        <a:lnTo>
                          <a:pt x="2724194" y="449732"/>
                        </a:lnTo>
                        <a:lnTo>
                          <a:pt x="2716785" y="658978"/>
                        </a:lnTo>
                        <a:lnTo>
                          <a:pt x="2709355" y="963414"/>
                        </a:lnTo>
                        <a:lnTo>
                          <a:pt x="2694439" y="1734246"/>
                        </a:lnTo>
                        <a:lnTo>
                          <a:pt x="2686960" y="1827522"/>
                        </a:lnTo>
                        <a:lnTo>
                          <a:pt x="2679460" y="1953985"/>
                        </a:lnTo>
                        <a:lnTo>
                          <a:pt x="2671939" y="1820747"/>
                        </a:lnTo>
                        <a:lnTo>
                          <a:pt x="2664404" y="2039896"/>
                        </a:lnTo>
                        <a:lnTo>
                          <a:pt x="2656841" y="1983619"/>
                        </a:lnTo>
                        <a:lnTo>
                          <a:pt x="2649270" y="2042740"/>
                        </a:lnTo>
                        <a:lnTo>
                          <a:pt x="2641672" y="2011884"/>
                        </a:lnTo>
                        <a:lnTo>
                          <a:pt x="2634059" y="1949870"/>
                        </a:lnTo>
                        <a:lnTo>
                          <a:pt x="2626426" y="1945174"/>
                        </a:lnTo>
                        <a:lnTo>
                          <a:pt x="2618779" y="1883174"/>
                        </a:lnTo>
                        <a:lnTo>
                          <a:pt x="2611103" y="1979589"/>
                        </a:lnTo>
                        <a:lnTo>
                          <a:pt x="2603413" y="2000749"/>
                        </a:lnTo>
                        <a:lnTo>
                          <a:pt x="2587971" y="1844743"/>
                        </a:lnTo>
                        <a:lnTo>
                          <a:pt x="2580218" y="1965077"/>
                        </a:lnTo>
                        <a:lnTo>
                          <a:pt x="2572451" y="2001241"/>
                        </a:lnTo>
                        <a:lnTo>
                          <a:pt x="2564656" y="1945075"/>
                        </a:lnTo>
                        <a:lnTo>
                          <a:pt x="2556847" y="2099649"/>
                        </a:lnTo>
                        <a:lnTo>
                          <a:pt x="2549010" y="2112995"/>
                        </a:lnTo>
                        <a:lnTo>
                          <a:pt x="2541159" y="2004652"/>
                        </a:lnTo>
                        <a:lnTo>
                          <a:pt x="2533287" y="2088395"/>
                        </a:lnTo>
                        <a:lnTo>
                          <a:pt x="2525393" y="1979463"/>
                        </a:lnTo>
                        <a:lnTo>
                          <a:pt x="2517479" y="1967043"/>
                        </a:lnTo>
                        <a:lnTo>
                          <a:pt x="2509536" y="1776720"/>
                        </a:lnTo>
                        <a:lnTo>
                          <a:pt x="2501580" y="1766920"/>
                        </a:lnTo>
                        <a:lnTo>
                          <a:pt x="2493595" y="1761479"/>
                        </a:lnTo>
                        <a:lnTo>
                          <a:pt x="2485597" y="1775106"/>
                        </a:lnTo>
                        <a:lnTo>
                          <a:pt x="2477570" y="1816857"/>
                        </a:lnTo>
                        <a:lnTo>
                          <a:pt x="2469522" y="1724557"/>
                        </a:lnTo>
                        <a:lnTo>
                          <a:pt x="2461453" y="1750618"/>
                        </a:lnTo>
                        <a:lnTo>
                          <a:pt x="2453363" y="1805133"/>
                        </a:lnTo>
                        <a:lnTo>
                          <a:pt x="2445252" y="1954223"/>
                        </a:lnTo>
                        <a:lnTo>
                          <a:pt x="2437113" y="1820059"/>
                        </a:lnTo>
                        <a:lnTo>
                          <a:pt x="2428953" y="2044509"/>
                        </a:lnTo>
                        <a:lnTo>
                          <a:pt x="2420765" y="2047296"/>
                        </a:lnTo>
                        <a:lnTo>
                          <a:pt x="2412563" y="2042122"/>
                        </a:lnTo>
                        <a:lnTo>
                          <a:pt x="2404332" y="1984939"/>
                        </a:lnTo>
                        <a:lnTo>
                          <a:pt x="2396081" y="1983892"/>
                        </a:lnTo>
                        <a:lnTo>
                          <a:pt x="2387801" y="2032131"/>
                        </a:lnTo>
                        <a:lnTo>
                          <a:pt x="2379501" y="1886790"/>
                        </a:lnTo>
                        <a:lnTo>
                          <a:pt x="2371172" y="2018041"/>
                        </a:lnTo>
                        <a:lnTo>
                          <a:pt x="2362822" y="1963076"/>
                        </a:lnTo>
                        <a:lnTo>
                          <a:pt x="2354444" y="1979940"/>
                        </a:lnTo>
                        <a:lnTo>
                          <a:pt x="2346045" y="1948593"/>
                        </a:lnTo>
                        <a:lnTo>
                          <a:pt x="2337619" y="1825289"/>
                        </a:lnTo>
                        <a:lnTo>
                          <a:pt x="2329170" y="1941979"/>
                        </a:lnTo>
                        <a:lnTo>
                          <a:pt x="2320694" y="1752921"/>
                        </a:lnTo>
                        <a:lnTo>
                          <a:pt x="2312190" y="1869274"/>
                        </a:lnTo>
                        <a:lnTo>
                          <a:pt x="2303665" y="1999085"/>
                        </a:lnTo>
                        <a:lnTo>
                          <a:pt x="2295111" y="1867750"/>
                        </a:lnTo>
                        <a:lnTo>
                          <a:pt x="2286530" y="1828266"/>
                        </a:lnTo>
                        <a:lnTo>
                          <a:pt x="2277920" y="1888868"/>
                        </a:lnTo>
                        <a:lnTo>
                          <a:pt x="2269289" y="1498549"/>
                        </a:lnTo>
                        <a:lnTo>
                          <a:pt x="2260631" y="1695435"/>
                        </a:lnTo>
                        <a:lnTo>
                          <a:pt x="2251944" y="1825795"/>
                        </a:lnTo>
                        <a:lnTo>
                          <a:pt x="2243229" y="1528674"/>
                        </a:lnTo>
                        <a:lnTo>
                          <a:pt x="2234479" y="1677989"/>
                        </a:lnTo>
                        <a:lnTo>
                          <a:pt x="2225708" y="1268784"/>
                        </a:lnTo>
                        <a:lnTo>
                          <a:pt x="2216916" y="1780118"/>
                        </a:lnTo>
                        <a:lnTo>
                          <a:pt x="2208081" y="1785314"/>
                        </a:lnTo>
                        <a:lnTo>
                          <a:pt x="2199226" y="1662066"/>
                        </a:lnTo>
                        <a:lnTo>
                          <a:pt x="2190342" y="1854018"/>
                        </a:lnTo>
                        <a:lnTo>
                          <a:pt x="2181431" y="1871310"/>
                        </a:lnTo>
                        <a:lnTo>
                          <a:pt x="2172484" y="1899048"/>
                        </a:lnTo>
                        <a:lnTo>
                          <a:pt x="2163510" y="1593355"/>
                        </a:lnTo>
                        <a:lnTo>
                          <a:pt x="2154507" y="1722654"/>
                        </a:lnTo>
                        <a:lnTo>
                          <a:pt x="2145476" y="1734203"/>
                        </a:lnTo>
                        <a:lnTo>
                          <a:pt x="2136410" y="1823843"/>
                        </a:lnTo>
                        <a:lnTo>
                          <a:pt x="2127316" y="1703137"/>
                        </a:lnTo>
                        <a:lnTo>
                          <a:pt x="2118186" y="1729254"/>
                        </a:lnTo>
                        <a:lnTo>
                          <a:pt x="2109029" y="1641032"/>
                        </a:lnTo>
                        <a:lnTo>
                          <a:pt x="2099836" y="1634419"/>
                        </a:lnTo>
                        <a:lnTo>
                          <a:pt x="2090616" y="1637649"/>
                        </a:lnTo>
                        <a:lnTo>
                          <a:pt x="2081360" y="1618377"/>
                        </a:lnTo>
                        <a:lnTo>
                          <a:pt x="2072076" y="1563890"/>
                        </a:lnTo>
                        <a:lnTo>
                          <a:pt x="2062757" y="1621719"/>
                        </a:lnTo>
                        <a:lnTo>
                          <a:pt x="2053403" y="1684757"/>
                        </a:lnTo>
                        <a:lnTo>
                          <a:pt x="2044021" y="1697289"/>
                        </a:lnTo>
                        <a:lnTo>
                          <a:pt x="2034597" y="1574624"/>
                        </a:lnTo>
                        <a:lnTo>
                          <a:pt x="2025145" y="1013514"/>
                        </a:lnTo>
                        <a:lnTo>
                          <a:pt x="2015657" y="1276493"/>
                        </a:lnTo>
                        <a:lnTo>
                          <a:pt x="2006135" y="1672302"/>
                        </a:lnTo>
                        <a:lnTo>
                          <a:pt x="1996577" y="1535463"/>
                        </a:lnTo>
                        <a:lnTo>
                          <a:pt x="1986985" y="1425358"/>
                        </a:lnTo>
                        <a:lnTo>
                          <a:pt x="1977357" y="1620216"/>
                        </a:lnTo>
                        <a:lnTo>
                          <a:pt x="1967687" y="1439175"/>
                        </a:lnTo>
                        <a:lnTo>
                          <a:pt x="1957982" y="1504474"/>
                        </a:lnTo>
                        <a:lnTo>
                          <a:pt x="1948248" y="1687256"/>
                        </a:lnTo>
                        <a:lnTo>
                          <a:pt x="1938466" y="1713394"/>
                        </a:lnTo>
                        <a:lnTo>
                          <a:pt x="1928656" y="1693048"/>
                        </a:lnTo>
                        <a:lnTo>
                          <a:pt x="1918803" y="1716750"/>
                        </a:lnTo>
                        <a:lnTo>
                          <a:pt x="1908908" y="1862850"/>
                        </a:lnTo>
                        <a:lnTo>
                          <a:pt x="1889014" y="1980158"/>
                        </a:lnTo>
                        <a:lnTo>
                          <a:pt x="1879000" y="1831011"/>
                        </a:lnTo>
                        <a:lnTo>
                          <a:pt x="1868950" y="1955185"/>
                        </a:lnTo>
                        <a:lnTo>
                          <a:pt x="1858866" y="1990267"/>
                        </a:lnTo>
                        <a:lnTo>
                          <a:pt x="1848733" y="1954960"/>
                        </a:lnTo>
                        <a:lnTo>
                          <a:pt x="1838564" y="2070246"/>
                        </a:lnTo>
                        <a:lnTo>
                          <a:pt x="1828346" y="1991882"/>
                        </a:lnTo>
                        <a:lnTo>
                          <a:pt x="1818093" y="2036379"/>
                        </a:lnTo>
                        <a:lnTo>
                          <a:pt x="1807791" y="1973053"/>
                        </a:lnTo>
                        <a:lnTo>
                          <a:pt x="1797454" y="1936868"/>
                        </a:lnTo>
                        <a:lnTo>
                          <a:pt x="1787068" y="1980993"/>
                        </a:lnTo>
                        <a:lnTo>
                          <a:pt x="1776640" y="1948698"/>
                        </a:lnTo>
                        <a:lnTo>
                          <a:pt x="1766162" y="1803785"/>
                        </a:lnTo>
                        <a:lnTo>
                          <a:pt x="1755642" y="1871969"/>
                        </a:lnTo>
                        <a:lnTo>
                          <a:pt x="1745080" y="1975671"/>
                        </a:lnTo>
                        <a:lnTo>
                          <a:pt x="1734469" y="2070457"/>
                        </a:lnTo>
                        <a:lnTo>
                          <a:pt x="1723809" y="1922946"/>
                        </a:lnTo>
                        <a:lnTo>
                          <a:pt x="1713107" y="1938511"/>
                        </a:lnTo>
                        <a:lnTo>
                          <a:pt x="1691555" y="1682770"/>
                        </a:lnTo>
                        <a:lnTo>
                          <a:pt x="1680705" y="1711773"/>
                        </a:lnTo>
                        <a:lnTo>
                          <a:pt x="1669806" y="1668546"/>
                        </a:lnTo>
                        <a:lnTo>
                          <a:pt x="1658851" y="1714237"/>
                        </a:lnTo>
                        <a:lnTo>
                          <a:pt x="1647854" y="1590091"/>
                        </a:lnTo>
                        <a:lnTo>
                          <a:pt x="1636807" y="1286820"/>
                        </a:lnTo>
                        <a:lnTo>
                          <a:pt x="1625705" y="1106643"/>
                        </a:lnTo>
                        <a:lnTo>
                          <a:pt x="1614546" y="853991"/>
                        </a:lnTo>
                        <a:lnTo>
                          <a:pt x="1603345" y="851295"/>
                        </a:lnTo>
                        <a:lnTo>
                          <a:pt x="1592081" y="876562"/>
                        </a:lnTo>
                        <a:lnTo>
                          <a:pt x="1580768" y="1342501"/>
                        </a:lnTo>
                        <a:lnTo>
                          <a:pt x="1569398" y="1320259"/>
                        </a:lnTo>
                        <a:lnTo>
                          <a:pt x="1557973" y="920813"/>
                        </a:lnTo>
                        <a:lnTo>
                          <a:pt x="1546498" y="783180"/>
                        </a:lnTo>
                        <a:lnTo>
                          <a:pt x="1534960" y="793206"/>
                        </a:lnTo>
                        <a:lnTo>
                          <a:pt x="1523366" y="1301725"/>
                        </a:lnTo>
                        <a:lnTo>
                          <a:pt x="1511715" y="1726200"/>
                        </a:lnTo>
                        <a:lnTo>
                          <a:pt x="1500002" y="1663850"/>
                        </a:lnTo>
                        <a:lnTo>
                          <a:pt x="1488232" y="1540209"/>
                        </a:lnTo>
                        <a:lnTo>
                          <a:pt x="1476399" y="1460918"/>
                        </a:lnTo>
                        <a:lnTo>
                          <a:pt x="1464510" y="1480281"/>
                        </a:lnTo>
                        <a:lnTo>
                          <a:pt x="1452558" y="1644971"/>
                        </a:lnTo>
                        <a:lnTo>
                          <a:pt x="1440542" y="1716378"/>
                        </a:lnTo>
                        <a:lnTo>
                          <a:pt x="1428471" y="1823534"/>
                        </a:lnTo>
                        <a:lnTo>
                          <a:pt x="1416329" y="1911910"/>
                        </a:lnTo>
                        <a:lnTo>
                          <a:pt x="1404124" y="1939578"/>
                        </a:lnTo>
                        <a:lnTo>
                          <a:pt x="1391855" y="1921451"/>
                        </a:lnTo>
                        <a:lnTo>
                          <a:pt x="1379517" y="1919583"/>
                        </a:lnTo>
                        <a:lnTo>
                          <a:pt x="1367115" y="2042206"/>
                        </a:lnTo>
                        <a:lnTo>
                          <a:pt x="1354650" y="1998741"/>
                        </a:lnTo>
                        <a:lnTo>
                          <a:pt x="1342108" y="1941888"/>
                        </a:lnTo>
                        <a:lnTo>
                          <a:pt x="1329502" y="1923733"/>
                        </a:lnTo>
                        <a:lnTo>
                          <a:pt x="1316834" y="1784605"/>
                        </a:lnTo>
                        <a:lnTo>
                          <a:pt x="1304088" y="1770718"/>
                        </a:lnTo>
                        <a:lnTo>
                          <a:pt x="1291272" y="1693336"/>
                        </a:lnTo>
                        <a:lnTo>
                          <a:pt x="1278379" y="1625840"/>
                        </a:lnTo>
                        <a:lnTo>
                          <a:pt x="1265422" y="1737622"/>
                        </a:lnTo>
                        <a:lnTo>
                          <a:pt x="1252388" y="1753370"/>
                        </a:lnTo>
                        <a:lnTo>
                          <a:pt x="1239284" y="1649661"/>
                        </a:lnTo>
                        <a:lnTo>
                          <a:pt x="1226103" y="1771553"/>
                        </a:lnTo>
                        <a:lnTo>
                          <a:pt x="1212845" y="1737566"/>
                        </a:lnTo>
                        <a:lnTo>
                          <a:pt x="1199516" y="1782512"/>
                        </a:lnTo>
                        <a:lnTo>
                          <a:pt x="1186103" y="1899231"/>
                        </a:lnTo>
                        <a:lnTo>
                          <a:pt x="1172620" y="1991039"/>
                        </a:lnTo>
                        <a:lnTo>
                          <a:pt x="1159059" y="1950243"/>
                        </a:lnTo>
                        <a:lnTo>
                          <a:pt x="1145421" y="2023587"/>
                        </a:lnTo>
                        <a:lnTo>
                          <a:pt x="1131700" y="2008507"/>
                        </a:lnTo>
                        <a:lnTo>
                          <a:pt x="1117900" y="2073012"/>
                        </a:lnTo>
                        <a:lnTo>
                          <a:pt x="1104024" y="2096440"/>
                        </a:lnTo>
                        <a:lnTo>
                          <a:pt x="1090070" y="2076642"/>
                        </a:lnTo>
                        <a:lnTo>
                          <a:pt x="1076032" y="1887857"/>
                        </a:lnTo>
                        <a:lnTo>
                          <a:pt x="1061917" y="1568271"/>
                        </a:lnTo>
                        <a:lnTo>
                          <a:pt x="1047724" y="1627090"/>
                        </a:lnTo>
                        <a:lnTo>
                          <a:pt x="1033448" y="1899855"/>
                        </a:lnTo>
                        <a:lnTo>
                          <a:pt x="1019094" y="1285198"/>
                        </a:lnTo>
                        <a:lnTo>
                          <a:pt x="1004655" y="1686056"/>
                        </a:lnTo>
                        <a:lnTo>
                          <a:pt x="990140" y="1833433"/>
                        </a:lnTo>
                        <a:lnTo>
                          <a:pt x="975547" y="1420416"/>
                        </a:lnTo>
                        <a:lnTo>
                          <a:pt x="960877" y="1898641"/>
                        </a:lnTo>
                        <a:lnTo>
                          <a:pt x="946123" y="1904714"/>
                        </a:lnTo>
                        <a:lnTo>
                          <a:pt x="931298" y="1825949"/>
                        </a:lnTo>
                        <a:lnTo>
                          <a:pt x="916396" y="1807106"/>
                        </a:lnTo>
                        <a:lnTo>
                          <a:pt x="901417" y="1807766"/>
                        </a:lnTo>
                        <a:lnTo>
                          <a:pt x="886375" y="1816127"/>
                        </a:lnTo>
                        <a:lnTo>
                          <a:pt x="871249" y="1915469"/>
                        </a:lnTo>
                        <a:lnTo>
                          <a:pt x="856066" y="1974513"/>
                        </a:lnTo>
                        <a:lnTo>
                          <a:pt x="840806" y="1948972"/>
                        </a:lnTo>
                        <a:lnTo>
                          <a:pt x="825490" y="2003045"/>
                        </a:lnTo>
                        <a:lnTo>
                          <a:pt x="810111" y="2032496"/>
                        </a:lnTo>
                        <a:lnTo>
                          <a:pt x="794675" y="1931666"/>
                        </a:lnTo>
                        <a:lnTo>
                          <a:pt x="779184" y="1905865"/>
                        </a:lnTo>
                        <a:lnTo>
                          <a:pt x="763643" y="2019248"/>
                        </a:lnTo>
                        <a:lnTo>
                          <a:pt x="748060" y="2008717"/>
                        </a:lnTo>
                        <a:lnTo>
                          <a:pt x="732435" y="1947694"/>
                        </a:lnTo>
                        <a:lnTo>
                          <a:pt x="716782" y="2056226"/>
                        </a:lnTo>
                        <a:lnTo>
                          <a:pt x="701093" y="1881440"/>
                        </a:lnTo>
                        <a:lnTo>
                          <a:pt x="685384" y="1959124"/>
                        </a:lnTo>
                        <a:lnTo>
                          <a:pt x="669661" y="2017044"/>
                        </a:lnTo>
                        <a:lnTo>
                          <a:pt x="653930" y="2032384"/>
                        </a:lnTo>
                        <a:lnTo>
                          <a:pt x="638200" y="2085060"/>
                        </a:lnTo>
                        <a:lnTo>
                          <a:pt x="622476" y="2075069"/>
                        </a:lnTo>
                        <a:lnTo>
                          <a:pt x="606774" y="2053383"/>
                        </a:lnTo>
                        <a:lnTo>
                          <a:pt x="591100" y="2020961"/>
                        </a:lnTo>
                        <a:lnTo>
                          <a:pt x="575468" y="1744685"/>
                        </a:lnTo>
                        <a:lnTo>
                          <a:pt x="559878" y="1923543"/>
                        </a:lnTo>
                        <a:lnTo>
                          <a:pt x="544351" y="1778616"/>
                        </a:lnTo>
                        <a:lnTo>
                          <a:pt x="528902" y="1788424"/>
                        </a:lnTo>
                        <a:lnTo>
                          <a:pt x="513529" y="1766786"/>
                        </a:lnTo>
                        <a:lnTo>
                          <a:pt x="498255" y="1990288"/>
                        </a:lnTo>
                        <a:lnTo>
                          <a:pt x="483087" y="2020877"/>
                        </a:lnTo>
                        <a:lnTo>
                          <a:pt x="468037" y="2074192"/>
                        </a:lnTo>
                        <a:lnTo>
                          <a:pt x="453129" y="2076326"/>
                        </a:lnTo>
                        <a:lnTo>
                          <a:pt x="438360" y="2080869"/>
                        </a:lnTo>
                        <a:lnTo>
                          <a:pt x="423754" y="2078229"/>
                        </a:lnTo>
                        <a:lnTo>
                          <a:pt x="409315" y="2025757"/>
                        </a:lnTo>
                        <a:lnTo>
                          <a:pt x="395053" y="1995168"/>
                        </a:lnTo>
                        <a:lnTo>
                          <a:pt x="380986" y="2026487"/>
                        </a:lnTo>
                        <a:lnTo>
                          <a:pt x="367123" y="1949400"/>
                        </a:lnTo>
                        <a:lnTo>
                          <a:pt x="353470" y="1977721"/>
                        </a:lnTo>
                        <a:lnTo>
                          <a:pt x="340040" y="1966769"/>
                        </a:lnTo>
                        <a:lnTo>
                          <a:pt x="326842" y="1980909"/>
                        </a:lnTo>
                        <a:lnTo>
                          <a:pt x="313880" y="2027666"/>
                        </a:lnTo>
                        <a:lnTo>
                          <a:pt x="301162" y="2036028"/>
                        </a:lnTo>
                        <a:lnTo>
                          <a:pt x="288692" y="2032812"/>
                        </a:lnTo>
                        <a:lnTo>
                          <a:pt x="276475" y="2022689"/>
                        </a:lnTo>
                        <a:lnTo>
                          <a:pt x="264520" y="2019859"/>
                        </a:lnTo>
                        <a:lnTo>
                          <a:pt x="252824" y="2011821"/>
                        </a:lnTo>
                        <a:lnTo>
                          <a:pt x="219305" y="1993483"/>
                        </a:lnTo>
                        <a:lnTo>
                          <a:pt x="208654" y="1968103"/>
                        </a:lnTo>
                        <a:lnTo>
                          <a:pt x="198268" y="1950867"/>
                        </a:lnTo>
                        <a:lnTo>
                          <a:pt x="188137" y="1920005"/>
                        </a:lnTo>
                        <a:lnTo>
                          <a:pt x="178258" y="1941151"/>
                        </a:lnTo>
                        <a:lnTo>
                          <a:pt x="168638" y="1941937"/>
                        </a:lnTo>
                        <a:lnTo>
                          <a:pt x="159264" y="1923185"/>
                        </a:lnTo>
                        <a:lnTo>
                          <a:pt x="150131" y="1928422"/>
                        </a:lnTo>
                        <a:lnTo>
                          <a:pt x="141237" y="1936622"/>
                        </a:lnTo>
                        <a:lnTo>
                          <a:pt x="132577" y="1927404"/>
                        </a:lnTo>
                        <a:lnTo>
                          <a:pt x="124147" y="1920236"/>
                        </a:lnTo>
                        <a:lnTo>
                          <a:pt x="115939" y="1911699"/>
                        </a:lnTo>
                        <a:lnTo>
                          <a:pt x="107950" y="1902186"/>
                        </a:lnTo>
                        <a:lnTo>
                          <a:pt x="92596" y="1880142"/>
                        </a:lnTo>
                        <a:lnTo>
                          <a:pt x="85226" y="1877642"/>
                        </a:lnTo>
                        <a:lnTo>
                          <a:pt x="71064" y="1859002"/>
                        </a:lnTo>
                        <a:lnTo>
                          <a:pt x="64260" y="1852038"/>
                        </a:lnTo>
                        <a:lnTo>
                          <a:pt x="44896" y="1826160"/>
                        </a:lnTo>
                        <a:lnTo>
                          <a:pt x="32800" y="1808587"/>
                        </a:lnTo>
                        <a:lnTo>
                          <a:pt x="26987" y="1797143"/>
                        </a:lnTo>
                        <a:lnTo>
                          <a:pt x="21311" y="1781017"/>
                        </a:lnTo>
                        <a:lnTo>
                          <a:pt x="15783" y="1775176"/>
                        </a:lnTo>
                        <a:lnTo>
                          <a:pt x="10395" y="1774277"/>
                        </a:lnTo>
                        <a:lnTo>
                          <a:pt x="0" y="1756592"/>
                        </a:lnTo>
                        <a:lnTo>
                          <a:pt x="0" y="1756592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s-ES" dirty="0"/>
          </a:p>
        </p:txBody>
      </p:sp>
      <p:sp>
        <p:nvSpPr>
          <p:cNvPr id="475" name="CuadroTexto 474">
            <a:extLst>
              <a:ext uri="{FF2B5EF4-FFF2-40B4-BE49-F238E27FC236}">
                <a16:creationId xmlns:a16="http://schemas.microsoft.com/office/drawing/2014/main" id="{5964EF28-2677-77AC-104E-E395F059EBCB}"/>
              </a:ext>
            </a:extLst>
          </p:cNvPr>
          <p:cNvSpPr txBox="1"/>
          <p:nvPr/>
        </p:nvSpPr>
        <p:spPr>
          <a:xfrm>
            <a:off x="1755250" y="12274319"/>
            <a:ext cx="171297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800" b="1" dirty="0">
                <a:latin typeface="FrankRuehl" panose="020E0503060101010101" pitchFamily="34" charset="-79"/>
                <a:cs typeface="FrankRuehl" panose="020E0503060101010101" pitchFamily="34" charset="-79"/>
              </a:rPr>
              <a:t>-</a:t>
            </a:r>
          </a:p>
        </p:txBody>
      </p:sp>
      <p:sp>
        <p:nvSpPr>
          <p:cNvPr id="476" name="CuadroTexto 475">
            <a:extLst>
              <a:ext uri="{FF2B5EF4-FFF2-40B4-BE49-F238E27FC236}">
                <a16:creationId xmlns:a16="http://schemas.microsoft.com/office/drawing/2014/main" id="{0B13B5EB-DFD0-1D01-333D-A4397F775001}"/>
              </a:ext>
            </a:extLst>
          </p:cNvPr>
          <p:cNvSpPr txBox="1"/>
          <p:nvPr/>
        </p:nvSpPr>
        <p:spPr>
          <a:xfrm>
            <a:off x="4366210" y="12233652"/>
            <a:ext cx="171297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800" b="1" dirty="0">
                <a:latin typeface="FrankRuehl" panose="020E0503060101010101" pitchFamily="34" charset="-79"/>
                <a:cs typeface="FrankRuehl" panose="020E0503060101010101" pitchFamily="34" charset="-79"/>
              </a:rPr>
              <a:t>-</a:t>
            </a:r>
          </a:p>
        </p:txBody>
      </p:sp>
      <p:sp>
        <p:nvSpPr>
          <p:cNvPr id="479" name="CuadroTexto 478">
            <a:extLst>
              <a:ext uri="{FF2B5EF4-FFF2-40B4-BE49-F238E27FC236}">
                <a16:creationId xmlns:a16="http://schemas.microsoft.com/office/drawing/2014/main" id="{63E52150-087D-C093-6F99-3883E2959B11}"/>
              </a:ext>
            </a:extLst>
          </p:cNvPr>
          <p:cNvSpPr txBox="1"/>
          <p:nvPr/>
        </p:nvSpPr>
        <p:spPr>
          <a:xfrm>
            <a:off x="2949600" y="13568526"/>
            <a:ext cx="3265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FrankRuehl" panose="020E0503060101010101" pitchFamily="34" charset="-79"/>
                <a:cs typeface="FrankRuehl" panose="020E0503060101010101" pitchFamily="34" charset="-79"/>
              </a:rPr>
              <a:t>Decontaminated</a:t>
            </a:r>
            <a:r>
              <a:rPr lang="es-ES" sz="2400" b="1" dirty="0">
                <a:latin typeface="FrankRuehl" panose="020E0503060101010101" pitchFamily="34" charset="-79"/>
                <a:cs typeface="FrankRuehl" panose="020E0503060101010101" pitchFamily="34" charset="-79"/>
              </a:rPr>
              <a:t> </a:t>
            </a:r>
            <a:r>
              <a:rPr lang="es-ES" sz="2400" b="1" dirty="0" err="1">
                <a:latin typeface="FrankRuehl" panose="020E0503060101010101" pitchFamily="34" charset="-79"/>
                <a:cs typeface="FrankRuehl" panose="020E0503060101010101" pitchFamily="34" charset="-79"/>
              </a:rPr>
              <a:t>Spectrum</a:t>
            </a:r>
            <a:endParaRPr lang="es-ES" sz="2400" b="1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2421A754-6432-EBFA-1987-EC129A7D796A}"/>
              </a:ext>
            </a:extLst>
          </p:cNvPr>
          <p:cNvGrpSpPr/>
          <p:nvPr/>
        </p:nvGrpSpPr>
        <p:grpSpPr>
          <a:xfrm>
            <a:off x="1521470" y="1889373"/>
            <a:ext cx="6694196" cy="4404281"/>
            <a:chOff x="1471237" y="3251363"/>
            <a:chExt cx="6694196" cy="4404281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43ABCFB1-1845-AA2B-88D8-E4AA1C578A71}"/>
                </a:ext>
              </a:extLst>
            </p:cNvPr>
            <p:cNvGrpSpPr/>
            <p:nvPr/>
          </p:nvGrpSpPr>
          <p:grpSpPr>
            <a:xfrm>
              <a:off x="1471237" y="3251363"/>
              <a:ext cx="6694196" cy="520700"/>
              <a:chOff x="1608994" y="2513944"/>
              <a:chExt cx="6694196" cy="520700"/>
            </a:xfrm>
          </p:grpSpPr>
          <p:sp>
            <p:nvSpPr>
              <p:cNvPr id="506" name="Elipse 505">
                <a:extLst>
                  <a:ext uri="{FF2B5EF4-FFF2-40B4-BE49-F238E27FC236}">
                    <a16:creationId xmlns:a16="http://schemas.microsoft.com/office/drawing/2014/main" id="{C2F1B252-6DB2-13A6-DE4D-0D95FDD60CFB}"/>
                  </a:ext>
                </a:extLst>
              </p:cNvPr>
              <p:cNvSpPr/>
              <p:nvPr/>
            </p:nvSpPr>
            <p:spPr>
              <a:xfrm>
                <a:off x="1608994" y="2513944"/>
                <a:ext cx="520700" cy="520700"/>
              </a:xfrm>
              <a:prstGeom prst="ellipse">
                <a:avLst/>
              </a:prstGeom>
              <a:solidFill>
                <a:srgbClr val="E76F51"/>
              </a:solidFill>
              <a:ln>
                <a:solidFill>
                  <a:srgbClr val="E76F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507" name="Elipse 506">
                <a:extLst>
                  <a:ext uri="{FF2B5EF4-FFF2-40B4-BE49-F238E27FC236}">
                    <a16:creationId xmlns:a16="http://schemas.microsoft.com/office/drawing/2014/main" id="{691E53F2-DC4B-2AAA-A46A-AB148910D5C4}"/>
                  </a:ext>
                </a:extLst>
              </p:cNvPr>
              <p:cNvSpPr/>
              <p:nvPr/>
            </p:nvSpPr>
            <p:spPr>
              <a:xfrm>
                <a:off x="2637910" y="2513944"/>
                <a:ext cx="520700" cy="520700"/>
              </a:xfrm>
              <a:prstGeom prst="ellipse">
                <a:avLst/>
              </a:prstGeom>
              <a:solidFill>
                <a:srgbClr val="E76F51"/>
              </a:solidFill>
              <a:ln>
                <a:solidFill>
                  <a:srgbClr val="E76F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508" name="Elipse 507">
                <a:extLst>
                  <a:ext uri="{FF2B5EF4-FFF2-40B4-BE49-F238E27FC236}">
                    <a16:creationId xmlns:a16="http://schemas.microsoft.com/office/drawing/2014/main" id="{A2C275CE-4FE4-2FD3-284C-9E8152647DEB}"/>
                  </a:ext>
                </a:extLst>
              </p:cNvPr>
              <p:cNvSpPr/>
              <p:nvPr/>
            </p:nvSpPr>
            <p:spPr>
              <a:xfrm>
                <a:off x="4695742" y="2513944"/>
                <a:ext cx="520700" cy="520700"/>
              </a:xfrm>
              <a:prstGeom prst="ellipse">
                <a:avLst/>
              </a:prstGeom>
              <a:solidFill>
                <a:srgbClr val="E76F51"/>
              </a:solidFill>
              <a:ln>
                <a:solidFill>
                  <a:srgbClr val="E76F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509" name="Elipse 508">
                <a:extLst>
                  <a:ext uri="{FF2B5EF4-FFF2-40B4-BE49-F238E27FC236}">
                    <a16:creationId xmlns:a16="http://schemas.microsoft.com/office/drawing/2014/main" id="{33343566-144A-2F42-A619-8EE3194E0768}"/>
                  </a:ext>
                </a:extLst>
              </p:cNvPr>
              <p:cNvSpPr/>
              <p:nvPr/>
            </p:nvSpPr>
            <p:spPr>
              <a:xfrm>
                <a:off x="3666826" y="2513944"/>
                <a:ext cx="520700" cy="520700"/>
              </a:xfrm>
              <a:prstGeom prst="ellipse">
                <a:avLst/>
              </a:prstGeom>
              <a:solidFill>
                <a:srgbClr val="E76F51"/>
              </a:solidFill>
              <a:ln>
                <a:solidFill>
                  <a:srgbClr val="E76F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510" name="Elipse 509">
                <a:extLst>
                  <a:ext uri="{FF2B5EF4-FFF2-40B4-BE49-F238E27FC236}">
                    <a16:creationId xmlns:a16="http://schemas.microsoft.com/office/drawing/2014/main" id="{53BBDB9C-DB30-DD59-D661-1E430B31DB63}"/>
                  </a:ext>
                </a:extLst>
              </p:cNvPr>
              <p:cNvSpPr/>
              <p:nvPr/>
            </p:nvSpPr>
            <p:spPr>
              <a:xfrm>
                <a:off x="5724658" y="2513944"/>
                <a:ext cx="520700" cy="520700"/>
              </a:xfrm>
              <a:prstGeom prst="ellipse">
                <a:avLst/>
              </a:prstGeom>
              <a:solidFill>
                <a:srgbClr val="E76F51"/>
              </a:solidFill>
              <a:ln>
                <a:solidFill>
                  <a:srgbClr val="E76F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511" name="Elipse 510">
                <a:extLst>
                  <a:ext uri="{FF2B5EF4-FFF2-40B4-BE49-F238E27FC236}">
                    <a16:creationId xmlns:a16="http://schemas.microsoft.com/office/drawing/2014/main" id="{A4769DE9-0F4E-C7A6-1D54-56C23514DE1B}"/>
                  </a:ext>
                </a:extLst>
              </p:cNvPr>
              <p:cNvSpPr/>
              <p:nvPr/>
            </p:nvSpPr>
            <p:spPr>
              <a:xfrm>
                <a:off x="6753574" y="2513944"/>
                <a:ext cx="520700" cy="520700"/>
              </a:xfrm>
              <a:prstGeom prst="ellipse">
                <a:avLst/>
              </a:prstGeom>
              <a:solidFill>
                <a:srgbClr val="E76F51"/>
              </a:solidFill>
              <a:ln>
                <a:solidFill>
                  <a:srgbClr val="E76F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64" name="Elipse 63">
                <a:extLst>
                  <a:ext uri="{FF2B5EF4-FFF2-40B4-BE49-F238E27FC236}">
                    <a16:creationId xmlns:a16="http://schemas.microsoft.com/office/drawing/2014/main" id="{56645B82-7A81-C7B6-E2A3-2155F5CC68C3}"/>
                  </a:ext>
                </a:extLst>
              </p:cNvPr>
              <p:cNvSpPr/>
              <p:nvPr/>
            </p:nvSpPr>
            <p:spPr>
              <a:xfrm>
                <a:off x="7782490" y="2513944"/>
                <a:ext cx="520700" cy="520700"/>
              </a:xfrm>
              <a:prstGeom prst="ellipse">
                <a:avLst/>
              </a:prstGeom>
              <a:solidFill>
                <a:srgbClr val="E76F51"/>
              </a:solidFill>
              <a:ln>
                <a:solidFill>
                  <a:srgbClr val="E76F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A7788FA4-0194-A620-F0E4-F78F90E3A9AC}"/>
                </a:ext>
              </a:extLst>
            </p:cNvPr>
            <p:cNvCxnSpPr>
              <a:cxnSpLocks/>
              <a:stCxn id="506" idx="4"/>
              <a:endCxn id="500" idx="0"/>
            </p:cNvCxnSpPr>
            <p:nvPr/>
          </p:nvCxnSpPr>
          <p:spPr>
            <a:xfrm>
              <a:off x="1731587" y="3772063"/>
              <a:ext cx="4839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6B76F3D7-1D50-DA27-B48B-899714720712}"/>
                </a:ext>
              </a:extLst>
            </p:cNvPr>
            <p:cNvCxnSpPr>
              <a:cxnSpLocks/>
              <a:stCxn id="507" idx="4"/>
              <a:endCxn id="500" idx="0"/>
            </p:cNvCxnSpPr>
            <p:nvPr/>
          </p:nvCxnSpPr>
          <p:spPr>
            <a:xfrm flipH="1">
              <a:off x="2215577" y="3772063"/>
              <a:ext cx="54492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E858FA90-16FD-9E4F-7E42-008B888D2577}"/>
                </a:ext>
              </a:extLst>
            </p:cNvPr>
            <p:cNvCxnSpPr>
              <a:cxnSpLocks/>
              <a:stCxn id="500" idx="0"/>
              <a:endCxn id="509" idx="4"/>
            </p:cNvCxnSpPr>
            <p:nvPr/>
          </p:nvCxnSpPr>
          <p:spPr>
            <a:xfrm flipV="1">
              <a:off x="2215577" y="3772063"/>
              <a:ext cx="157384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7A4D31E6-98B6-1B85-54FD-584FD67B7B0F}"/>
                </a:ext>
              </a:extLst>
            </p:cNvPr>
            <p:cNvCxnSpPr>
              <a:cxnSpLocks/>
              <a:stCxn id="500" idx="0"/>
              <a:endCxn id="508" idx="4"/>
            </p:cNvCxnSpPr>
            <p:nvPr/>
          </p:nvCxnSpPr>
          <p:spPr>
            <a:xfrm flipV="1">
              <a:off x="2215577" y="3772063"/>
              <a:ext cx="260275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6AD54778-0EDE-2709-4CEE-05BAAF6B1E96}"/>
                </a:ext>
              </a:extLst>
            </p:cNvPr>
            <p:cNvCxnSpPr>
              <a:cxnSpLocks/>
              <a:stCxn id="500" idx="0"/>
              <a:endCxn id="510" idx="4"/>
            </p:cNvCxnSpPr>
            <p:nvPr/>
          </p:nvCxnSpPr>
          <p:spPr>
            <a:xfrm flipV="1">
              <a:off x="2215577" y="3772063"/>
              <a:ext cx="3631674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BE1FCB97-1285-7779-EC71-6BEA09C75CCF}"/>
                </a:ext>
              </a:extLst>
            </p:cNvPr>
            <p:cNvCxnSpPr>
              <a:cxnSpLocks/>
              <a:stCxn id="500" idx="0"/>
              <a:endCxn id="511" idx="4"/>
            </p:cNvCxnSpPr>
            <p:nvPr/>
          </p:nvCxnSpPr>
          <p:spPr>
            <a:xfrm flipV="1">
              <a:off x="2215577" y="3772063"/>
              <a:ext cx="46605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69499127-1215-D981-1D27-0CABC582BF4D}"/>
                </a:ext>
              </a:extLst>
            </p:cNvPr>
            <p:cNvCxnSpPr>
              <a:cxnSpLocks/>
              <a:stCxn id="500" idx="0"/>
              <a:endCxn id="64" idx="4"/>
            </p:cNvCxnSpPr>
            <p:nvPr/>
          </p:nvCxnSpPr>
          <p:spPr>
            <a:xfrm flipV="1">
              <a:off x="2215577" y="3772063"/>
              <a:ext cx="568950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04B2044F-57ED-9D52-B88F-8786EAFF3C3E}"/>
                </a:ext>
              </a:extLst>
            </p:cNvPr>
            <p:cNvCxnSpPr>
              <a:cxnSpLocks/>
              <a:stCxn id="502" idx="0"/>
              <a:endCxn id="506" idx="4"/>
            </p:cNvCxnSpPr>
            <p:nvPr/>
          </p:nvCxnSpPr>
          <p:spPr>
            <a:xfrm flipH="1" flipV="1">
              <a:off x="1731587" y="3772063"/>
              <a:ext cx="151290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8523F969-486B-ABE1-4CB8-D34C0A44178C}"/>
                </a:ext>
              </a:extLst>
            </p:cNvPr>
            <p:cNvCxnSpPr>
              <a:cxnSpLocks/>
              <a:stCxn id="502" idx="0"/>
              <a:endCxn id="507" idx="4"/>
            </p:cNvCxnSpPr>
            <p:nvPr/>
          </p:nvCxnSpPr>
          <p:spPr>
            <a:xfrm flipH="1" flipV="1">
              <a:off x="2760503" y="3772063"/>
              <a:ext cx="4839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5E1C79AE-B88A-6534-9A38-C623D7A5AC66}"/>
                </a:ext>
              </a:extLst>
            </p:cNvPr>
            <p:cNvCxnSpPr>
              <a:cxnSpLocks/>
              <a:stCxn id="502" idx="0"/>
              <a:endCxn id="509" idx="4"/>
            </p:cNvCxnSpPr>
            <p:nvPr/>
          </p:nvCxnSpPr>
          <p:spPr>
            <a:xfrm flipV="1">
              <a:off x="3244493" y="3772063"/>
              <a:ext cx="54492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B7149ED8-1FBB-B667-4256-E279C3411865}"/>
                </a:ext>
              </a:extLst>
            </p:cNvPr>
            <p:cNvCxnSpPr>
              <a:cxnSpLocks/>
              <a:stCxn id="502" idx="0"/>
              <a:endCxn id="508" idx="4"/>
            </p:cNvCxnSpPr>
            <p:nvPr/>
          </p:nvCxnSpPr>
          <p:spPr>
            <a:xfrm flipV="1">
              <a:off x="3244493" y="3772063"/>
              <a:ext cx="157384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67363AD8-44A3-7FC5-4C7A-A123DAEA4880}"/>
                </a:ext>
              </a:extLst>
            </p:cNvPr>
            <p:cNvCxnSpPr>
              <a:cxnSpLocks/>
              <a:stCxn id="502" idx="0"/>
              <a:endCxn id="510" idx="4"/>
            </p:cNvCxnSpPr>
            <p:nvPr/>
          </p:nvCxnSpPr>
          <p:spPr>
            <a:xfrm flipV="1">
              <a:off x="3244493" y="3772063"/>
              <a:ext cx="260275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D8D3B566-AFBF-6440-34BE-592D7F7EB455}"/>
                </a:ext>
              </a:extLst>
            </p:cNvPr>
            <p:cNvCxnSpPr>
              <a:cxnSpLocks/>
              <a:stCxn id="502" idx="0"/>
              <a:endCxn id="511" idx="4"/>
            </p:cNvCxnSpPr>
            <p:nvPr/>
          </p:nvCxnSpPr>
          <p:spPr>
            <a:xfrm flipV="1">
              <a:off x="3244493" y="3772063"/>
              <a:ext cx="3631674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E5079BDC-0A58-B0D8-2255-BB45C784531C}"/>
                </a:ext>
              </a:extLst>
            </p:cNvPr>
            <p:cNvCxnSpPr>
              <a:cxnSpLocks/>
              <a:stCxn id="502" idx="0"/>
              <a:endCxn id="64" idx="4"/>
            </p:cNvCxnSpPr>
            <p:nvPr/>
          </p:nvCxnSpPr>
          <p:spPr>
            <a:xfrm flipV="1">
              <a:off x="3244493" y="3772063"/>
              <a:ext cx="46605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0B5AE7A5-D1C6-DA45-2E61-0A0B0A44EB24}"/>
                </a:ext>
              </a:extLst>
            </p:cNvPr>
            <p:cNvCxnSpPr>
              <a:cxnSpLocks/>
              <a:stCxn id="501" idx="0"/>
              <a:endCxn id="506" idx="4"/>
            </p:cNvCxnSpPr>
            <p:nvPr/>
          </p:nvCxnSpPr>
          <p:spPr>
            <a:xfrm flipH="1" flipV="1">
              <a:off x="1731587" y="3772063"/>
              <a:ext cx="254182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A65B7AB4-6FA0-9EA6-5595-D92956891AFA}"/>
                </a:ext>
              </a:extLst>
            </p:cNvPr>
            <p:cNvCxnSpPr>
              <a:cxnSpLocks/>
              <a:stCxn id="501" idx="0"/>
              <a:endCxn id="507" idx="4"/>
            </p:cNvCxnSpPr>
            <p:nvPr/>
          </p:nvCxnSpPr>
          <p:spPr>
            <a:xfrm flipH="1" flipV="1">
              <a:off x="2760503" y="3772063"/>
              <a:ext cx="151290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746E9200-A322-7ECD-4AC2-D7BDB0143205}"/>
                </a:ext>
              </a:extLst>
            </p:cNvPr>
            <p:cNvCxnSpPr>
              <a:cxnSpLocks/>
              <a:stCxn id="501" idx="0"/>
              <a:endCxn id="509" idx="4"/>
            </p:cNvCxnSpPr>
            <p:nvPr/>
          </p:nvCxnSpPr>
          <p:spPr>
            <a:xfrm flipH="1" flipV="1">
              <a:off x="3789419" y="3772063"/>
              <a:ext cx="4839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3BDB7375-6C1C-94B4-439D-AC27CAB9D648}"/>
                </a:ext>
              </a:extLst>
            </p:cNvPr>
            <p:cNvCxnSpPr>
              <a:cxnSpLocks/>
              <a:stCxn id="501" idx="0"/>
              <a:endCxn id="508" idx="4"/>
            </p:cNvCxnSpPr>
            <p:nvPr/>
          </p:nvCxnSpPr>
          <p:spPr>
            <a:xfrm flipV="1">
              <a:off x="4273409" y="3772063"/>
              <a:ext cx="54492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cto 57">
              <a:extLst>
                <a:ext uri="{FF2B5EF4-FFF2-40B4-BE49-F238E27FC236}">
                  <a16:creationId xmlns:a16="http://schemas.microsoft.com/office/drawing/2014/main" id="{77B0BDC7-91A0-8715-9005-08C9BD9AF389}"/>
                </a:ext>
              </a:extLst>
            </p:cNvPr>
            <p:cNvCxnSpPr>
              <a:cxnSpLocks/>
              <a:stCxn id="501" idx="0"/>
              <a:endCxn id="510" idx="4"/>
            </p:cNvCxnSpPr>
            <p:nvPr/>
          </p:nvCxnSpPr>
          <p:spPr>
            <a:xfrm flipV="1">
              <a:off x="4273409" y="3772063"/>
              <a:ext cx="157384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37AEC6C2-4FC4-2B39-131E-F3EE1AA73700}"/>
                </a:ext>
              </a:extLst>
            </p:cNvPr>
            <p:cNvCxnSpPr>
              <a:cxnSpLocks/>
              <a:stCxn id="501" idx="0"/>
              <a:endCxn id="511" idx="4"/>
            </p:cNvCxnSpPr>
            <p:nvPr/>
          </p:nvCxnSpPr>
          <p:spPr>
            <a:xfrm flipV="1">
              <a:off x="4273409" y="3772063"/>
              <a:ext cx="260275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recto 60">
              <a:extLst>
                <a:ext uri="{FF2B5EF4-FFF2-40B4-BE49-F238E27FC236}">
                  <a16:creationId xmlns:a16="http://schemas.microsoft.com/office/drawing/2014/main" id="{67B779E0-7F6C-468F-0A7B-94B87B3491E0}"/>
                </a:ext>
              </a:extLst>
            </p:cNvPr>
            <p:cNvCxnSpPr>
              <a:cxnSpLocks/>
              <a:stCxn id="501" idx="0"/>
              <a:endCxn id="64" idx="4"/>
            </p:cNvCxnSpPr>
            <p:nvPr/>
          </p:nvCxnSpPr>
          <p:spPr>
            <a:xfrm flipV="1">
              <a:off x="4273409" y="3772063"/>
              <a:ext cx="3631674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BF8B886F-0691-26A8-F542-81BC21E06EB2}"/>
                </a:ext>
              </a:extLst>
            </p:cNvPr>
            <p:cNvCxnSpPr>
              <a:cxnSpLocks/>
              <a:stCxn id="503" idx="0"/>
              <a:endCxn id="506" idx="4"/>
            </p:cNvCxnSpPr>
            <p:nvPr/>
          </p:nvCxnSpPr>
          <p:spPr>
            <a:xfrm flipH="1" flipV="1">
              <a:off x="1731587" y="3772063"/>
              <a:ext cx="357073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Conector recto 447">
              <a:extLst>
                <a:ext uri="{FF2B5EF4-FFF2-40B4-BE49-F238E27FC236}">
                  <a16:creationId xmlns:a16="http://schemas.microsoft.com/office/drawing/2014/main" id="{C706565F-85DF-F17D-FF3B-9BA7F1A82FD9}"/>
                </a:ext>
              </a:extLst>
            </p:cNvPr>
            <p:cNvCxnSpPr>
              <a:cxnSpLocks/>
              <a:stCxn id="503" idx="0"/>
              <a:endCxn id="506" idx="4"/>
            </p:cNvCxnSpPr>
            <p:nvPr/>
          </p:nvCxnSpPr>
          <p:spPr>
            <a:xfrm flipH="1" flipV="1">
              <a:off x="1731587" y="3772063"/>
              <a:ext cx="357073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Conector recto 448">
              <a:extLst>
                <a:ext uri="{FF2B5EF4-FFF2-40B4-BE49-F238E27FC236}">
                  <a16:creationId xmlns:a16="http://schemas.microsoft.com/office/drawing/2014/main" id="{1F1F3A62-9887-DB32-427C-2DAF5537BFD8}"/>
                </a:ext>
              </a:extLst>
            </p:cNvPr>
            <p:cNvCxnSpPr>
              <a:cxnSpLocks/>
              <a:stCxn id="503" idx="0"/>
              <a:endCxn id="509" idx="4"/>
            </p:cNvCxnSpPr>
            <p:nvPr/>
          </p:nvCxnSpPr>
          <p:spPr>
            <a:xfrm flipH="1" flipV="1">
              <a:off x="3789419" y="3772063"/>
              <a:ext cx="151290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Conector recto 449">
              <a:extLst>
                <a:ext uri="{FF2B5EF4-FFF2-40B4-BE49-F238E27FC236}">
                  <a16:creationId xmlns:a16="http://schemas.microsoft.com/office/drawing/2014/main" id="{845C3DD9-581D-A125-C74A-CB366AA7CE8F}"/>
                </a:ext>
              </a:extLst>
            </p:cNvPr>
            <p:cNvCxnSpPr>
              <a:cxnSpLocks/>
              <a:stCxn id="503" idx="0"/>
              <a:endCxn id="508" idx="4"/>
            </p:cNvCxnSpPr>
            <p:nvPr/>
          </p:nvCxnSpPr>
          <p:spPr>
            <a:xfrm flipH="1" flipV="1">
              <a:off x="4818335" y="3772063"/>
              <a:ext cx="4839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Conector recto 450">
              <a:extLst>
                <a:ext uri="{FF2B5EF4-FFF2-40B4-BE49-F238E27FC236}">
                  <a16:creationId xmlns:a16="http://schemas.microsoft.com/office/drawing/2014/main" id="{6602BD85-32C9-6B33-044A-08B226542F52}"/>
                </a:ext>
              </a:extLst>
            </p:cNvPr>
            <p:cNvCxnSpPr>
              <a:cxnSpLocks/>
              <a:stCxn id="503" idx="0"/>
              <a:endCxn id="510" idx="4"/>
            </p:cNvCxnSpPr>
            <p:nvPr/>
          </p:nvCxnSpPr>
          <p:spPr>
            <a:xfrm flipV="1">
              <a:off x="5302325" y="3772063"/>
              <a:ext cx="54492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Conector recto 451">
              <a:extLst>
                <a:ext uri="{FF2B5EF4-FFF2-40B4-BE49-F238E27FC236}">
                  <a16:creationId xmlns:a16="http://schemas.microsoft.com/office/drawing/2014/main" id="{225959C3-E627-E1D0-CCF7-08F78252A441}"/>
                </a:ext>
              </a:extLst>
            </p:cNvPr>
            <p:cNvCxnSpPr>
              <a:cxnSpLocks/>
              <a:stCxn id="503" idx="0"/>
              <a:endCxn id="511" idx="4"/>
            </p:cNvCxnSpPr>
            <p:nvPr/>
          </p:nvCxnSpPr>
          <p:spPr>
            <a:xfrm flipV="1">
              <a:off x="5302325" y="3772063"/>
              <a:ext cx="157384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Conector recto 452">
              <a:extLst>
                <a:ext uri="{FF2B5EF4-FFF2-40B4-BE49-F238E27FC236}">
                  <a16:creationId xmlns:a16="http://schemas.microsoft.com/office/drawing/2014/main" id="{A643D273-A14B-C703-D831-2A62276C0DCA}"/>
                </a:ext>
              </a:extLst>
            </p:cNvPr>
            <p:cNvCxnSpPr>
              <a:cxnSpLocks/>
              <a:stCxn id="503" idx="0"/>
              <a:endCxn id="64" idx="4"/>
            </p:cNvCxnSpPr>
            <p:nvPr/>
          </p:nvCxnSpPr>
          <p:spPr>
            <a:xfrm flipV="1">
              <a:off x="5302325" y="3772063"/>
              <a:ext cx="260275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Conector recto 453">
              <a:extLst>
                <a:ext uri="{FF2B5EF4-FFF2-40B4-BE49-F238E27FC236}">
                  <a16:creationId xmlns:a16="http://schemas.microsoft.com/office/drawing/2014/main" id="{F56DB944-C9C0-6978-CB0C-2FABF07952D2}"/>
                </a:ext>
              </a:extLst>
            </p:cNvPr>
            <p:cNvCxnSpPr>
              <a:cxnSpLocks/>
              <a:stCxn id="504" idx="0"/>
              <a:endCxn id="506" idx="4"/>
            </p:cNvCxnSpPr>
            <p:nvPr/>
          </p:nvCxnSpPr>
          <p:spPr>
            <a:xfrm flipH="1" flipV="1">
              <a:off x="1731587" y="3772063"/>
              <a:ext cx="4599654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Conector recto 454">
              <a:extLst>
                <a:ext uri="{FF2B5EF4-FFF2-40B4-BE49-F238E27FC236}">
                  <a16:creationId xmlns:a16="http://schemas.microsoft.com/office/drawing/2014/main" id="{3535193A-1929-790B-E427-E66EC892254F}"/>
                </a:ext>
              </a:extLst>
            </p:cNvPr>
            <p:cNvCxnSpPr>
              <a:cxnSpLocks/>
              <a:stCxn id="504" idx="0"/>
              <a:endCxn id="507" idx="4"/>
            </p:cNvCxnSpPr>
            <p:nvPr/>
          </p:nvCxnSpPr>
          <p:spPr>
            <a:xfrm flipH="1" flipV="1">
              <a:off x="2760503" y="3772063"/>
              <a:ext cx="357073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Conector recto 455">
              <a:extLst>
                <a:ext uri="{FF2B5EF4-FFF2-40B4-BE49-F238E27FC236}">
                  <a16:creationId xmlns:a16="http://schemas.microsoft.com/office/drawing/2014/main" id="{5DF9C7B4-BBCA-0617-B472-3ACA74E7FF13}"/>
                </a:ext>
              </a:extLst>
            </p:cNvPr>
            <p:cNvCxnSpPr>
              <a:cxnSpLocks/>
              <a:stCxn id="504" idx="0"/>
              <a:endCxn id="509" idx="4"/>
            </p:cNvCxnSpPr>
            <p:nvPr/>
          </p:nvCxnSpPr>
          <p:spPr>
            <a:xfrm flipH="1" flipV="1">
              <a:off x="3789419" y="3772063"/>
              <a:ext cx="254182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Conector recto 456">
              <a:extLst>
                <a:ext uri="{FF2B5EF4-FFF2-40B4-BE49-F238E27FC236}">
                  <a16:creationId xmlns:a16="http://schemas.microsoft.com/office/drawing/2014/main" id="{306A27EE-EBA8-182A-457E-3DDE91D13C7A}"/>
                </a:ext>
              </a:extLst>
            </p:cNvPr>
            <p:cNvCxnSpPr>
              <a:cxnSpLocks/>
              <a:stCxn id="504" idx="0"/>
              <a:endCxn id="508" idx="4"/>
            </p:cNvCxnSpPr>
            <p:nvPr/>
          </p:nvCxnSpPr>
          <p:spPr>
            <a:xfrm flipH="1" flipV="1">
              <a:off x="4818335" y="3772063"/>
              <a:ext cx="151290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Conector recto 457">
              <a:extLst>
                <a:ext uri="{FF2B5EF4-FFF2-40B4-BE49-F238E27FC236}">
                  <a16:creationId xmlns:a16="http://schemas.microsoft.com/office/drawing/2014/main" id="{9E442A45-8827-956C-595F-D0CA38D3E456}"/>
                </a:ext>
              </a:extLst>
            </p:cNvPr>
            <p:cNvCxnSpPr>
              <a:cxnSpLocks/>
              <a:stCxn id="504" idx="0"/>
              <a:endCxn id="510" idx="4"/>
            </p:cNvCxnSpPr>
            <p:nvPr/>
          </p:nvCxnSpPr>
          <p:spPr>
            <a:xfrm flipH="1" flipV="1">
              <a:off x="5847251" y="3772063"/>
              <a:ext cx="4839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Conector recto 458">
              <a:extLst>
                <a:ext uri="{FF2B5EF4-FFF2-40B4-BE49-F238E27FC236}">
                  <a16:creationId xmlns:a16="http://schemas.microsoft.com/office/drawing/2014/main" id="{0D62EFFF-AFEA-8FC4-E33D-611DC00CFF1F}"/>
                </a:ext>
              </a:extLst>
            </p:cNvPr>
            <p:cNvCxnSpPr>
              <a:cxnSpLocks/>
              <a:stCxn id="504" idx="0"/>
              <a:endCxn id="511" idx="4"/>
            </p:cNvCxnSpPr>
            <p:nvPr/>
          </p:nvCxnSpPr>
          <p:spPr>
            <a:xfrm flipV="1">
              <a:off x="6331241" y="3772063"/>
              <a:ext cx="54492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Conector recto 459">
              <a:extLst>
                <a:ext uri="{FF2B5EF4-FFF2-40B4-BE49-F238E27FC236}">
                  <a16:creationId xmlns:a16="http://schemas.microsoft.com/office/drawing/2014/main" id="{D91C3105-9C36-7706-DC2D-6C7D918E2D5E}"/>
                </a:ext>
              </a:extLst>
            </p:cNvPr>
            <p:cNvCxnSpPr>
              <a:cxnSpLocks/>
              <a:stCxn id="504" idx="0"/>
              <a:endCxn id="64" idx="4"/>
            </p:cNvCxnSpPr>
            <p:nvPr/>
          </p:nvCxnSpPr>
          <p:spPr>
            <a:xfrm flipV="1">
              <a:off x="6331241" y="3772063"/>
              <a:ext cx="157384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Conector recto 460">
              <a:extLst>
                <a:ext uri="{FF2B5EF4-FFF2-40B4-BE49-F238E27FC236}">
                  <a16:creationId xmlns:a16="http://schemas.microsoft.com/office/drawing/2014/main" id="{927920D6-AD64-FACC-56D5-ADC01098C611}"/>
                </a:ext>
              </a:extLst>
            </p:cNvPr>
            <p:cNvCxnSpPr>
              <a:cxnSpLocks/>
              <a:stCxn id="505" idx="0"/>
              <a:endCxn id="506" idx="4"/>
            </p:cNvCxnSpPr>
            <p:nvPr/>
          </p:nvCxnSpPr>
          <p:spPr>
            <a:xfrm flipH="1" flipV="1">
              <a:off x="1731587" y="3772063"/>
              <a:ext cx="562857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Conector recto 461">
              <a:extLst>
                <a:ext uri="{FF2B5EF4-FFF2-40B4-BE49-F238E27FC236}">
                  <a16:creationId xmlns:a16="http://schemas.microsoft.com/office/drawing/2014/main" id="{839C4BDA-D771-E6C4-4661-9A1946BC5946}"/>
                </a:ext>
              </a:extLst>
            </p:cNvPr>
            <p:cNvCxnSpPr>
              <a:cxnSpLocks/>
              <a:stCxn id="505" idx="0"/>
              <a:endCxn id="507" idx="4"/>
            </p:cNvCxnSpPr>
            <p:nvPr/>
          </p:nvCxnSpPr>
          <p:spPr>
            <a:xfrm flipH="1" flipV="1">
              <a:off x="2760503" y="3772063"/>
              <a:ext cx="4599654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Conector recto 462">
              <a:extLst>
                <a:ext uri="{FF2B5EF4-FFF2-40B4-BE49-F238E27FC236}">
                  <a16:creationId xmlns:a16="http://schemas.microsoft.com/office/drawing/2014/main" id="{63C76C7A-B050-B369-C804-1F0F2BA17379}"/>
                </a:ext>
              </a:extLst>
            </p:cNvPr>
            <p:cNvCxnSpPr>
              <a:cxnSpLocks/>
              <a:stCxn id="505" idx="0"/>
              <a:endCxn id="509" idx="4"/>
            </p:cNvCxnSpPr>
            <p:nvPr/>
          </p:nvCxnSpPr>
          <p:spPr>
            <a:xfrm flipH="1" flipV="1">
              <a:off x="3789419" y="3772063"/>
              <a:ext cx="357073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Conector recto 463">
              <a:extLst>
                <a:ext uri="{FF2B5EF4-FFF2-40B4-BE49-F238E27FC236}">
                  <a16:creationId xmlns:a16="http://schemas.microsoft.com/office/drawing/2014/main" id="{3ACC856F-C41A-9D9F-C1DE-E5F36D73EA5A}"/>
                </a:ext>
              </a:extLst>
            </p:cNvPr>
            <p:cNvCxnSpPr>
              <a:cxnSpLocks/>
              <a:stCxn id="505" idx="0"/>
              <a:endCxn id="508" idx="4"/>
            </p:cNvCxnSpPr>
            <p:nvPr/>
          </p:nvCxnSpPr>
          <p:spPr>
            <a:xfrm flipH="1" flipV="1">
              <a:off x="4818335" y="3772063"/>
              <a:ext cx="254182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Conector recto 464">
              <a:extLst>
                <a:ext uri="{FF2B5EF4-FFF2-40B4-BE49-F238E27FC236}">
                  <a16:creationId xmlns:a16="http://schemas.microsoft.com/office/drawing/2014/main" id="{5E6D4226-D4A6-0858-549D-366EA40E06CC}"/>
                </a:ext>
              </a:extLst>
            </p:cNvPr>
            <p:cNvCxnSpPr>
              <a:cxnSpLocks/>
              <a:stCxn id="505" idx="0"/>
              <a:endCxn id="510" idx="4"/>
            </p:cNvCxnSpPr>
            <p:nvPr/>
          </p:nvCxnSpPr>
          <p:spPr>
            <a:xfrm flipH="1" flipV="1">
              <a:off x="5847251" y="3772063"/>
              <a:ext cx="151290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Conector recto 465">
              <a:extLst>
                <a:ext uri="{FF2B5EF4-FFF2-40B4-BE49-F238E27FC236}">
                  <a16:creationId xmlns:a16="http://schemas.microsoft.com/office/drawing/2014/main" id="{F50A8BB2-60E9-FC3C-B623-B46F6BA01A89}"/>
                </a:ext>
              </a:extLst>
            </p:cNvPr>
            <p:cNvCxnSpPr>
              <a:cxnSpLocks/>
              <a:stCxn id="505" idx="0"/>
              <a:endCxn id="511" idx="4"/>
            </p:cNvCxnSpPr>
            <p:nvPr/>
          </p:nvCxnSpPr>
          <p:spPr>
            <a:xfrm flipH="1" flipV="1">
              <a:off x="6876167" y="3772063"/>
              <a:ext cx="4839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Conector recto 466">
              <a:extLst>
                <a:ext uri="{FF2B5EF4-FFF2-40B4-BE49-F238E27FC236}">
                  <a16:creationId xmlns:a16="http://schemas.microsoft.com/office/drawing/2014/main" id="{5456D7D9-17A0-A6BB-74A1-83F3BEC563A4}"/>
                </a:ext>
              </a:extLst>
            </p:cNvPr>
            <p:cNvCxnSpPr>
              <a:cxnSpLocks/>
              <a:stCxn id="505" idx="0"/>
              <a:endCxn id="64" idx="4"/>
            </p:cNvCxnSpPr>
            <p:nvPr/>
          </p:nvCxnSpPr>
          <p:spPr>
            <a:xfrm flipV="1">
              <a:off x="7360157" y="3772063"/>
              <a:ext cx="54492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Conector recto 467">
              <a:extLst>
                <a:ext uri="{FF2B5EF4-FFF2-40B4-BE49-F238E27FC236}">
                  <a16:creationId xmlns:a16="http://schemas.microsoft.com/office/drawing/2014/main" id="{B1A93475-8702-1941-A921-794525A3B430}"/>
                </a:ext>
              </a:extLst>
            </p:cNvPr>
            <p:cNvCxnSpPr>
              <a:cxnSpLocks/>
              <a:stCxn id="505" idx="4"/>
              <a:endCxn id="20" idx="0"/>
            </p:cNvCxnSpPr>
            <p:nvPr/>
          </p:nvCxnSpPr>
          <p:spPr>
            <a:xfrm flipH="1">
              <a:off x="5514384" y="5875439"/>
              <a:ext cx="1845773" cy="1579345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Conector recto 468">
              <a:extLst>
                <a:ext uri="{FF2B5EF4-FFF2-40B4-BE49-F238E27FC236}">
                  <a16:creationId xmlns:a16="http://schemas.microsoft.com/office/drawing/2014/main" id="{B33ADC2A-441B-A895-A388-108050B574A0}"/>
                </a:ext>
              </a:extLst>
            </p:cNvPr>
            <p:cNvCxnSpPr>
              <a:cxnSpLocks/>
              <a:stCxn id="504" idx="4"/>
              <a:endCxn id="20" idx="0"/>
            </p:cNvCxnSpPr>
            <p:nvPr/>
          </p:nvCxnSpPr>
          <p:spPr>
            <a:xfrm flipH="1">
              <a:off x="5514384" y="5875439"/>
              <a:ext cx="816857" cy="1579345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Conector recto 469">
              <a:extLst>
                <a:ext uri="{FF2B5EF4-FFF2-40B4-BE49-F238E27FC236}">
                  <a16:creationId xmlns:a16="http://schemas.microsoft.com/office/drawing/2014/main" id="{7AEC12EA-4071-0F1D-1B0E-52C5F0D9F34F}"/>
                </a:ext>
              </a:extLst>
            </p:cNvPr>
            <p:cNvCxnSpPr>
              <a:cxnSpLocks/>
              <a:stCxn id="503" idx="4"/>
              <a:endCxn id="23" idx="0"/>
            </p:cNvCxnSpPr>
            <p:nvPr/>
          </p:nvCxnSpPr>
          <p:spPr>
            <a:xfrm flipH="1">
              <a:off x="4056887" y="5875439"/>
              <a:ext cx="1245438" cy="1603650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Conector recto 470">
              <a:extLst>
                <a:ext uri="{FF2B5EF4-FFF2-40B4-BE49-F238E27FC236}">
                  <a16:creationId xmlns:a16="http://schemas.microsoft.com/office/drawing/2014/main" id="{43BA3852-7D89-D83C-0E3B-7FE4143B3344}"/>
                </a:ext>
              </a:extLst>
            </p:cNvPr>
            <p:cNvCxnSpPr>
              <a:cxnSpLocks/>
              <a:stCxn id="501" idx="4"/>
              <a:endCxn id="23" idx="0"/>
            </p:cNvCxnSpPr>
            <p:nvPr/>
          </p:nvCxnSpPr>
          <p:spPr>
            <a:xfrm flipH="1">
              <a:off x="4056887" y="5875439"/>
              <a:ext cx="216522" cy="1603650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Conector recto 476">
              <a:extLst>
                <a:ext uri="{FF2B5EF4-FFF2-40B4-BE49-F238E27FC236}">
                  <a16:creationId xmlns:a16="http://schemas.microsoft.com/office/drawing/2014/main" id="{A7A89FF5-AB90-CCCA-2CEF-DAC88AA9482B}"/>
                </a:ext>
              </a:extLst>
            </p:cNvPr>
            <p:cNvCxnSpPr>
              <a:cxnSpLocks/>
              <a:stCxn id="502" idx="4"/>
              <a:endCxn id="22" idx="0"/>
            </p:cNvCxnSpPr>
            <p:nvPr/>
          </p:nvCxnSpPr>
          <p:spPr>
            <a:xfrm flipH="1">
              <a:off x="2599389" y="5875439"/>
              <a:ext cx="645104" cy="1603650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Conector recto 477">
              <a:extLst>
                <a:ext uri="{FF2B5EF4-FFF2-40B4-BE49-F238E27FC236}">
                  <a16:creationId xmlns:a16="http://schemas.microsoft.com/office/drawing/2014/main" id="{2FC80121-F7EA-20C5-8E88-17413423AA30}"/>
                </a:ext>
              </a:extLst>
            </p:cNvPr>
            <p:cNvCxnSpPr>
              <a:cxnSpLocks/>
              <a:stCxn id="500" idx="4"/>
              <a:endCxn id="23" idx="0"/>
            </p:cNvCxnSpPr>
            <p:nvPr/>
          </p:nvCxnSpPr>
          <p:spPr>
            <a:xfrm>
              <a:off x="2215577" y="5875439"/>
              <a:ext cx="1841310" cy="1603650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0" name="Grupo 479">
              <a:extLst>
                <a:ext uri="{FF2B5EF4-FFF2-40B4-BE49-F238E27FC236}">
                  <a16:creationId xmlns:a16="http://schemas.microsoft.com/office/drawing/2014/main" id="{F1D026DB-0665-0B83-0E6B-6A6929DA2C59}"/>
                </a:ext>
              </a:extLst>
            </p:cNvPr>
            <p:cNvGrpSpPr/>
            <p:nvPr/>
          </p:nvGrpSpPr>
          <p:grpSpPr>
            <a:xfrm>
              <a:off x="1955227" y="5354739"/>
              <a:ext cx="5665280" cy="520700"/>
              <a:chOff x="2092984" y="4617320"/>
              <a:chExt cx="5665280" cy="520700"/>
            </a:xfrm>
          </p:grpSpPr>
          <p:sp>
            <p:nvSpPr>
              <p:cNvPr id="500" name="Elipse 499">
                <a:extLst>
                  <a:ext uri="{FF2B5EF4-FFF2-40B4-BE49-F238E27FC236}">
                    <a16:creationId xmlns:a16="http://schemas.microsoft.com/office/drawing/2014/main" id="{1477105B-9DB5-BD84-668B-4D90854B307A}"/>
                  </a:ext>
                </a:extLst>
              </p:cNvPr>
              <p:cNvSpPr/>
              <p:nvPr/>
            </p:nvSpPr>
            <p:spPr>
              <a:xfrm>
                <a:off x="2092984" y="4617320"/>
                <a:ext cx="520700" cy="520700"/>
              </a:xfrm>
              <a:prstGeom prst="ellipse">
                <a:avLst/>
              </a:prstGeom>
              <a:solidFill>
                <a:srgbClr val="264653"/>
              </a:solidFill>
              <a:ln>
                <a:solidFill>
                  <a:srgbClr val="26465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501" name="Elipse 500">
                <a:extLst>
                  <a:ext uri="{FF2B5EF4-FFF2-40B4-BE49-F238E27FC236}">
                    <a16:creationId xmlns:a16="http://schemas.microsoft.com/office/drawing/2014/main" id="{09EE936E-68D0-91B9-E506-FFDDF749FA1F}"/>
                  </a:ext>
                </a:extLst>
              </p:cNvPr>
              <p:cNvSpPr/>
              <p:nvPr/>
            </p:nvSpPr>
            <p:spPr>
              <a:xfrm>
                <a:off x="4150816" y="4617320"/>
                <a:ext cx="520700" cy="520700"/>
              </a:xfrm>
              <a:prstGeom prst="ellipse">
                <a:avLst/>
              </a:prstGeom>
              <a:solidFill>
                <a:srgbClr val="264653"/>
              </a:solidFill>
              <a:ln>
                <a:solidFill>
                  <a:srgbClr val="26465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502" name="Elipse 501">
                <a:extLst>
                  <a:ext uri="{FF2B5EF4-FFF2-40B4-BE49-F238E27FC236}">
                    <a16:creationId xmlns:a16="http://schemas.microsoft.com/office/drawing/2014/main" id="{9EBB9748-6D3D-7960-D683-37EDB66CACFF}"/>
                  </a:ext>
                </a:extLst>
              </p:cNvPr>
              <p:cNvSpPr/>
              <p:nvPr/>
            </p:nvSpPr>
            <p:spPr>
              <a:xfrm>
                <a:off x="3121900" y="4617320"/>
                <a:ext cx="520700" cy="520700"/>
              </a:xfrm>
              <a:prstGeom prst="ellipse">
                <a:avLst/>
              </a:prstGeom>
              <a:solidFill>
                <a:srgbClr val="264653"/>
              </a:solidFill>
              <a:ln>
                <a:solidFill>
                  <a:srgbClr val="26465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503" name="Elipse 502">
                <a:extLst>
                  <a:ext uri="{FF2B5EF4-FFF2-40B4-BE49-F238E27FC236}">
                    <a16:creationId xmlns:a16="http://schemas.microsoft.com/office/drawing/2014/main" id="{7A19ECC1-BC69-0537-96DC-768E466F609A}"/>
                  </a:ext>
                </a:extLst>
              </p:cNvPr>
              <p:cNvSpPr/>
              <p:nvPr/>
            </p:nvSpPr>
            <p:spPr>
              <a:xfrm>
                <a:off x="5179732" y="4617320"/>
                <a:ext cx="520700" cy="520700"/>
              </a:xfrm>
              <a:prstGeom prst="ellipse">
                <a:avLst/>
              </a:prstGeom>
              <a:solidFill>
                <a:srgbClr val="264653"/>
              </a:solidFill>
              <a:ln>
                <a:solidFill>
                  <a:srgbClr val="26465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504" name="Elipse 503">
                <a:extLst>
                  <a:ext uri="{FF2B5EF4-FFF2-40B4-BE49-F238E27FC236}">
                    <a16:creationId xmlns:a16="http://schemas.microsoft.com/office/drawing/2014/main" id="{A04DE2DE-1946-83F5-221E-AEE6285ECDF3}"/>
                  </a:ext>
                </a:extLst>
              </p:cNvPr>
              <p:cNvSpPr/>
              <p:nvPr/>
            </p:nvSpPr>
            <p:spPr>
              <a:xfrm>
                <a:off x="6208648" y="4617320"/>
                <a:ext cx="520700" cy="520700"/>
              </a:xfrm>
              <a:prstGeom prst="ellipse">
                <a:avLst/>
              </a:prstGeom>
              <a:solidFill>
                <a:srgbClr val="264653"/>
              </a:solidFill>
              <a:ln>
                <a:solidFill>
                  <a:srgbClr val="26465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505" name="Elipse 504">
                <a:extLst>
                  <a:ext uri="{FF2B5EF4-FFF2-40B4-BE49-F238E27FC236}">
                    <a16:creationId xmlns:a16="http://schemas.microsoft.com/office/drawing/2014/main" id="{BDE04FEF-D488-8063-F788-664BFC3BAE47}"/>
                  </a:ext>
                </a:extLst>
              </p:cNvPr>
              <p:cNvSpPr/>
              <p:nvPr/>
            </p:nvSpPr>
            <p:spPr>
              <a:xfrm>
                <a:off x="7237564" y="4617320"/>
                <a:ext cx="520700" cy="520700"/>
              </a:xfrm>
              <a:prstGeom prst="ellipse">
                <a:avLst/>
              </a:prstGeom>
              <a:solidFill>
                <a:srgbClr val="264653"/>
              </a:solidFill>
              <a:ln>
                <a:solidFill>
                  <a:srgbClr val="26465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cxnSp>
          <p:nvCxnSpPr>
            <p:cNvPr id="481" name="Conector recto 480">
              <a:extLst>
                <a:ext uri="{FF2B5EF4-FFF2-40B4-BE49-F238E27FC236}">
                  <a16:creationId xmlns:a16="http://schemas.microsoft.com/office/drawing/2014/main" id="{4B41F103-B308-780C-E2E1-74CEC134E500}"/>
                </a:ext>
              </a:extLst>
            </p:cNvPr>
            <p:cNvCxnSpPr>
              <a:cxnSpLocks/>
              <a:stCxn id="500" idx="4"/>
              <a:endCxn id="22" idx="0"/>
            </p:cNvCxnSpPr>
            <p:nvPr/>
          </p:nvCxnSpPr>
          <p:spPr>
            <a:xfrm>
              <a:off x="2215577" y="5875439"/>
              <a:ext cx="383812" cy="1603650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Conector recto 481">
              <a:extLst>
                <a:ext uri="{FF2B5EF4-FFF2-40B4-BE49-F238E27FC236}">
                  <a16:creationId xmlns:a16="http://schemas.microsoft.com/office/drawing/2014/main" id="{85B1DB0D-5CFB-6577-EA99-F28898F63239}"/>
                </a:ext>
              </a:extLst>
            </p:cNvPr>
            <p:cNvCxnSpPr>
              <a:cxnSpLocks/>
              <a:stCxn id="502" idx="4"/>
              <a:endCxn id="23" idx="0"/>
            </p:cNvCxnSpPr>
            <p:nvPr/>
          </p:nvCxnSpPr>
          <p:spPr>
            <a:xfrm>
              <a:off x="3244493" y="5875439"/>
              <a:ext cx="812394" cy="1603650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Conector recto 482">
              <a:extLst>
                <a:ext uri="{FF2B5EF4-FFF2-40B4-BE49-F238E27FC236}">
                  <a16:creationId xmlns:a16="http://schemas.microsoft.com/office/drawing/2014/main" id="{43941DB0-67DB-27D4-D3A3-66AB2E917999}"/>
                </a:ext>
              </a:extLst>
            </p:cNvPr>
            <p:cNvCxnSpPr>
              <a:cxnSpLocks/>
              <a:stCxn id="501" idx="4"/>
              <a:endCxn id="22" idx="0"/>
            </p:cNvCxnSpPr>
            <p:nvPr/>
          </p:nvCxnSpPr>
          <p:spPr>
            <a:xfrm flipH="1">
              <a:off x="2599389" y="5875439"/>
              <a:ext cx="1674020" cy="1603650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Conector recto 483">
              <a:extLst>
                <a:ext uri="{FF2B5EF4-FFF2-40B4-BE49-F238E27FC236}">
                  <a16:creationId xmlns:a16="http://schemas.microsoft.com/office/drawing/2014/main" id="{4EEADCA3-A481-EE00-EA2B-9D28B8007AE2}"/>
                </a:ext>
              </a:extLst>
            </p:cNvPr>
            <p:cNvCxnSpPr>
              <a:cxnSpLocks/>
              <a:stCxn id="503" idx="4"/>
              <a:endCxn id="20" idx="0"/>
            </p:cNvCxnSpPr>
            <p:nvPr/>
          </p:nvCxnSpPr>
          <p:spPr>
            <a:xfrm>
              <a:off x="5302325" y="5875439"/>
              <a:ext cx="212059" cy="1579345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Conector recto 484">
              <a:extLst>
                <a:ext uri="{FF2B5EF4-FFF2-40B4-BE49-F238E27FC236}">
                  <a16:creationId xmlns:a16="http://schemas.microsoft.com/office/drawing/2014/main" id="{1E6120F8-1C5C-FEAD-640B-BDB24D48707A}"/>
                </a:ext>
              </a:extLst>
            </p:cNvPr>
            <p:cNvCxnSpPr>
              <a:cxnSpLocks/>
              <a:stCxn id="504" idx="4"/>
              <a:endCxn id="26" idx="0"/>
            </p:cNvCxnSpPr>
            <p:nvPr/>
          </p:nvCxnSpPr>
          <p:spPr>
            <a:xfrm>
              <a:off x="6331241" y="5875439"/>
              <a:ext cx="627063" cy="1780205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Conector recto 485">
              <a:extLst>
                <a:ext uri="{FF2B5EF4-FFF2-40B4-BE49-F238E27FC236}">
                  <a16:creationId xmlns:a16="http://schemas.microsoft.com/office/drawing/2014/main" id="{FA663AC0-E35B-5331-7C0B-241B8FD80AA4}"/>
                </a:ext>
              </a:extLst>
            </p:cNvPr>
            <p:cNvCxnSpPr>
              <a:cxnSpLocks/>
              <a:stCxn id="505" idx="4"/>
              <a:endCxn id="26" idx="0"/>
            </p:cNvCxnSpPr>
            <p:nvPr/>
          </p:nvCxnSpPr>
          <p:spPr>
            <a:xfrm flipH="1">
              <a:off x="6958304" y="5875439"/>
              <a:ext cx="401853" cy="1780205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Conector recto 486">
              <a:extLst>
                <a:ext uri="{FF2B5EF4-FFF2-40B4-BE49-F238E27FC236}">
                  <a16:creationId xmlns:a16="http://schemas.microsoft.com/office/drawing/2014/main" id="{299B4752-7A98-0C04-8FA9-F7AEC01C9DA8}"/>
                </a:ext>
              </a:extLst>
            </p:cNvPr>
            <p:cNvCxnSpPr>
              <a:cxnSpLocks/>
              <a:stCxn id="500" idx="4"/>
              <a:endCxn id="20" idx="0"/>
            </p:cNvCxnSpPr>
            <p:nvPr/>
          </p:nvCxnSpPr>
          <p:spPr>
            <a:xfrm>
              <a:off x="2215577" y="5875439"/>
              <a:ext cx="3298807" cy="1579345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Conector recto 487">
              <a:extLst>
                <a:ext uri="{FF2B5EF4-FFF2-40B4-BE49-F238E27FC236}">
                  <a16:creationId xmlns:a16="http://schemas.microsoft.com/office/drawing/2014/main" id="{4884C2D2-1D60-F0CD-C3C3-EF4A3C1AA18D}"/>
                </a:ext>
              </a:extLst>
            </p:cNvPr>
            <p:cNvCxnSpPr>
              <a:cxnSpLocks/>
              <a:stCxn id="500" idx="4"/>
              <a:endCxn id="26" idx="0"/>
            </p:cNvCxnSpPr>
            <p:nvPr/>
          </p:nvCxnSpPr>
          <p:spPr>
            <a:xfrm>
              <a:off x="2215577" y="5875439"/>
              <a:ext cx="4742727" cy="1780205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Conector recto 488">
              <a:extLst>
                <a:ext uri="{FF2B5EF4-FFF2-40B4-BE49-F238E27FC236}">
                  <a16:creationId xmlns:a16="http://schemas.microsoft.com/office/drawing/2014/main" id="{9EC7B9D7-1989-566F-7FCB-0B4B05C312A6}"/>
                </a:ext>
              </a:extLst>
            </p:cNvPr>
            <p:cNvCxnSpPr>
              <a:cxnSpLocks/>
              <a:stCxn id="502" idx="4"/>
              <a:endCxn id="20" idx="0"/>
            </p:cNvCxnSpPr>
            <p:nvPr/>
          </p:nvCxnSpPr>
          <p:spPr>
            <a:xfrm>
              <a:off x="3244493" y="5875439"/>
              <a:ext cx="2269891" cy="1579345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Conector recto 489">
              <a:extLst>
                <a:ext uri="{FF2B5EF4-FFF2-40B4-BE49-F238E27FC236}">
                  <a16:creationId xmlns:a16="http://schemas.microsoft.com/office/drawing/2014/main" id="{0E1BEA9E-2368-EA84-DB20-CA9D7E45B523}"/>
                </a:ext>
              </a:extLst>
            </p:cNvPr>
            <p:cNvCxnSpPr>
              <a:cxnSpLocks/>
              <a:stCxn id="501" idx="4"/>
              <a:endCxn id="26" idx="0"/>
            </p:cNvCxnSpPr>
            <p:nvPr/>
          </p:nvCxnSpPr>
          <p:spPr>
            <a:xfrm>
              <a:off x="4273409" y="5875439"/>
              <a:ext cx="2684895" cy="1780205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Conector recto 490">
              <a:extLst>
                <a:ext uri="{FF2B5EF4-FFF2-40B4-BE49-F238E27FC236}">
                  <a16:creationId xmlns:a16="http://schemas.microsoft.com/office/drawing/2014/main" id="{22E01258-6904-10A7-CCC3-D275E7EED59B}"/>
                </a:ext>
              </a:extLst>
            </p:cNvPr>
            <p:cNvCxnSpPr>
              <a:cxnSpLocks/>
              <a:stCxn id="503" idx="4"/>
              <a:endCxn id="26" idx="0"/>
            </p:cNvCxnSpPr>
            <p:nvPr/>
          </p:nvCxnSpPr>
          <p:spPr>
            <a:xfrm>
              <a:off x="5302325" y="5875439"/>
              <a:ext cx="1655979" cy="1780205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Conector recto 491">
              <a:extLst>
                <a:ext uri="{FF2B5EF4-FFF2-40B4-BE49-F238E27FC236}">
                  <a16:creationId xmlns:a16="http://schemas.microsoft.com/office/drawing/2014/main" id="{19646167-6E80-BE58-8170-929C6A5E6CDD}"/>
                </a:ext>
              </a:extLst>
            </p:cNvPr>
            <p:cNvCxnSpPr>
              <a:cxnSpLocks/>
              <a:stCxn id="505" idx="4"/>
              <a:endCxn id="26" idx="0"/>
            </p:cNvCxnSpPr>
            <p:nvPr/>
          </p:nvCxnSpPr>
          <p:spPr>
            <a:xfrm flipH="1">
              <a:off x="6958304" y="5875439"/>
              <a:ext cx="401853" cy="1780205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Conector recto 492">
              <a:extLst>
                <a:ext uri="{FF2B5EF4-FFF2-40B4-BE49-F238E27FC236}">
                  <a16:creationId xmlns:a16="http://schemas.microsoft.com/office/drawing/2014/main" id="{88F47338-B74D-F62C-61FC-11B38EF9BC10}"/>
                </a:ext>
              </a:extLst>
            </p:cNvPr>
            <p:cNvCxnSpPr>
              <a:cxnSpLocks/>
              <a:stCxn id="505" idx="4"/>
              <a:endCxn id="22" idx="0"/>
            </p:cNvCxnSpPr>
            <p:nvPr/>
          </p:nvCxnSpPr>
          <p:spPr>
            <a:xfrm flipH="1">
              <a:off x="2599389" y="5875439"/>
              <a:ext cx="4760768" cy="1603650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Conector recto 493">
              <a:extLst>
                <a:ext uri="{FF2B5EF4-FFF2-40B4-BE49-F238E27FC236}">
                  <a16:creationId xmlns:a16="http://schemas.microsoft.com/office/drawing/2014/main" id="{80C7C624-7930-B2C9-77D2-CD3D752E3502}"/>
                </a:ext>
              </a:extLst>
            </p:cNvPr>
            <p:cNvCxnSpPr>
              <a:cxnSpLocks/>
              <a:stCxn id="505" idx="4"/>
              <a:endCxn id="23" idx="0"/>
            </p:cNvCxnSpPr>
            <p:nvPr/>
          </p:nvCxnSpPr>
          <p:spPr>
            <a:xfrm flipH="1">
              <a:off x="4056887" y="5875439"/>
              <a:ext cx="3303270" cy="1603650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Conector recto 494">
              <a:extLst>
                <a:ext uri="{FF2B5EF4-FFF2-40B4-BE49-F238E27FC236}">
                  <a16:creationId xmlns:a16="http://schemas.microsoft.com/office/drawing/2014/main" id="{6CA2B7E6-233F-75CD-B976-645345B22FCF}"/>
                </a:ext>
              </a:extLst>
            </p:cNvPr>
            <p:cNvCxnSpPr>
              <a:cxnSpLocks/>
              <a:stCxn id="504" idx="4"/>
              <a:endCxn id="22" idx="0"/>
            </p:cNvCxnSpPr>
            <p:nvPr/>
          </p:nvCxnSpPr>
          <p:spPr>
            <a:xfrm flipH="1">
              <a:off x="2599389" y="5875439"/>
              <a:ext cx="3731852" cy="1603650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Conector recto 495">
              <a:extLst>
                <a:ext uri="{FF2B5EF4-FFF2-40B4-BE49-F238E27FC236}">
                  <a16:creationId xmlns:a16="http://schemas.microsoft.com/office/drawing/2014/main" id="{1FA635D2-63BD-0702-1E86-9C29BA173E72}"/>
                </a:ext>
              </a:extLst>
            </p:cNvPr>
            <p:cNvCxnSpPr>
              <a:cxnSpLocks/>
              <a:stCxn id="504" idx="4"/>
              <a:endCxn id="23" idx="0"/>
            </p:cNvCxnSpPr>
            <p:nvPr/>
          </p:nvCxnSpPr>
          <p:spPr>
            <a:xfrm flipH="1">
              <a:off x="4056887" y="5875439"/>
              <a:ext cx="2274354" cy="1603650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Conector recto 496">
              <a:extLst>
                <a:ext uri="{FF2B5EF4-FFF2-40B4-BE49-F238E27FC236}">
                  <a16:creationId xmlns:a16="http://schemas.microsoft.com/office/drawing/2014/main" id="{77F07EA8-2737-804C-8017-BDAD84C680FC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 flipH="1">
              <a:off x="2599389" y="5888872"/>
              <a:ext cx="2702936" cy="1590217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Conector recto 497">
              <a:extLst>
                <a:ext uri="{FF2B5EF4-FFF2-40B4-BE49-F238E27FC236}">
                  <a16:creationId xmlns:a16="http://schemas.microsoft.com/office/drawing/2014/main" id="{1363CC26-7C7A-C07E-9DD0-7BC0ED68E8E2}"/>
                </a:ext>
              </a:extLst>
            </p:cNvPr>
            <p:cNvCxnSpPr>
              <a:cxnSpLocks/>
            </p:cNvCxnSpPr>
            <p:nvPr/>
          </p:nvCxnSpPr>
          <p:spPr>
            <a:xfrm>
              <a:off x="4302768" y="5875439"/>
              <a:ext cx="1240975" cy="1579345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Conector recto 498">
              <a:extLst>
                <a:ext uri="{FF2B5EF4-FFF2-40B4-BE49-F238E27FC236}">
                  <a16:creationId xmlns:a16="http://schemas.microsoft.com/office/drawing/2014/main" id="{2F04187B-6AA9-F07E-8774-9BE77B511C44}"/>
                </a:ext>
              </a:extLst>
            </p:cNvPr>
            <p:cNvCxnSpPr>
              <a:cxnSpLocks/>
              <a:stCxn id="502" idx="4"/>
              <a:endCxn id="26" idx="0"/>
            </p:cNvCxnSpPr>
            <p:nvPr/>
          </p:nvCxnSpPr>
          <p:spPr>
            <a:xfrm>
              <a:off x="3244493" y="5875439"/>
              <a:ext cx="3713811" cy="1780205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1779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2F680-1855-605B-7D08-2766E1AA0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Forma libre: forma 260">
            <a:extLst>
              <a:ext uri="{FF2B5EF4-FFF2-40B4-BE49-F238E27FC236}">
                <a16:creationId xmlns:a16="http://schemas.microsoft.com/office/drawing/2014/main" id="{C7F0BB7B-24E3-8231-1681-E8D50B9C10A0}"/>
              </a:ext>
            </a:extLst>
          </p:cNvPr>
          <p:cNvSpPr/>
          <p:nvPr/>
        </p:nvSpPr>
        <p:spPr>
          <a:xfrm>
            <a:off x="2438283" y="13247476"/>
            <a:ext cx="4497066" cy="2704795"/>
          </a:xfrm>
          <a:custGeom>
            <a:avLst/>
            <a:gdLst>
              <a:gd name="connsiteX0" fmla="*/ 4497066 w 4497066"/>
              <a:gd name="connsiteY0" fmla="*/ 2495468 h 2704795"/>
              <a:gd name="connsiteX1" fmla="*/ 4489779 w 4497066"/>
              <a:gd name="connsiteY1" fmla="*/ 2303315 h 2704795"/>
              <a:gd name="connsiteX2" fmla="*/ 4482473 w 4497066"/>
              <a:gd name="connsiteY2" fmla="*/ 2533268 h 2704795"/>
              <a:gd name="connsiteX3" fmla="*/ 4475152 w 4497066"/>
              <a:gd name="connsiteY3" fmla="*/ 2195937 h 2704795"/>
              <a:gd name="connsiteX4" fmla="*/ 4460489 w 4497066"/>
              <a:gd name="connsiteY4" fmla="*/ 2363538 h 2704795"/>
              <a:gd name="connsiteX5" fmla="*/ 4453139 w 4497066"/>
              <a:gd name="connsiteY5" fmla="*/ 2212646 h 2704795"/>
              <a:gd name="connsiteX6" fmla="*/ 4445773 w 4497066"/>
              <a:gd name="connsiteY6" fmla="*/ 2314076 h 2704795"/>
              <a:gd name="connsiteX7" fmla="*/ 4438397 w 4497066"/>
              <a:gd name="connsiteY7" fmla="*/ 2110716 h 2704795"/>
              <a:gd name="connsiteX8" fmla="*/ 4431012 w 4497066"/>
              <a:gd name="connsiteY8" fmla="*/ 2193022 h 2704795"/>
              <a:gd name="connsiteX9" fmla="*/ 4423609 w 4497066"/>
              <a:gd name="connsiteY9" fmla="*/ 2153970 h 2704795"/>
              <a:gd name="connsiteX10" fmla="*/ 4416199 w 4497066"/>
              <a:gd name="connsiteY10" fmla="*/ 1864485 h 2704795"/>
              <a:gd name="connsiteX11" fmla="*/ 4408777 w 4497066"/>
              <a:gd name="connsiteY11" fmla="*/ 2048695 h 2704795"/>
              <a:gd name="connsiteX12" fmla="*/ 4393894 w 4497066"/>
              <a:gd name="connsiteY12" fmla="*/ 2285516 h 2704795"/>
              <a:gd name="connsiteX13" fmla="*/ 4386438 w 4497066"/>
              <a:gd name="connsiteY13" fmla="*/ 2296437 h 2704795"/>
              <a:gd name="connsiteX14" fmla="*/ 4378964 w 4497066"/>
              <a:gd name="connsiteY14" fmla="*/ 1974715 h 2704795"/>
              <a:gd name="connsiteX15" fmla="*/ 4371482 w 4497066"/>
              <a:gd name="connsiteY15" fmla="*/ 1929117 h 2704795"/>
              <a:gd name="connsiteX16" fmla="*/ 4363982 w 4497066"/>
              <a:gd name="connsiteY16" fmla="*/ 2443805 h 2704795"/>
              <a:gd name="connsiteX17" fmla="*/ 4356474 w 4497066"/>
              <a:gd name="connsiteY17" fmla="*/ 2414889 h 2704795"/>
              <a:gd name="connsiteX18" fmla="*/ 4348956 w 4497066"/>
              <a:gd name="connsiteY18" fmla="*/ 2230096 h 2704795"/>
              <a:gd name="connsiteX19" fmla="*/ 4341419 w 4497066"/>
              <a:gd name="connsiteY19" fmla="*/ 2278548 h 2704795"/>
              <a:gd name="connsiteX20" fmla="*/ 4333875 w 4497066"/>
              <a:gd name="connsiteY20" fmla="*/ 2245633 h 2704795"/>
              <a:gd name="connsiteX21" fmla="*/ 4326314 w 4497066"/>
              <a:gd name="connsiteY21" fmla="*/ 2185481 h 2704795"/>
              <a:gd name="connsiteX22" fmla="*/ 4318743 w 4497066"/>
              <a:gd name="connsiteY22" fmla="*/ 2366669 h 2704795"/>
              <a:gd name="connsiteX23" fmla="*/ 4311155 w 4497066"/>
              <a:gd name="connsiteY23" fmla="*/ 2485192 h 2704795"/>
              <a:gd name="connsiteX24" fmla="*/ 4303556 w 4497066"/>
              <a:gd name="connsiteY24" fmla="*/ 2495478 h 2704795"/>
              <a:gd name="connsiteX25" fmla="*/ 4295950 w 4497066"/>
              <a:gd name="connsiteY25" fmla="*/ 2585574 h 2704795"/>
              <a:gd name="connsiteX26" fmla="*/ 4288327 w 4497066"/>
              <a:gd name="connsiteY26" fmla="*/ 2384728 h 2704795"/>
              <a:gd name="connsiteX27" fmla="*/ 4280693 w 4497066"/>
              <a:gd name="connsiteY27" fmla="*/ 2628571 h 2704795"/>
              <a:gd name="connsiteX28" fmla="*/ 4273043 w 4497066"/>
              <a:gd name="connsiteY28" fmla="*/ 2641370 h 2704795"/>
              <a:gd name="connsiteX29" fmla="*/ 4265383 w 4497066"/>
              <a:gd name="connsiteY29" fmla="*/ 2618785 h 2704795"/>
              <a:gd name="connsiteX30" fmla="*/ 4257706 w 4497066"/>
              <a:gd name="connsiteY30" fmla="*/ 2450416 h 2704795"/>
              <a:gd name="connsiteX31" fmla="*/ 4253782 w 4497066"/>
              <a:gd name="connsiteY31" fmla="*/ 2124914 h 2704795"/>
              <a:gd name="connsiteX32" fmla="*/ 4250011 w 4497066"/>
              <a:gd name="connsiteY32" fmla="*/ 1812177 h 2704795"/>
              <a:gd name="connsiteX33" fmla="*/ 4246164 w 4497066"/>
              <a:gd name="connsiteY33" fmla="*/ 2258487 h 2704795"/>
              <a:gd name="connsiteX34" fmla="*/ 4242316 w 4497066"/>
              <a:gd name="connsiteY34" fmla="*/ 2704796 h 2704795"/>
              <a:gd name="connsiteX35" fmla="*/ 4234594 w 4497066"/>
              <a:gd name="connsiteY35" fmla="*/ 2579225 h 2704795"/>
              <a:gd name="connsiteX36" fmla="*/ 4226873 w 4497066"/>
              <a:gd name="connsiteY36" fmla="*/ 2424012 h 2704795"/>
              <a:gd name="connsiteX37" fmla="*/ 4219125 w 4497066"/>
              <a:gd name="connsiteY37" fmla="*/ 2632632 h 2704795"/>
              <a:gd name="connsiteX38" fmla="*/ 4211367 w 4497066"/>
              <a:gd name="connsiteY38" fmla="*/ 2586353 h 2704795"/>
              <a:gd name="connsiteX39" fmla="*/ 4203602 w 4497066"/>
              <a:gd name="connsiteY39" fmla="*/ 2681549 h 2704795"/>
              <a:gd name="connsiteX40" fmla="*/ 4195818 w 4497066"/>
              <a:gd name="connsiteY40" fmla="*/ 2668266 h 2704795"/>
              <a:gd name="connsiteX41" fmla="*/ 4188026 w 4497066"/>
              <a:gd name="connsiteY41" fmla="*/ 2171707 h 2704795"/>
              <a:gd name="connsiteX42" fmla="*/ 4180215 w 4497066"/>
              <a:gd name="connsiteY42" fmla="*/ 2584377 h 2704795"/>
              <a:gd name="connsiteX43" fmla="*/ 4172387 w 4497066"/>
              <a:gd name="connsiteY43" fmla="*/ 2698865 h 2704795"/>
              <a:gd name="connsiteX44" fmla="*/ 4165012 w 4497066"/>
              <a:gd name="connsiteY44" fmla="*/ 2215726 h 2704795"/>
              <a:gd name="connsiteX45" fmla="*/ 4156695 w 4497066"/>
              <a:gd name="connsiteY45" fmla="*/ 1670909 h 2704795"/>
              <a:gd name="connsiteX46" fmla="*/ 4152764 w 4497066"/>
              <a:gd name="connsiteY46" fmla="*/ 2169069 h 2704795"/>
              <a:gd name="connsiteX47" fmla="*/ 4148832 w 4497066"/>
              <a:gd name="connsiteY47" fmla="*/ 2667229 h 2704795"/>
              <a:gd name="connsiteX48" fmla="*/ 4140951 w 4497066"/>
              <a:gd name="connsiteY48" fmla="*/ 2639895 h 2704795"/>
              <a:gd name="connsiteX49" fmla="*/ 4133052 w 4497066"/>
              <a:gd name="connsiteY49" fmla="*/ 2666692 h 2704795"/>
              <a:gd name="connsiteX50" fmla="*/ 4125153 w 4497066"/>
              <a:gd name="connsiteY50" fmla="*/ 2458510 h 2704795"/>
              <a:gd name="connsiteX51" fmla="*/ 4117228 w 4497066"/>
              <a:gd name="connsiteY51" fmla="*/ 2214488 h 2704795"/>
              <a:gd name="connsiteX52" fmla="*/ 4109294 w 4497066"/>
              <a:gd name="connsiteY52" fmla="*/ 2238897 h 2704795"/>
              <a:gd name="connsiteX53" fmla="*/ 4101342 w 4497066"/>
              <a:gd name="connsiteY53" fmla="*/ 2230078 h 2704795"/>
              <a:gd name="connsiteX54" fmla="*/ 4093372 w 4497066"/>
              <a:gd name="connsiteY54" fmla="*/ 2100215 h 2704795"/>
              <a:gd name="connsiteX55" fmla="*/ 4089542 w 4497066"/>
              <a:gd name="connsiteY55" fmla="*/ 1578177 h 2704795"/>
              <a:gd name="connsiteX56" fmla="*/ 4085393 w 4497066"/>
              <a:gd name="connsiteY56" fmla="*/ 1012635 h 2704795"/>
              <a:gd name="connsiteX57" fmla="*/ 4077397 w 4497066"/>
              <a:gd name="connsiteY57" fmla="*/ 1090192 h 2704795"/>
              <a:gd name="connsiteX58" fmla="*/ 4069383 w 4497066"/>
              <a:gd name="connsiteY58" fmla="*/ 1581455 h 2704795"/>
              <a:gd name="connsiteX59" fmla="*/ 4061359 w 4497066"/>
              <a:gd name="connsiteY59" fmla="*/ 1700971 h 2704795"/>
              <a:gd name="connsiteX60" fmla="*/ 4053319 w 4497066"/>
              <a:gd name="connsiteY60" fmla="*/ 1580489 h 2704795"/>
              <a:gd name="connsiteX61" fmla="*/ 4049370 w 4497066"/>
              <a:gd name="connsiteY61" fmla="*/ 1052778 h 2704795"/>
              <a:gd name="connsiteX62" fmla="*/ 4045260 w 4497066"/>
              <a:gd name="connsiteY62" fmla="*/ 503528 h 2704795"/>
              <a:gd name="connsiteX63" fmla="*/ 4037193 w 4497066"/>
              <a:gd name="connsiteY63" fmla="*/ 947662 h 2704795"/>
              <a:gd name="connsiteX64" fmla="*/ 4029109 w 4497066"/>
              <a:gd name="connsiteY64" fmla="*/ 997688 h 2704795"/>
              <a:gd name="connsiteX65" fmla="*/ 4021005 w 4497066"/>
              <a:gd name="connsiteY65" fmla="*/ 1203571 h 2704795"/>
              <a:gd name="connsiteX66" fmla="*/ 4016787 w 4497066"/>
              <a:gd name="connsiteY66" fmla="*/ 1607012 h 2704795"/>
              <a:gd name="connsiteX67" fmla="*/ 4012893 w 4497066"/>
              <a:gd name="connsiteY67" fmla="*/ 1979420 h 2704795"/>
              <a:gd name="connsiteX68" fmla="*/ 4004765 w 4497066"/>
              <a:gd name="connsiteY68" fmla="*/ 1974536 h 2704795"/>
              <a:gd name="connsiteX69" fmla="*/ 3996617 w 4497066"/>
              <a:gd name="connsiteY69" fmla="*/ 2110340 h 2704795"/>
              <a:gd name="connsiteX70" fmla="*/ 3988452 w 4497066"/>
              <a:gd name="connsiteY70" fmla="*/ 2005842 h 2704795"/>
              <a:gd name="connsiteX71" fmla="*/ 3984366 w 4497066"/>
              <a:gd name="connsiteY71" fmla="*/ 1649527 h 2704795"/>
              <a:gd name="connsiteX72" fmla="*/ 3980279 w 4497066"/>
              <a:gd name="connsiteY72" fmla="*/ 1293212 h 2704795"/>
              <a:gd name="connsiteX73" fmla="*/ 3977466 w 4497066"/>
              <a:gd name="connsiteY73" fmla="*/ 849209 h 2704795"/>
              <a:gd name="connsiteX74" fmla="*/ 3974982 w 4497066"/>
              <a:gd name="connsiteY74" fmla="*/ 456935 h 2704795"/>
              <a:gd name="connsiteX75" fmla="*/ 3972087 w 4497066"/>
              <a:gd name="connsiteY75" fmla="*/ 0 h 2704795"/>
              <a:gd name="connsiteX76" fmla="*/ 3968229 w 4497066"/>
              <a:gd name="connsiteY76" fmla="*/ 416697 h 2704795"/>
              <a:gd name="connsiteX77" fmla="*/ 3963878 w 4497066"/>
              <a:gd name="connsiteY77" fmla="*/ 886589 h 2704795"/>
              <a:gd name="connsiteX78" fmla="*/ 3961382 w 4497066"/>
              <a:gd name="connsiteY78" fmla="*/ 1284515 h 2704795"/>
              <a:gd name="connsiteX79" fmla="*/ 3958887 w 4497066"/>
              <a:gd name="connsiteY79" fmla="*/ 1682441 h 2704795"/>
              <a:gd name="connsiteX80" fmla="*/ 3955651 w 4497066"/>
              <a:gd name="connsiteY80" fmla="*/ 2198433 h 2704795"/>
              <a:gd name="connsiteX81" fmla="*/ 3947415 w 4497066"/>
              <a:gd name="connsiteY81" fmla="*/ 2257726 h 2704795"/>
              <a:gd name="connsiteX82" fmla="*/ 3939153 w 4497066"/>
              <a:gd name="connsiteY82" fmla="*/ 2271223 h 2704795"/>
              <a:gd name="connsiteX83" fmla="*/ 3936479 w 4497066"/>
              <a:gd name="connsiteY83" fmla="*/ 1753290 h 2704795"/>
              <a:gd name="connsiteX84" fmla="*/ 3933722 w 4497066"/>
              <a:gd name="connsiteY84" fmla="*/ 1219339 h 2704795"/>
              <a:gd name="connsiteX85" fmla="*/ 3930882 w 4497066"/>
              <a:gd name="connsiteY85" fmla="*/ 669369 h 2704795"/>
              <a:gd name="connsiteX86" fmla="*/ 3926572 w 4497066"/>
              <a:gd name="connsiteY86" fmla="*/ 1065655 h 2704795"/>
              <a:gd name="connsiteX87" fmla="*/ 3922593 w 4497066"/>
              <a:gd name="connsiteY87" fmla="*/ 1431457 h 2704795"/>
              <a:gd name="connsiteX88" fmla="*/ 3918273 w 4497066"/>
              <a:gd name="connsiteY88" fmla="*/ 1940451 h 2704795"/>
              <a:gd name="connsiteX89" fmla="*/ 3914286 w 4497066"/>
              <a:gd name="connsiteY89" fmla="*/ 2410291 h 2704795"/>
              <a:gd name="connsiteX90" fmla="*/ 3905971 w 4497066"/>
              <a:gd name="connsiteY90" fmla="*/ 2142808 h 2704795"/>
              <a:gd name="connsiteX91" fmla="*/ 3897629 w 4497066"/>
              <a:gd name="connsiteY91" fmla="*/ 2476015 h 2704795"/>
              <a:gd name="connsiteX92" fmla="*/ 3889277 w 4497066"/>
              <a:gd name="connsiteY92" fmla="*/ 2575182 h 2704795"/>
              <a:gd name="connsiteX93" fmla="*/ 3880899 w 4497066"/>
              <a:gd name="connsiteY93" fmla="*/ 2249175 h 2704795"/>
              <a:gd name="connsiteX94" fmla="*/ 3872513 w 4497066"/>
              <a:gd name="connsiteY94" fmla="*/ 2479655 h 2704795"/>
              <a:gd name="connsiteX95" fmla="*/ 3864110 w 4497066"/>
              <a:gd name="connsiteY95" fmla="*/ 2510272 h 2704795"/>
              <a:gd name="connsiteX96" fmla="*/ 3855696 w 4497066"/>
              <a:gd name="connsiteY96" fmla="*/ 2683033 h 2704795"/>
              <a:gd name="connsiteX97" fmla="*/ 3847257 w 4497066"/>
              <a:gd name="connsiteY97" fmla="*/ 2664072 h 2704795"/>
              <a:gd name="connsiteX98" fmla="*/ 3843281 w 4497066"/>
              <a:gd name="connsiteY98" fmla="*/ 2203743 h 2704795"/>
              <a:gd name="connsiteX99" fmla="*/ 3838798 w 4497066"/>
              <a:gd name="connsiteY99" fmla="*/ 1684648 h 2704795"/>
              <a:gd name="connsiteX100" fmla="*/ 3834646 w 4497066"/>
              <a:gd name="connsiteY100" fmla="*/ 2008385 h 2704795"/>
              <a:gd name="connsiteX101" fmla="*/ 3830324 w 4497066"/>
              <a:gd name="connsiteY101" fmla="*/ 2345336 h 2704795"/>
              <a:gd name="connsiteX102" fmla="*/ 3821839 w 4497066"/>
              <a:gd name="connsiteY102" fmla="*/ 2512364 h 2704795"/>
              <a:gd name="connsiteX103" fmla="*/ 3813330 w 4497066"/>
              <a:gd name="connsiteY103" fmla="*/ 2470683 h 2704795"/>
              <a:gd name="connsiteX104" fmla="*/ 3804810 w 4497066"/>
              <a:gd name="connsiteY104" fmla="*/ 2307967 h 2704795"/>
              <a:gd name="connsiteX105" fmla="*/ 3796265 w 4497066"/>
              <a:gd name="connsiteY105" fmla="*/ 2054348 h 2704795"/>
              <a:gd name="connsiteX106" fmla="*/ 3787709 w 4497066"/>
              <a:gd name="connsiteY106" fmla="*/ 1943822 h 2704795"/>
              <a:gd name="connsiteX107" fmla="*/ 3779127 w 4497066"/>
              <a:gd name="connsiteY107" fmla="*/ 2042219 h 2704795"/>
              <a:gd name="connsiteX108" fmla="*/ 3770537 w 4497066"/>
              <a:gd name="connsiteY108" fmla="*/ 1856256 h 2704795"/>
              <a:gd name="connsiteX109" fmla="*/ 3761920 w 4497066"/>
              <a:gd name="connsiteY109" fmla="*/ 1831881 h 2704795"/>
              <a:gd name="connsiteX110" fmla="*/ 3753294 w 4497066"/>
              <a:gd name="connsiteY110" fmla="*/ 1635015 h 2704795"/>
              <a:gd name="connsiteX111" fmla="*/ 3744641 w 4497066"/>
              <a:gd name="connsiteY111" fmla="*/ 1495991 h 2704795"/>
              <a:gd name="connsiteX112" fmla="*/ 3735971 w 4497066"/>
              <a:gd name="connsiteY112" fmla="*/ 1752651 h 2704795"/>
              <a:gd name="connsiteX113" fmla="*/ 3727292 w 4497066"/>
              <a:gd name="connsiteY113" fmla="*/ 1733761 h 2704795"/>
              <a:gd name="connsiteX114" fmla="*/ 3718587 w 4497066"/>
              <a:gd name="connsiteY114" fmla="*/ 1360662 h 2704795"/>
              <a:gd name="connsiteX115" fmla="*/ 3709864 w 4497066"/>
              <a:gd name="connsiteY115" fmla="*/ 1739619 h 2704795"/>
              <a:gd name="connsiteX116" fmla="*/ 3701123 w 4497066"/>
              <a:gd name="connsiteY116" fmla="*/ 1651786 h 2704795"/>
              <a:gd name="connsiteX117" fmla="*/ 3692364 w 4497066"/>
              <a:gd name="connsiteY117" fmla="*/ 1642671 h 2704795"/>
              <a:gd name="connsiteX118" fmla="*/ 3683587 w 4497066"/>
              <a:gd name="connsiteY118" fmla="*/ 1712804 h 2704795"/>
              <a:gd name="connsiteX119" fmla="*/ 3674784 w 4497066"/>
              <a:gd name="connsiteY119" fmla="*/ 1793348 h 2704795"/>
              <a:gd name="connsiteX120" fmla="*/ 3665972 w 4497066"/>
              <a:gd name="connsiteY120" fmla="*/ 1957586 h 2704795"/>
              <a:gd name="connsiteX121" fmla="*/ 3657133 w 4497066"/>
              <a:gd name="connsiteY121" fmla="*/ 2051280 h 2704795"/>
              <a:gd name="connsiteX122" fmla="*/ 3648277 w 4497066"/>
              <a:gd name="connsiteY122" fmla="*/ 2383627 h 2704795"/>
              <a:gd name="connsiteX123" fmla="*/ 3639403 w 4497066"/>
              <a:gd name="connsiteY123" fmla="*/ 2541855 h 2704795"/>
              <a:gd name="connsiteX124" fmla="*/ 3630512 w 4497066"/>
              <a:gd name="connsiteY124" fmla="*/ 2437956 h 2704795"/>
              <a:gd name="connsiteX125" fmla="*/ 3621602 w 4497066"/>
              <a:gd name="connsiteY125" fmla="*/ 2299756 h 2704795"/>
              <a:gd name="connsiteX126" fmla="*/ 3612665 w 4497066"/>
              <a:gd name="connsiteY126" fmla="*/ 2022138 h 2704795"/>
              <a:gd name="connsiteX127" fmla="*/ 3603712 w 4497066"/>
              <a:gd name="connsiteY127" fmla="*/ 1853250 h 2704795"/>
              <a:gd name="connsiteX128" fmla="*/ 3594740 w 4497066"/>
              <a:gd name="connsiteY128" fmla="*/ 1663797 h 2704795"/>
              <a:gd name="connsiteX129" fmla="*/ 3585742 w 4497066"/>
              <a:gd name="connsiteY129" fmla="*/ 1507225 h 2704795"/>
              <a:gd name="connsiteX130" fmla="*/ 3576735 w 4497066"/>
              <a:gd name="connsiteY130" fmla="*/ 1210511 h 2704795"/>
              <a:gd name="connsiteX131" fmla="*/ 3567701 w 4497066"/>
              <a:gd name="connsiteY131" fmla="*/ 1086721 h 2704795"/>
              <a:gd name="connsiteX132" fmla="*/ 3558641 w 4497066"/>
              <a:gd name="connsiteY132" fmla="*/ 799766 h 2704795"/>
              <a:gd name="connsiteX133" fmla="*/ 3549572 w 4497066"/>
              <a:gd name="connsiteY133" fmla="*/ 777565 h 2704795"/>
              <a:gd name="connsiteX134" fmla="*/ 3540476 w 4497066"/>
              <a:gd name="connsiteY134" fmla="*/ 680214 h 2704795"/>
              <a:gd name="connsiteX135" fmla="*/ 3522223 w 4497066"/>
              <a:gd name="connsiteY135" fmla="*/ 395348 h 2704795"/>
              <a:gd name="connsiteX136" fmla="*/ 3513056 w 4497066"/>
              <a:gd name="connsiteY136" fmla="*/ 398506 h 2704795"/>
              <a:gd name="connsiteX137" fmla="*/ 3503881 w 4497066"/>
              <a:gd name="connsiteY137" fmla="*/ 238653 h 2704795"/>
              <a:gd name="connsiteX138" fmla="*/ 3494679 w 4497066"/>
              <a:gd name="connsiteY138" fmla="*/ 339509 h 2704795"/>
              <a:gd name="connsiteX139" fmla="*/ 3485458 w 4497066"/>
              <a:gd name="connsiteY139" fmla="*/ 417954 h 2704795"/>
              <a:gd name="connsiteX140" fmla="*/ 3476213 w 4497066"/>
              <a:gd name="connsiteY140" fmla="*/ 328076 h 2704795"/>
              <a:gd name="connsiteX141" fmla="*/ 3466948 w 4497066"/>
              <a:gd name="connsiteY141" fmla="*/ 336751 h 2704795"/>
              <a:gd name="connsiteX142" fmla="*/ 3457658 w 4497066"/>
              <a:gd name="connsiteY142" fmla="*/ 299061 h 2704795"/>
              <a:gd name="connsiteX143" fmla="*/ 3448349 w 4497066"/>
              <a:gd name="connsiteY143" fmla="*/ 388498 h 2704795"/>
              <a:gd name="connsiteX144" fmla="*/ 3439015 w 4497066"/>
              <a:gd name="connsiteY144" fmla="*/ 572967 h 2704795"/>
              <a:gd name="connsiteX145" fmla="*/ 3429662 w 4497066"/>
              <a:gd name="connsiteY145" fmla="*/ 839550 h 2704795"/>
              <a:gd name="connsiteX146" fmla="*/ 3420282 w 4497066"/>
              <a:gd name="connsiteY146" fmla="*/ 1227407 h 2704795"/>
              <a:gd name="connsiteX147" fmla="*/ 3411055 w 4497066"/>
              <a:gd name="connsiteY147" fmla="*/ 1708614 h 2704795"/>
              <a:gd name="connsiteX148" fmla="*/ 3401452 w 4497066"/>
              <a:gd name="connsiteY148" fmla="*/ 2209462 h 2704795"/>
              <a:gd name="connsiteX149" fmla="*/ 3392011 w 4497066"/>
              <a:gd name="connsiteY149" fmla="*/ 2328298 h 2704795"/>
              <a:gd name="connsiteX150" fmla="*/ 3382543 w 4497066"/>
              <a:gd name="connsiteY150" fmla="*/ 2489414 h 2704795"/>
              <a:gd name="connsiteX151" fmla="*/ 3373048 w 4497066"/>
              <a:gd name="connsiteY151" fmla="*/ 2319666 h 2704795"/>
              <a:gd name="connsiteX152" fmla="*/ 3363536 w 4497066"/>
              <a:gd name="connsiteY152" fmla="*/ 2598866 h 2704795"/>
              <a:gd name="connsiteX153" fmla="*/ 3353989 w 4497066"/>
              <a:gd name="connsiteY153" fmla="*/ 2527168 h 2704795"/>
              <a:gd name="connsiteX154" fmla="*/ 3344431 w 4497066"/>
              <a:gd name="connsiteY154" fmla="*/ 2602489 h 2704795"/>
              <a:gd name="connsiteX155" fmla="*/ 3334839 w 4497066"/>
              <a:gd name="connsiteY155" fmla="*/ 2563178 h 2704795"/>
              <a:gd name="connsiteX156" fmla="*/ 3325229 w 4497066"/>
              <a:gd name="connsiteY156" fmla="*/ 2484171 h 2704795"/>
              <a:gd name="connsiteX157" fmla="*/ 3315593 w 4497066"/>
              <a:gd name="connsiteY157" fmla="*/ 2478189 h 2704795"/>
              <a:gd name="connsiteX158" fmla="*/ 3305939 w 4497066"/>
              <a:gd name="connsiteY158" fmla="*/ 2399199 h 2704795"/>
              <a:gd name="connsiteX159" fmla="*/ 3296249 w 4497066"/>
              <a:gd name="connsiteY159" fmla="*/ 2522034 h 2704795"/>
              <a:gd name="connsiteX160" fmla="*/ 3286541 w 4497066"/>
              <a:gd name="connsiteY160" fmla="*/ 2548992 h 2704795"/>
              <a:gd name="connsiteX161" fmla="*/ 3267047 w 4497066"/>
              <a:gd name="connsiteY161" fmla="*/ 2350238 h 2704795"/>
              <a:gd name="connsiteX162" fmla="*/ 3257260 w 4497066"/>
              <a:gd name="connsiteY162" fmla="*/ 2503545 h 2704795"/>
              <a:gd name="connsiteX163" fmla="*/ 3247455 w 4497066"/>
              <a:gd name="connsiteY163" fmla="*/ 2549619 h 2704795"/>
              <a:gd name="connsiteX164" fmla="*/ 3237615 w 4497066"/>
              <a:gd name="connsiteY164" fmla="*/ 2478062 h 2704795"/>
              <a:gd name="connsiteX165" fmla="*/ 3227756 w 4497066"/>
              <a:gd name="connsiteY165" fmla="*/ 2674993 h 2704795"/>
              <a:gd name="connsiteX166" fmla="*/ 3217863 w 4497066"/>
              <a:gd name="connsiteY166" fmla="*/ 2691996 h 2704795"/>
              <a:gd name="connsiteX167" fmla="*/ 3207952 w 4497066"/>
              <a:gd name="connsiteY167" fmla="*/ 2553965 h 2704795"/>
              <a:gd name="connsiteX168" fmla="*/ 3198014 w 4497066"/>
              <a:gd name="connsiteY168" fmla="*/ 2660655 h 2704795"/>
              <a:gd name="connsiteX169" fmla="*/ 3188049 w 4497066"/>
              <a:gd name="connsiteY169" fmla="*/ 2521873 h 2704795"/>
              <a:gd name="connsiteX170" fmla="*/ 3178058 w 4497066"/>
              <a:gd name="connsiteY170" fmla="*/ 2506050 h 2704795"/>
              <a:gd name="connsiteX171" fmla="*/ 3168031 w 4497066"/>
              <a:gd name="connsiteY171" fmla="*/ 2263575 h 2704795"/>
              <a:gd name="connsiteX172" fmla="*/ 3157988 w 4497066"/>
              <a:gd name="connsiteY172" fmla="*/ 2251090 h 2704795"/>
              <a:gd name="connsiteX173" fmla="*/ 3147907 w 4497066"/>
              <a:gd name="connsiteY173" fmla="*/ 2244158 h 2704795"/>
              <a:gd name="connsiteX174" fmla="*/ 3137811 w 4497066"/>
              <a:gd name="connsiteY174" fmla="*/ 2261519 h 2704795"/>
              <a:gd name="connsiteX175" fmla="*/ 3127677 w 4497066"/>
              <a:gd name="connsiteY175" fmla="*/ 2314710 h 2704795"/>
              <a:gd name="connsiteX176" fmla="*/ 3117518 w 4497066"/>
              <a:gd name="connsiteY176" fmla="*/ 2197118 h 2704795"/>
              <a:gd name="connsiteX177" fmla="*/ 3107331 w 4497066"/>
              <a:gd name="connsiteY177" fmla="*/ 2230320 h 2704795"/>
              <a:gd name="connsiteX178" fmla="*/ 3097119 w 4497066"/>
              <a:gd name="connsiteY178" fmla="*/ 2299774 h 2704795"/>
              <a:gd name="connsiteX179" fmla="*/ 3086879 w 4497066"/>
              <a:gd name="connsiteY179" fmla="*/ 2489717 h 2704795"/>
              <a:gd name="connsiteX180" fmla="*/ 3076605 w 4497066"/>
              <a:gd name="connsiteY180" fmla="*/ 2318790 h 2704795"/>
              <a:gd name="connsiteX181" fmla="*/ 3066303 w 4497066"/>
              <a:gd name="connsiteY181" fmla="*/ 2604743 h 2704795"/>
              <a:gd name="connsiteX182" fmla="*/ 3055967 w 4497066"/>
              <a:gd name="connsiteY182" fmla="*/ 2608294 h 2704795"/>
              <a:gd name="connsiteX183" fmla="*/ 3045613 w 4497066"/>
              <a:gd name="connsiteY183" fmla="*/ 2601702 h 2704795"/>
              <a:gd name="connsiteX184" fmla="*/ 3035222 w 4497066"/>
              <a:gd name="connsiteY184" fmla="*/ 2528850 h 2704795"/>
              <a:gd name="connsiteX185" fmla="*/ 3024806 w 4497066"/>
              <a:gd name="connsiteY185" fmla="*/ 2527516 h 2704795"/>
              <a:gd name="connsiteX186" fmla="*/ 3014353 w 4497066"/>
              <a:gd name="connsiteY186" fmla="*/ 2588973 h 2704795"/>
              <a:gd name="connsiteX187" fmla="*/ 3003875 w 4497066"/>
              <a:gd name="connsiteY187" fmla="*/ 2403806 h 2704795"/>
              <a:gd name="connsiteX188" fmla="*/ 2993361 w 4497066"/>
              <a:gd name="connsiteY188" fmla="*/ 2571022 h 2704795"/>
              <a:gd name="connsiteX189" fmla="*/ 2982820 w 4497066"/>
              <a:gd name="connsiteY189" fmla="*/ 2500996 h 2704795"/>
              <a:gd name="connsiteX190" fmla="*/ 2972243 w 4497066"/>
              <a:gd name="connsiteY190" fmla="*/ 2522481 h 2704795"/>
              <a:gd name="connsiteX191" fmla="*/ 2961641 w 4497066"/>
              <a:gd name="connsiteY191" fmla="*/ 2482544 h 2704795"/>
              <a:gd name="connsiteX192" fmla="*/ 2951004 w 4497066"/>
              <a:gd name="connsiteY192" fmla="*/ 2325453 h 2704795"/>
              <a:gd name="connsiteX193" fmla="*/ 2940338 w 4497066"/>
              <a:gd name="connsiteY193" fmla="*/ 2474118 h 2704795"/>
              <a:gd name="connsiteX194" fmla="*/ 2929638 w 4497066"/>
              <a:gd name="connsiteY194" fmla="*/ 2233255 h 2704795"/>
              <a:gd name="connsiteX195" fmla="*/ 2918902 w 4497066"/>
              <a:gd name="connsiteY195" fmla="*/ 2381490 h 2704795"/>
              <a:gd name="connsiteX196" fmla="*/ 2908140 w 4497066"/>
              <a:gd name="connsiteY196" fmla="*/ 2546872 h 2704795"/>
              <a:gd name="connsiteX197" fmla="*/ 2897342 w 4497066"/>
              <a:gd name="connsiteY197" fmla="*/ 2379549 h 2704795"/>
              <a:gd name="connsiteX198" fmla="*/ 2886509 w 4497066"/>
              <a:gd name="connsiteY198" fmla="*/ 2329245 h 2704795"/>
              <a:gd name="connsiteX199" fmla="*/ 2875640 w 4497066"/>
              <a:gd name="connsiteY199" fmla="*/ 2406454 h 2704795"/>
              <a:gd name="connsiteX200" fmla="*/ 2864744 w 4497066"/>
              <a:gd name="connsiteY200" fmla="*/ 1909180 h 2704795"/>
              <a:gd name="connsiteX201" fmla="*/ 2853814 w 4497066"/>
              <a:gd name="connsiteY201" fmla="*/ 2160016 h 2704795"/>
              <a:gd name="connsiteX202" fmla="*/ 2842848 w 4497066"/>
              <a:gd name="connsiteY202" fmla="*/ 2326097 h 2704795"/>
              <a:gd name="connsiteX203" fmla="*/ 2831846 w 4497066"/>
              <a:gd name="connsiteY203" fmla="*/ 1947560 h 2704795"/>
              <a:gd name="connsiteX204" fmla="*/ 2820800 w 4497066"/>
              <a:gd name="connsiteY204" fmla="*/ 2137790 h 2704795"/>
              <a:gd name="connsiteX205" fmla="*/ 2809727 w 4497066"/>
              <a:gd name="connsiteY205" fmla="*/ 1616455 h 2704795"/>
              <a:gd name="connsiteX206" fmla="*/ 2803956 w 4497066"/>
              <a:gd name="connsiteY206" fmla="*/ 1955208 h 2704795"/>
              <a:gd name="connsiteX207" fmla="*/ 2798628 w 4497066"/>
              <a:gd name="connsiteY207" fmla="*/ 2267904 h 2704795"/>
              <a:gd name="connsiteX208" fmla="*/ 2787475 w 4497066"/>
              <a:gd name="connsiteY208" fmla="*/ 2274524 h 2704795"/>
              <a:gd name="connsiteX209" fmla="*/ 2776297 w 4497066"/>
              <a:gd name="connsiteY209" fmla="*/ 2117503 h 2704795"/>
              <a:gd name="connsiteX210" fmla="*/ 2765082 w 4497066"/>
              <a:gd name="connsiteY210" fmla="*/ 2362054 h 2704795"/>
              <a:gd name="connsiteX211" fmla="*/ 2753832 w 4497066"/>
              <a:gd name="connsiteY211" fmla="*/ 2384084 h 2704795"/>
              <a:gd name="connsiteX212" fmla="*/ 2742538 w 4497066"/>
              <a:gd name="connsiteY212" fmla="*/ 2419423 h 2704795"/>
              <a:gd name="connsiteX213" fmla="*/ 2731209 w 4497066"/>
              <a:gd name="connsiteY213" fmla="*/ 2029964 h 2704795"/>
              <a:gd name="connsiteX214" fmla="*/ 2719844 w 4497066"/>
              <a:gd name="connsiteY214" fmla="*/ 2194694 h 2704795"/>
              <a:gd name="connsiteX215" fmla="*/ 2708443 w 4497066"/>
              <a:gd name="connsiteY215" fmla="*/ 2209407 h 2704795"/>
              <a:gd name="connsiteX216" fmla="*/ 2696998 w 4497066"/>
              <a:gd name="connsiteY216" fmla="*/ 2323611 h 2704795"/>
              <a:gd name="connsiteX217" fmla="*/ 2685518 w 4497066"/>
              <a:gd name="connsiteY217" fmla="*/ 2169829 h 2704795"/>
              <a:gd name="connsiteX218" fmla="*/ 2673992 w 4497066"/>
              <a:gd name="connsiteY218" fmla="*/ 2203102 h 2704795"/>
              <a:gd name="connsiteX219" fmla="*/ 2662432 w 4497066"/>
              <a:gd name="connsiteY219" fmla="*/ 2090706 h 2704795"/>
              <a:gd name="connsiteX220" fmla="*/ 2650827 w 4497066"/>
              <a:gd name="connsiteY220" fmla="*/ 2082281 h 2704795"/>
              <a:gd name="connsiteX221" fmla="*/ 2639188 w 4497066"/>
              <a:gd name="connsiteY221" fmla="*/ 2086396 h 2704795"/>
              <a:gd name="connsiteX222" fmla="*/ 2627503 w 4497066"/>
              <a:gd name="connsiteY222" fmla="*/ 2061843 h 2704795"/>
              <a:gd name="connsiteX223" fmla="*/ 2615783 w 4497066"/>
              <a:gd name="connsiteY223" fmla="*/ 1992425 h 2704795"/>
              <a:gd name="connsiteX224" fmla="*/ 2604019 w 4497066"/>
              <a:gd name="connsiteY224" fmla="*/ 2066101 h 2704795"/>
              <a:gd name="connsiteX225" fmla="*/ 2592210 w 4497066"/>
              <a:gd name="connsiteY225" fmla="*/ 2146412 h 2704795"/>
              <a:gd name="connsiteX226" fmla="*/ 2580366 w 4497066"/>
              <a:gd name="connsiteY226" fmla="*/ 2162378 h 2704795"/>
              <a:gd name="connsiteX227" fmla="*/ 2568469 w 4497066"/>
              <a:gd name="connsiteY227" fmla="*/ 2006101 h 2704795"/>
              <a:gd name="connsiteX228" fmla="*/ 2562264 w 4497066"/>
              <a:gd name="connsiteY228" fmla="*/ 1634371 h 2704795"/>
              <a:gd name="connsiteX229" fmla="*/ 2556537 w 4497066"/>
              <a:gd name="connsiteY229" fmla="*/ 1291236 h 2704795"/>
              <a:gd name="connsiteX230" fmla="*/ 2544560 w 4497066"/>
              <a:gd name="connsiteY230" fmla="*/ 1626276 h 2704795"/>
              <a:gd name="connsiteX231" fmla="*/ 2532539 w 4497066"/>
              <a:gd name="connsiteY231" fmla="*/ 2130544 h 2704795"/>
              <a:gd name="connsiteX232" fmla="*/ 2520473 w 4497066"/>
              <a:gd name="connsiteY232" fmla="*/ 1956209 h 2704795"/>
              <a:gd name="connsiteX233" fmla="*/ 2508364 w 4497066"/>
              <a:gd name="connsiteY233" fmla="*/ 1815933 h 2704795"/>
              <a:gd name="connsiteX234" fmla="*/ 2496210 w 4497066"/>
              <a:gd name="connsiteY234" fmla="*/ 2064186 h 2704795"/>
              <a:gd name="connsiteX235" fmla="*/ 2484002 w 4497066"/>
              <a:gd name="connsiteY235" fmla="*/ 1833536 h 2704795"/>
              <a:gd name="connsiteX236" fmla="*/ 2471751 w 4497066"/>
              <a:gd name="connsiteY236" fmla="*/ 1916728 h 2704795"/>
              <a:gd name="connsiteX237" fmla="*/ 2459463 w 4497066"/>
              <a:gd name="connsiteY237" fmla="*/ 2149596 h 2704795"/>
              <a:gd name="connsiteX238" fmla="*/ 2447114 w 4497066"/>
              <a:gd name="connsiteY238" fmla="*/ 2182896 h 2704795"/>
              <a:gd name="connsiteX239" fmla="*/ 2434730 w 4497066"/>
              <a:gd name="connsiteY239" fmla="*/ 2156975 h 2704795"/>
              <a:gd name="connsiteX240" fmla="*/ 2422291 w 4497066"/>
              <a:gd name="connsiteY240" fmla="*/ 2187172 h 2704795"/>
              <a:gd name="connsiteX241" fmla="*/ 2409800 w 4497066"/>
              <a:gd name="connsiteY241" fmla="*/ 2373306 h 2704795"/>
              <a:gd name="connsiteX242" fmla="*/ 2384686 w 4497066"/>
              <a:gd name="connsiteY242" fmla="*/ 2522759 h 2704795"/>
              <a:gd name="connsiteX243" fmla="*/ 2372044 w 4497066"/>
              <a:gd name="connsiteY243" fmla="*/ 2332743 h 2704795"/>
              <a:gd name="connsiteX244" fmla="*/ 2359357 w 4497066"/>
              <a:gd name="connsiteY244" fmla="*/ 2490943 h 2704795"/>
              <a:gd name="connsiteX245" fmla="*/ 2346627 w 4497066"/>
              <a:gd name="connsiteY245" fmla="*/ 2535638 h 2704795"/>
              <a:gd name="connsiteX246" fmla="*/ 2333835 w 4497066"/>
              <a:gd name="connsiteY246" fmla="*/ 2490656 h 2704795"/>
              <a:gd name="connsiteX247" fmla="*/ 2320998 w 4497066"/>
              <a:gd name="connsiteY247" fmla="*/ 2637533 h 2704795"/>
              <a:gd name="connsiteX248" fmla="*/ 2308099 w 4497066"/>
              <a:gd name="connsiteY248" fmla="*/ 2537695 h 2704795"/>
              <a:gd name="connsiteX249" fmla="*/ 2295155 w 4497066"/>
              <a:gd name="connsiteY249" fmla="*/ 2594385 h 2704795"/>
              <a:gd name="connsiteX250" fmla="*/ 2282150 w 4497066"/>
              <a:gd name="connsiteY250" fmla="*/ 2513707 h 2704795"/>
              <a:gd name="connsiteX251" fmla="*/ 2269101 w 4497066"/>
              <a:gd name="connsiteY251" fmla="*/ 2467607 h 2704795"/>
              <a:gd name="connsiteX252" fmla="*/ 2255989 w 4497066"/>
              <a:gd name="connsiteY252" fmla="*/ 2523823 h 2704795"/>
              <a:gd name="connsiteX253" fmla="*/ 2242825 w 4497066"/>
              <a:gd name="connsiteY253" fmla="*/ 2482678 h 2704795"/>
              <a:gd name="connsiteX254" fmla="*/ 2229598 w 4497066"/>
              <a:gd name="connsiteY254" fmla="*/ 2298056 h 2704795"/>
              <a:gd name="connsiteX255" fmla="*/ 2216317 w 4497066"/>
              <a:gd name="connsiteY255" fmla="*/ 2384924 h 2704795"/>
              <a:gd name="connsiteX256" fmla="*/ 2202984 w 4497066"/>
              <a:gd name="connsiteY256" fmla="*/ 2517042 h 2704795"/>
              <a:gd name="connsiteX257" fmla="*/ 2189589 w 4497066"/>
              <a:gd name="connsiteY257" fmla="*/ 2637801 h 2704795"/>
              <a:gd name="connsiteX258" fmla="*/ 2176131 w 4497066"/>
              <a:gd name="connsiteY258" fmla="*/ 2449870 h 2704795"/>
              <a:gd name="connsiteX259" fmla="*/ 2162621 w 4497066"/>
              <a:gd name="connsiteY259" fmla="*/ 2469700 h 2704795"/>
              <a:gd name="connsiteX260" fmla="*/ 2135414 w 4497066"/>
              <a:gd name="connsiteY260" fmla="*/ 2143881 h 2704795"/>
              <a:gd name="connsiteX261" fmla="*/ 2121717 w 4497066"/>
              <a:gd name="connsiteY261" fmla="*/ 2180831 h 2704795"/>
              <a:gd name="connsiteX262" fmla="*/ 2107958 w 4497066"/>
              <a:gd name="connsiteY262" fmla="*/ 2125759 h 2704795"/>
              <a:gd name="connsiteX263" fmla="*/ 2094129 w 4497066"/>
              <a:gd name="connsiteY263" fmla="*/ 2183970 h 2704795"/>
              <a:gd name="connsiteX264" fmla="*/ 2080246 w 4497066"/>
              <a:gd name="connsiteY264" fmla="*/ 2025806 h 2704795"/>
              <a:gd name="connsiteX265" fmla="*/ 2066300 w 4497066"/>
              <a:gd name="connsiteY265" fmla="*/ 1639433 h 2704795"/>
              <a:gd name="connsiteX266" fmla="*/ 2052285 w 4497066"/>
              <a:gd name="connsiteY266" fmla="*/ 1409884 h 2704795"/>
              <a:gd name="connsiteX267" fmla="*/ 2038198 w 4497066"/>
              <a:gd name="connsiteY267" fmla="*/ 1088000 h 2704795"/>
              <a:gd name="connsiteX268" fmla="*/ 2024058 w 4497066"/>
              <a:gd name="connsiteY268" fmla="*/ 1084566 h 2704795"/>
              <a:gd name="connsiteX269" fmla="*/ 2009838 w 4497066"/>
              <a:gd name="connsiteY269" fmla="*/ 1116756 h 2704795"/>
              <a:gd name="connsiteX270" fmla="*/ 1995557 w 4497066"/>
              <a:gd name="connsiteY270" fmla="*/ 1710372 h 2704795"/>
              <a:gd name="connsiteX271" fmla="*/ 1981203 w 4497066"/>
              <a:gd name="connsiteY271" fmla="*/ 1682035 h 2704795"/>
              <a:gd name="connsiteX272" fmla="*/ 1966781 w 4497066"/>
              <a:gd name="connsiteY272" fmla="*/ 1173133 h 2704795"/>
              <a:gd name="connsiteX273" fmla="*/ 1952295 w 4497066"/>
              <a:gd name="connsiteY273" fmla="*/ 997786 h 2704795"/>
              <a:gd name="connsiteX274" fmla="*/ 1937729 w 4497066"/>
              <a:gd name="connsiteY274" fmla="*/ 1010559 h 2704795"/>
              <a:gd name="connsiteX275" fmla="*/ 1930265 w 4497066"/>
              <a:gd name="connsiteY275" fmla="*/ 1340969 h 2704795"/>
              <a:gd name="connsiteX276" fmla="*/ 1923093 w 4497066"/>
              <a:gd name="connsiteY276" fmla="*/ 1658422 h 2704795"/>
              <a:gd name="connsiteX277" fmla="*/ 1908385 w 4497066"/>
              <a:gd name="connsiteY277" fmla="*/ 2199211 h 2704795"/>
              <a:gd name="connsiteX278" fmla="*/ 1893598 w 4497066"/>
              <a:gd name="connsiteY278" fmla="*/ 2119776 h 2704795"/>
              <a:gd name="connsiteX279" fmla="*/ 1878740 w 4497066"/>
              <a:gd name="connsiteY279" fmla="*/ 1962255 h 2704795"/>
              <a:gd name="connsiteX280" fmla="*/ 1863802 w 4497066"/>
              <a:gd name="connsiteY280" fmla="*/ 1861237 h 2704795"/>
              <a:gd name="connsiteX281" fmla="*/ 1848793 w 4497066"/>
              <a:gd name="connsiteY281" fmla="*/ 1885906 h 2704795"/>
              <a:gd name="connsiteX282" fmla="*/ 1833705 w 4497066"/>
              <a:gd name="connsiteY282" fmla="*/ 2095724 h 2704795"/>
              <a:gd name="connsiteX283" fmla="*/ 1818536 w 4497066"/>
              <a:gd name="connsiteY283" fmla="*/ 2186698 h 2704795"/>
              <a:gd name="connsiteX284" fmla="*/ 1803298 w 4497066"/>
              <a:gd name="connsiteY284" fmla="*/ 2323217 h 2704795"/>
              <a:gd name="connsiteX285" fmla="*/ 1787970 w 4497066"/>
              <a:gd name="connsiteY285" fmla="*/ 2435810 h 2704795"/>
              <a:gd name="connsiteX286" fmla="*/ 1772562 w 4497066"/>
              <a:gd name="connsiteY286" fmla="*/ 2471059 h 2704795"/>
              <a:gd name="connsiteX287" fmla="*/ 1757074 w 4497066"/>
              <a:gd name="connsiteY287" fmla="*/ 2447965 h 2704795"/>
              <a:gd name="connsiteX288" fmla="*/ 1741498 w 4497066"/>
              <a:gd name="connsiteY288" fmla="*/ 2445585 h 2704795"/>
              <a:gd name="connsiteX289" fmla="*/ 1725842 w 4497066"/>
              <a:gd name="connsiteY289" fmla="*/ 2601809 h 2704795"/>
              <a:gd name="connsiteX290" fmla="*/ 1710106 w 4497066"/>
              <a:gd name="connsiteY290" fmla="*/ 2546434 h 2704795"/>
              <a:gd name="connsiteX291" fmla="*/ 1694273 w 4497066"/>
              <a:gd name="connsiteY291" fmla="*/ 2474002 h 2704795"/>
              <a:gd name="connsiteX292" fmla="*/ 1678359 w 4497066"/>
              <a:gd name="connsiteY292" fmla="*/ 2450872 h 2704795"/>
              <a:gd name="connsiteX293" fmla="*/ 1662367 w 4497066"/>
              <a:gd name="connsiteY293" fmla="*/ 2273621 h 2704795"/>
              <a:gd name="connsiteX294" fmla="*/ 1646277 w 4497066"/>
              <a:gd name="connsiteY294" fmla="*/ 2255928 h 2704795"/>
              <a:gd name="connsiteX295" fmla="*/ 1630098 w 4497066"/>
              <a:gd name="connsiteY295" fmla="*/ 2157342 h 2704795"/>
              <a:gd name="connsiteX296" fmla="*/ 1613822 w 4497066"/>
              <a:gd name="connsiteY296" fmla="*/ 2071351 h 2704795"/>
              <a:gd name="connsiteX297" fmla="*/ 1597465 w 4497066"/>
              <a:gd name="connsiteY297" fmla="*/ 2213763 h 2704795"/>
              <a:gd name="connsiteX298" fmla="*/ 1581011 w 4497066"/>
              <a:gd name="connsiteY298" fmla="*/ 2233827 h 2704795"/>
              <a:gd name="connsiteX299" fmla="*/ 1564468 w 4497066"/>
              <a:gd name="connsiteY299" fmla="*/ 2101699 h 2704795"/>
              <a:gd name="connsiteX300" fmla="*/ 1547829 w 4497066"/>
              <a:gd name="connsiteY300" fmla="*/ 2256992 h 2704795"/>
              <a:gd name="connsiteX301" fmla="*/ 1531092 w 4497066"/>
              <a:gd name="connsiteY301" fmla="*/ 2213692 h 2704795"/>
              <a:gd name="connsiteX302" fmla="*/ 1514265 w 4497066"/>
              <a:gd name="connsiteY302" fmla="*/ 2270954 h 2704795"/>
              <a:gd name="connsiteX303" fmla="*/ 1497333 w 4497066"/>
              <a:gd name="connsiteY303" fmla="*/ 2419656 h 2704795"/>
              <a:gd name="connsiteX304" fmla="*/ 1480312 w 4497066"/>
              <a:gd name="connsiteY304" fmla="*/ 2536621 h 2704795"/>
              <a:gd name="connsiteX305" fmla="*/ 1463193 w 4497066"/>
              <a:gd name="connsiteY305" fmla="*/ 2484647 h 2704795"/>
              <a:gd name="connsiteX306" fmla="*/ 1445976 w 4497066"/>
              <a:gd name="connsiteY306" fmla="*/ 2578088 h 2704795"/>
              <a:gd name="connsiteX307" fmla="*/ 1428655 w 4497066"/>
              <a:gd name="connsiteY307" fmla="*/ 2558876 h 2704795"/>
              <a:gd name="connsiteX308" fmla="*/ 1411234 w 4497066"/>
              <a:gd name="connsiteY308" fmla="*/ 2641057 h 2704795"/>
              <a:gd name="connsiteX309" fmla="*/ 1393717 w 4497066"/>
              <a:gd name="connsiteY309" fmla="*/ 2670904 h 2704795"/>
              <a:gd name="connsiteX310" fmla="*/ 1376101 w 4497066"/>
              <a:gd name="connsiteY310" fmla="*/ 2645681 h 2704795"/>
              <a:gd name="connsiteX311" fmla="*/ 1358379 w 4497066"/>
              <a:gd name="connsiteY311" fmla="*/ 2405166 h 2704795"/>
              <a:gd name="connsiteX312" fmla="*/ 1340561 w 4497066"/>
              <a:gd name="connsiteY312" fmla="*/ 1998007 h 2704795"/>
              <a:gd name="connsiteX313" fmla="*/ 1322644 w 4497066"/>
              <a:gd name="connsiteY313" fmla="*/ 2072943 h 2704795"/>
              <a:gd name="connsiteX314" fmla="*/ 1304622 w 4497066"/>
              <a:gd name="connsiteY314" fmla="*/ 2420451 h 2704795"/>
              <a:gd name="connsiteX315" fmla="*/ 1296105 w 4497066"/>
              <a:gd name="connsiteY315" fmla="*/ 2052401 h 2704795"/>
              <a:gd name="connsiteX316" fmla="*/ 1286501 w 4497066"/>
              <a:gd name="connsiteY316" fmla="*/ 1637366 h 2704795"/>
              <a:gd name="connsiteX317" fmla="*/ 1268273 w 4497066"/>
              <a:gd name="connsiteY317" fmla="*/ 2148067 h 2704795"/>
              <a:gd name="connsiteX318" fmla="*/ 1249950 w 4497066"/>
              <a:gd name="connsiteY318" fmla="*/ 2335828 h 2704795"/>
              <a:gd name="connsiteX319" fmla="*/ 1231527 w 4497066"/>
              <a:gd name="connsiteY319" fmla="*/ 1809637 h 2704795"/>
              <a:gd name="connsiteX320" fmla="*/ 1222638 w 4497066"/>
              <a:gd name="connsiteY320" fmla="*/ 2102086 h 2704795"/>
              <a:gd name="connsiteX321" fmla="*/ 1213008 w 4497066"/>
              <a:gd name="connsiteY321" fmla="*/ 2418905 h 2704795"/>
              <a:gd name="connsiteX322" fmla="*/ 1194383 w 4497066"/>
              <a:gd name="connsiteY322" fmla="*/ 2426642 h 2704795"/>
              <a:gd name="connsiteX323" fmla="*/ 1175668 w 4497066"/>
              <a:gd name="connsiteY323" fmla="*/ 2326294 h 2704795"/>
              <a:gd name="connsiteX324" fmla="*/ 1156855 w 4497066"/>
              <a:gd name="connsiteY324" fmla="*/ 2302287 h 2704795"/>
              <a:gd name="connsiteX325" fmla="*/ 1137946 w 4497066"/>
              <a:gd name="connsiteY325" fmla="*/ 2303128 h 2704795"/>
              <a:gd name="connsiteX326" fmla="*/ 1118957 w 4497066"/>
              <a:gd name="connsiteY326" fmla="*/ 2313780 h 2704795"/>
              <a:gd name="connsiteX327" fmla="*/ 1099862 w 4497066"/>
              <a:gd name="connsiteY327" fmla="*/ 2440344 h 2704795"/>
              <a:gd name="connsiteX328" fmla="*/ 1080695 w 4497066"/>
              <a:gd name="connsiteY328" fmla="*/ 2515567 h 2704795"/>
              <a:gd name="connsiteX329" fmla="*/ 1061431 w 4497066"/>
              <a:gd name="connsiteY329" fmla="*/ 2483027 h 2704795"/>
              <a:gd name="connsiteX330" fmla="*/ 1042096 w 4497066"/>
              <a:gd name="connsiteY330" fmla="*/ 2551917 h 2704795"/>
              <a:gd name="connsiteX331" fmla="*/ 1022682 w 4497066"/>
              <a:gd name="connsiteY331" fmla="*/ 2589438 h 2704795"/>
              <a:gd name="connsiteX332" fmla="*/ 1003195 w 4497066"/>
              <a:gd name="connsiteY332" fmla="*/ 2460979 h 2704795"/>
              <a:gd name="connsiteX333" fmla="*/ 983639 w 4497066"/>
              <a:gd name="connsiteY333" fmla="*/ 2428108 h 2704795"/>
              <a:gd name="connsiteX334" fmla="*/ 964020 w 4497066"/>
              <a:gd name="connsiteY334" fmla="*/ 2572560 h 2704795"/>
              <a:gd name="connsiteX335" fmla="*/ 944348 w 4497066"/>
              <a:gd name="connsiteY335" fmla="*/ 2559144 h 2704795"/>
              <a:gd name="connsiteX336" fmla="*/ 924624 w 4497066"/>
              <a:gd name="connsiteY336" fmla="*/ 2481399 h 2704795"/>
              <a:gd name="connsiteX337" fmla="*/ 904863 w 4497066"/>
              <a:gd name="connsiteY337" fmla="*/ 2619671 h 2704795"/>
              <a:gd name="connsiteX338" fmla="*/ 885057 w 4497066"/>
              <a:gd name="connsiteY338" fmla="*/ 2396990 h 2704795"/>
              <a:gd name="connsiteX339" fmla="*/ 865226 w 4497066"/>
              <a:gd name="connsiteY339" fmla="*/ 2495961 h 2704795"/>
              <a:gd name="connsiteX340" fmla="*/ 845378 w 4497066"/>
              <a:gd name="connsiteY340" fmla="*/ 2569752 h 2704795"/>
              <a:gd name="connsiteX341" fmla="*/ 825519 w 4497066"/>
              <a:gd name="connsiteY341" fmla="*/ 2589296 h 2704795"/>
              <a:gd name="connsiteX342" fmla="*/ 805662 w 4497066"/>
              <a:gd name="connsiteY342" fmla="*/ 2656406 h 2704795"/>
              <a:gd name="connsiteX343" fmla="*/ 785812 w 4497066"/>
              <a:gd name="connsiteY343" fmla="*/ 2643677 h 2704795"/>
              <a:gd name="connsiteX344" fmla="*/ 765989 w 4497066"/>
              <a:gd name="connsiteY344" fmla="*/ 2616049 h 2704795"/>
              <a:gd name="connsiteX345" fmla="*/ 746203 w 4497066"/>
              <a:gd name="connsiteY345" fmla="*/ 2574743 h 2704795"/>
              <a:gd name="connsiteX346" fmla="*/ 726469 w 4497066"/>
              <a:gd name="connsiteY346" fmla="*/ 2222762 h 2704795"/>
              <a:gd name="connsiteX347" fmla="*/ 706788 w 4497066"/>
              <a:gd name="connsiteY347" fmla="*/ 2450630 h 2704795"/>
              <a:gd name="connsiteX348" fmla="*/ 687187 w 4497066"/>
              <a:gd name="connsiteY348" fmla="*/ 2265990 h 2704795"/>
              <a:gd name="connsiteX349" fmla="*/ 667684 w 4497066"/>
              <a:gd name="connsiteY349" fmla="*/ 2278486 h 2704795"/>
              <a:gd name="connsiteX350" fmla="*/ 648277 w 4497066"/>
              <a:gd name="connsiteY350" fmla="*/ 2250919 h 2704795"/>
              <a:gd name="connsiteX351" fmla="*/ 628995 w 4497066"/>
              <a:gd name="connsiteY351" fmla="*/ 2535665 h 2704795"/>
              <a:gd name="connsiteX352" fmla="*/ 609847 w 4497066"/>
              <a:gd name="connsiteY352" fmla="*/ 2574636 h 2704795"/>
              <a:gd name="connsiteX353" fmla="*/ 590848 w 4497066"/>
              <a:gd name="connsiteY353" fmla="*/ 2642560 h 2704795"/>
              <a:gd name="connsiteX354" fmla="*/ 572028 w 4497066"/>
              <a:gd name="connsiteY354" fmla="*/ 2645279 h 2704795"/>
              <a:gd name="connsiteX355" fmla="*/ 553384 w 4497066"/>
              <a:gd name="connsiteY355" fmla="*/ 2651067 h 2704795"/>
              <a:gd name="connsiteX356" fmla="*/ 534945 w 4497066"/>
              <a:gd name="connsiteY356" fmla="*/ 2647703 h 2704795"/>
              <a:gd name="connsiteX357" fmla="*/ 516718 w 4497066"/>
              <a:gd name="connsiteY357" fmla="*/ 2580853 h 2704795"/>
              <a:gd name="connsiteX358" fmla="*/ 498713 w 4497066"/>
              <a:gd name="connsiteY358" fmla="*/ 2541882 h 2704795"/>
              <a:gd name="connsiteX359" fmla="*/ 480955 w 4497066"/>
              <a:gd name="connsiteY359" fmla="*/ 2581783 h 2704795"/>
              <a:gd name="connsiteX360" fmla="*/ 463455 w 4497066"/>
              <a:gd name="connsiteY360" fmla="*/ 2483573 h 2704795"/>
              <a:gd name="connsiteX361" fmla="*/ 446219 w 4497066"/>
              <a:gd name="connsiteY361" fmla="*/ 2519654 h 2704795"/>
              <a:gd name="connsiteX362" fmla="*/ 429265 w 4497066"/>
              <a:gd name="connsiteY362" fmla="*/ 2505701 h 2704795"/>
              <a:gd name="connsiteX363" fmla="*/ 412604 w 4497066"/>
              <a:gd name="connsiteY363" fmla="*/ 2523716 h 2704795"/>
              <a:gd name="connsiteX364" fmla="*/ 396241 w 4497066"/>
              <a:gd name="connsiteY364" fmla="*/ 2583285 h 2704795"/>
              <a:gd name="connsiteX365" fmla="*/ 380186 w 4497066"/>
              <a:gd name="connsiteY365" fmla="*/ 2593938 h 2704795"/>
              <a:gd name="connsiteX366" fmla="*/ 364444 w 4497066"/>
              <a:gd name="connsiteY366" fmla="*/ 2589841 h 2704795"/>
              <a:gd name="connsiteX367" fmla="*/ 349021 w 4497066"/>
              <a:gd name="connsiteY367" fmla="*/ 2576944 h 2704795"/>
              <a:gd name="connsiteX368" fmla="*/ 333929 w 4497066"/>
              <a:gd name="connsiteY368" fmla="*/ 2573339 h 2704795"/>
              <a:gd name="connsiteX369" fmla="*/ 319164 w 4497066"/>
              <a:gd name="connsiteY369" fmla="*/ 2563098 h 2704795"/>
              <a:gd name="connsiteX370" fmla="*/ 276850 w 4497066"/>
              <a:gd name="connsiteY370" fmla="*/ 2539735 h 2704795"/>
              <a:gd name="connsiteX371" fmla="*/ 263404 w 4497066"/>
              <a:gd name="connsiteY371" fmla="*/ 2507401 h 2704795"/>
              <a:gd name="connsiteX372" fmla="*/ 250293 w 4497066"/>
              <a:gd name="connsiteY372" fmla="*/ 2485442 h 2704795"/>
              <a:gd name="connsiteX373" fmla="*/ 237503 w 4497066"/>
              <a:gd name="connsiteY373" fmla="*/ 2446123 h 2704795"/>
              <a:gd name="connsiteX374" fmla="*/ 225032 w 4497066"/>
              <a:gd name="connsiteY374" fmla="*/ 2473063 h 2704795"/>
              <a:gd name="connsiteX375" fmla="*/ 212888 w 4497066"/>
              <a:gd name="connsiteY375" fmla="*/ 2474065 h 2704795"/>
              <a:gd name="connsiteX376" fmla="*/ 201054 w 4497066"/>
              <a:gd name="connsiteY376" fmla="*/ 2450174 h 2704795"/>
              <a:gd name="connsiteX377" fmla="*/ 189524 w 4497066"/>
              <a:gd name="connsiteY377" fmla="*/ 2456846 h 2704795"/>
              <a:gd name="connsiteX378" fmla="*/ 178297 w 4497066"/>
              <a:gd name="connsiteY378" fmla="*/ 2467293 h 2704795"/>
              <a:gd name="connsiteX379" fmla="*/ 167364 w 4497066"/>
              <a:gd name="connsiteY379" fmla="*/ 2455549 h 2704795"/>
              <a:gd name="connsiteX380" fmla="*/ 156722 w 4497066"/>
              <a:gd name="connsiteY380" fmla="*/ 2446417 h 2704795"/>
              <a:gd name="connsiteX381" fmla="*/ 146361 w 4497066"/>
              <a:gd name="connsiteY381" fmla="*/ 2435541 h 2704795"/>
              <a:gd name="connsiteX382" fmla="*/ 136275 w 4497066"/>
              <a:gd name="connsiteY382" fmla="*/ 2423421 h 2704795"/>
              <a:gd name="connsiteX383" fmla="*/ 116892 w 4497066"/>
              <a:gd name="connsiteY383" fmla="*/ 2395337 h 2704795"/>
              <a:gd name="connsiteX384" fmla="*/ 107589 w 4497066"/>
              <a:gd name="connsiteY384" fmla="*/ 2392151 h 2704795"/>
              <a:gd name="connsiteX385" fmla="*/ 89711 w 4497066"/>
              <a:gd name="connsiteY385" fmla="*/ 2368404 h 2704795"/>
              <a:gd name="connsiteX386" fmla="*/ 81121 w 4497066"/>
              <a:gd name="connsiteY386" fmla="*/ 2359531 h 2704795"/>
              <a:gd name="connsiteX387" fmla="*/ 56676 w 4497066"/>
              <a:gd name="connsiteY387" fmla="*/ 2326562 h 2704795"/>
              <a:gd name="connsiteX388" fmla="*/ 41406 w 4497066"/>
              <a:gd name="connsiteY388" fmla="*/ 2304174 h 2704795"/>
              <a:gd name="connsiteX389" fmla="*/ 34068 w 4497066"/>
              <a:gd name="connsiteY389" fmla="*/ 2289594 h 2704795"/>
              <a:gd name="connsiteX390" fmla="*/ 26902 w 4497066"/>
              <a:gd name="connsiteY390" fmla="*/ 2269049 h 2704795"/>
              <a:gd name="connsiteX391" fmla="*/ 19924 w 4497066"/>
              <a:gd name="connsiteY391" fmla="*/ 2261608 h 2704795"/>
              <a:gd name="connsiteX392" fmla="*/ 13122 w 4497066"/>
              <a:gd name="connsiteY392" fmla="*/ 2260462 h 2704795"/>
              <a:gd name="connsiteX393" fmla="*/ 0 w 4497066"/>
              <a:gd name="connsiteY393" fmla="*/ 2237931 h 2704795"/>
              <a:gd name="connsiteX394" fmla="*/ 0 w 4497066"/>
              <a:gd name="connsiteY394" fmla="*/ 2237931 h 2704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</a:cxnLst>
            <a:rect l="l" t="t" r="r" b="b"/>
            <a:pathLst>
              <a:path w="4497066" h="2704795" extrusionOk="0">
                <a:moveTo>
                  <a:pt x="4497066" y="2495468"/>
                </a:moveTo>
                <a:cubicBezTo>
                  <a:pt x="4491945" y="2449561"/>
                  <a:pt x="4503847" y="2383884"/>
                  <a:pt x="4489779" y="2303315"/>
                </a:cubicBezTo>
                <a:cubicBezTo>
                  <a:pt x="4497226" y="2400385"/>
                  <a:pt x="4484009" y="2431226"/>
                  <a:pt x="4482473" y="2533268"/>
                </a:cubicBezTo>
                <a:cubicBezTo>
                  <a:pt x="4455591" y="2464614"/>
                  <a:pt x="4489578" y="2303075"/>
                  <a:pt x="4475152" y="2195937"/>
                </a:cubicBezTo>
                <a:cubicBezTo>
                  <a:pt x="4473672" y="2242033"/>
                  <a:pt x="4447260" y="2318283"/>
                  <a:pt x="4460489" y="2363538"/>
                </a:cubicBezTo>
                <a:cubicBezTo>
                  <a:pt x="4442697" y="2317218"/>
                  <a:pt x="4456533" y="2253775"/>
                  <a:pt x="4453139" y="2212646"/>
                </a:cubicBezTo>
                <a:cubicBezTo>
                  <a:pt x="4458468" y="2254033"/>
                  <a:pt x="4445512" y="2265328"/>
                  <a:pt x="4445773" y="2314076"/>
                </a:cubicBezTo>
                <a:cubicBezTo>
                  <a:pt x="4433573" y="2256506"/>
                  <a:pt x="4461513" y="2180206"/>
                  <a:pt x="4438397" y="2110716"/>
                </a:cubicBezTo>
                <a:cubicBezTo>
                  <a:pt x="4443325" y="2131567"/>
                  <a:pt x="4428310" y="2171680"/>
                  <a:pt x="4431012" y="2193022"/>
                </a:cubicBezTo>
                <a:cubicBezTo>
                  <a:pt x="4426901" y="2177186"/>
                  <a:pt x="4430556" y="2167539"/>
                  <a:pt x="4423609" y="2153970"/>
                </a:cubicBezTo>
                <a:cubicBezTo>
                  <a:pt x="4408859" y="2070100"/>
                  <a:pt x="4429281" y="2002162"/>
                  <a:pt x="4416199" y="1864485"/>
                </a:cubicBezTo>
                <a:cubicBezTo>
                  <a:pt x="4418314" y="1949138"/>
                  <a:pt x="4407124" y="1996929"/>
                  <a:pt x="4408777" y="2048695"/>
                </a:cubicBezTo>
                <a:cubicBezTo>
                  <a:pt x="4410119" y="2103721"/>
                  <a:pt x="4397177" y="2232939"/>
                  <a:pt x="4393894" y="2285516"/>
                </a:cubicBezTo>
                <a:cubicBezTo>
                  <a:pt x="4392400" y="2287973"/>
                  <a:pt x="4389112" y="2290519"/>
                  <a:pt x="4386438" y="2296437"/>
                </a:cubicBezTo>
                <a:cubicBezTo>
                  <a:pt x="4381664" y="2163667"/>
                  <a:pt x="4402480" y="2076010"/>
                  <a:pt x="4378964" y="1974715"/>
                </a:cubicBezTo>
                <a:cubicBezTo>
                  <a:pt x="4374536" y="1956729"/>
                  <a:pt x="4377046" y="1938831"/>
                  <a:pt x="4371482" y="1929117"/>
                </a:cubicBezTo>
                <a:cubicBezTo>
                  <a:pt x="4405177" y="2170957"/>
                  <a:pt x="4316283" y="2305842"/>
                  <a:pt x="4363982" y="2443805"/>
                </a:cubicBezTo>
                <a:cubicBezTo>
                  <a:pt x="4359455" y="2431040"/>
                  <a:pt x="4362586" y="2428658"/>
                  <a:pt x="4356474" y="2414889"/>
                </a:cubicBezTo>
                <a:cubicBezTo>
                  <a:pt x="4338725" y="2344239"/>
                  <a:pt x="4354665" y="2286708"/>
                  <a:pt x="4348956" y="2230096"/>
                </a:cubicBezTo>
                <a:cubicBezTo>
                  <a:pt x="4352045" y="2242898"/>
                  <a:pt x="4341601" y="2261264"/>
                  <a:pt x="4341419" y="2278548"/>
                </a:cubicBezTo>
                <a:cubicBezTo>
                  <a:pt x="4336313" y="2270700"/>
                  <a:pt x="4339989" y="2261529"/>
                  <a:pt x="4333875" y="2245633"/>
                </a:cubicBezTo>
                <a:cubicBezTo>
                  <a:pt x="4327739" y="2219355"/>
                  <a:pt x="4329325" y="2208025"/>
                  <a:pt x="4326314" y="2185481"/>
                </a:cubicBezTo>
                <a:cubicBezTo>
                  <a:pt x="4327425" y="2243337"/>
                  <a:pt x="4311202" y="2289303"/>
                  <a:pt x="4318743" y="2366669"/>
                </a:cubicBezTo>
                <a:cubicBezTo>
                  <a:pt x="4326340" y="2408252"/>
                  <a:pt x="4301708" y="2443812"/>
                  <a:pt x="4311155" y="2485192"/>
                </a:cubicBezTo>
                <a:cubicBezTo>
                  <a:pt x="4309437" y="2487809"/>
                  <a:pt x="4305399" y="2491760"/>
                  <a:pt x="4303556" y="2495478"/>
                </a:cubicBezTo>
                <a:cubicBezTo>
                  <a:pt x="4308071" y="2526937"/>
                  <a:pt x="4295696" y="2562051"/>
                  <a:pt x="4295950" y="2585574"/>
                </a:cubicBezTo>
                <a:cubicBezTo>
                  <a:pt x="4272358" y="2534075"/>
                  <a:pt x="4302203" y="2433779"/>
                  <a:pt x="4288327" y="2384728"/>
                </a:cubicBezTo>
                <a:cubicBezTo>
                  <a:pt x="4311656" y="2491831"/>
                  <a:pt x="4265120" y="2516762"/>
                  <a:pt x="4280693" y="2628571"/>
                </a:cubicBezTo>
                <a:cubicBezTo>
                  <a:pt x="4277965" y="2633728"/>
                  <a:pt x="4275353" y="2636398"/>
                  <a:pt x="4273043" y="2641370"/>
                </a:cubicBezTo>
                <a:cubicBezTo>
                  <a:pt x="4269512" y="2634851"/>
                  <a:pt x="4270112" y="2628235"/>
                  <a:pt x="4265383" y="2618785"/>
                </a:cubicBezTo>
                <a:cubicBezTo>
                  <a:pt x="4245943" y="2578111"/>
                  <a:pt x="4265407" y="2530060"/>
                  <a:pt x="4257706" y="2450416"/>
                </a:cubicBezTo>
                <a:cubicBezTo>
                  <a:pt x="4245394" y="2315040"/>
                  <a:pt x="4270851" y="2273508"/>
                  <a:pt x="4253782" y="2124914"/>
                </a:cubicBezTo>
                <a:cubicBezTo>
                  <a:pt x="4236712" y="1976320"/>
                  <a:pt x="4254020" y="1893142"/>
                  <a:pt x="4250011" y="1812177"/>
                </a:cubicBezTo>
                <a:cubicBezTo>
                  <a:pt x="4296180" y="1970541"/>
                  <a:pt x="4204501" y="2145380"/>
                  <a:pt x="4246164" y="2258487"/>
                </a:cubicBezTo>
                <a:cubicBezTo>
                  <a:pt x="4287827" y="2371594"/>
                  <a:pt x="4206781" y="2498946"/>
                  <a:pt x="4242316" y="2704796"/>
                </a:cubicBezTo>
                <a:cubicBezTo>
                  <a:pt x="4233161" y="2646027"/>
                  <a:pt x="4251090" y="2611852"/>
                  <a:pt x="4234594" y="2579225"/>
                </a:cubicBezTo>
                <a:cubicBezTo>
                  <a:pt x="4221726" y="2538070"/>
                  <a:pt x="4246442" y="2461210"/>
                  <a:pt x="4226873" y="2424012"/>
                </a:cubicBezTo>
                <a:cubicBezTo>
                  <a:pt x="4227362" y="2480892"/>
                  <a:pt x="4207174" y="2570236"/>
                  <a:pt x="4219125" y="2632632"/>
                </a:cubicBezTo>
                <a:cubicBezTo>
                  <a:pt x="4213514" y="2622105"/>
                  <a:pt x="4219783" y="2603670"/>
                  <a:pt x="4211367" y="2586353"/>
                </a:cubicBezTo>
                <a:cubicBezTo>
                  <a:pt x="4215968" y="2624222"/>
                  <a:pt x="4200859" y="2657556"/>
                  <a:pt x="4203602" y="2681549"/>
                </a:cubicBezTo>
                <a:cubicBezTo>
                  <a:pt x="4199816" y="2676169"/>
                  <a:pt x="4199273" y="2671274"/>
                  <a:pt x="4195818" y="2668266"/>
                </a:cubicBezTo>
                <a:cubicBezTo>
                  <a:pt x="4184681" y="2435644"/>
                  <a:pt x="4226642" y="2329100"/>
                  <a:pt x="4188026" y="2171707"/>
                </a:cubicBezTo>
                <a:cubicBezTo>
                  <a:pt x="4204336" y="2371398"/>
                  <a:pt x="4170494" y="2451803"/>
                  <a:pt x="4180215" y="2584377"/>
                </a:cubicBezTo>
                <a:cubicBezTo>
                  <a:pt x="4179646" y="2608326"/>
                  <a:pt x="4163629" y="2646573"/>
                  <a:pt x="4172387" y="2698865"/>
                </a:cubicBezTo>
                <a:cubicBezTo>
                  <a:pt x="4120195" y="2510130"/>
                  <a:pt x="4193106" y="2426318"/>
                  <a:pt x="4165012" y="2215726"/>
                </a:cubicBezTo>
                <a:cubicBezTo>
                  <a:pt x="4136917" y="2005134"/>
                  <a:pt x="4185756" y="1879197"/>
                  <a:pt x="4156695" y="1670909"/>
                </a:cubicBezTo>
                <a:cubicBezTo>
                  <a:pt x="4195881" y="1858390"/>
                  <a:pt x="4136944" y="2010219"/>
                  <a:pt x="4152764" y="2169069"/>
                </a:cubicBezTo>
                <a:cubicBezTo>
                  <a:pt x="4168584" y="2327919"/>
                  <a:pt x="4127281" y="2556988"/>
                  <a:pt x="4148832" y="2667229"/>
                </a:cubicBezTo>
                <a:cubicBezTo>
                  <a:pt x="4143733" y="2657390"/>
                  <a:pt x="4146511" y="2652098"/>
                  <a:pt x="4140951" y="2639895"/>
                </a:cubicBezTo>
                <a:cubicBezTo>
                  <a:pt x="4141522" y="2648888"/>
                  <a:pt x="4135049" y="2656129"/>
                  <a:pt x="4133052" y="2666692"/>
                </a:cubicBezTo>
                <a:cubicBezTo>
                  <a:pt x="4111604" y="2575242"/>
                  <a:pt x="4144008" y="2510906"/>
                  <a:pt x="4125153" y="2458510"/>
                </a:cubicBezTo>
                <a:cubicBezTo>
                  <a:pt x="4111776" y="2402962"/>
                  <a:pt x="4148596" y="2282827"/>
                  <a:pt x="4117228" y="2214488"/>
                </a:cubicBezTo>
                <a:cubicBezTo>
                  <a:pt x="4116086" y="2223971"/>
                  <a:pt x="4111995" y="2229115"/>
                  <a:pt x="4109294" y="2238897"/>
                </a:cubicBezTo>
                <a:cubicBezTo>
                  <a:pt x="4107261" y="2236665"/>
                  <a:pt x="4104575" y="2232021"/>
                  <a:pt x="4101342" y="2230078"/>
                </a:cubicBezTo>
                <a:cubicBezTo>
                  <a:pt x="4085695" y="2176353"/>
                  <a:pt x="4108633" y="2163049"/>
                  <a:pt x="4093372" y="2100215"/>
                </a:cubicBezTo>
                <a:cubicBezTo>
                  <a:pt x="4042360" y="1969271"/>
                  <a:pt x="4101470" y="1710578"/>
                  <a:pt x="4089542" y="1578177"/>
                </a:cubicBezTo>
                <a:cubicBezTo>
                  <a:pt x="4077614" y="1445776"/>
                  <a:pt x="4153827" y="1256386"/>
                  <a:pt x="4085393" y="1012635"/>
                </a:cubicBezTo>
                <a:cubicBezTo>
                  <a:pt x="4090856" y="1049691"/>
                  <a:pt x="4076782" y="1052192"/>
                  <a:pt x="4077397" y="1090192"/>
                </a:cubicBezTo>
                <a:cubicBezTo>
                  <a:pt x="4130449" y="1263457"/>
                  <a:pt x="4063691" y="1430794"/>
                  <a:pt x="4069383" y="1581455"/>
                </a:cubicBezTo>
                <a:cubicBezTo>
                  <a:pt x="4080452" y="1609922"/>
                  <a:pt x="4052539" y="1660219"/>
                  <a:pt x="4061359" y="1700971"/>
                </a:cubicBezTo>
                <a:cubicBezTo>
                  <a:pt x="4056797" y="1664158"/>
                  <a:pt x="4061647" y="1633542"/>
                  <a:pt x="4053319" y="1580489"/>
                </a:cubicBezTo>
                <a:cubicBezTo>
                  <a:pt x="4003725" y="1340783"/>
                  <a:pt x="4099103" y="1182714"/>
                  <a:pt x="4049370" y="1052778"/>
                </a:cubicBezTo>
                <a:cubicBezTo>
                  <a:pt x="3999638" y="922842"/>
                  <a:pt x="4100023" y="767232"/>
                  <a:pt x="4045260" y="503528"/>
                </a:cubicBezTo>
                <a:cubicBezTo>
                  <a:pt x="4051717" y="714800"/>
                  <a:pt x="4033831" y="801230"/>
                  <a:pt x="4037193" y="947662"/>
                </a:cubicBezTo>
                <a:cubicBezTo>
                  <a:pt x="4036155" y="959416"/>
                  <a:pt x="4027270" y="974980"/>
                  <a:pt x="4029109" y="997688"/>
                </a:cubicBezTo>
                <a:cubicBezTo>
                  <a:pt x="4031287" y="1081322"/>
                  <a:pt x="4005993" y="1138608"/>
                  <a:pt x="4021005" y="1203571"/>
                </a:cubicBezTo>
                <a:cubicBezTo>
                  <a:pt x="4028655" y="1401022"/>
                  <a:pt x="4013043" y="1451540"/>
                  <a:pt x="4016787" y="1607012"/>
                </a:cubicBezTo>
                <a:cubicBezTo>
                  <a:pt x="4020531" y="1762484"/>
                  <a:pt x="3980007" y="1816254"/>
                  <a:pt x="4012893" y="1979420"/>
                </a:cubicBezTo>
                <a:cubicBezTo>
                  <a:pt x="4009361" y="1977866"/>
                  <a:pt x="4007145" y="1975822"/>
                  <a:pt x="4004765" y="1974536"/>
                </a:cubicBezTo>
                <a:cubicBezTo>
                  <a:pt x="4004504" y="2006970"/>
                  <a:pt x="3987702" y="2082411"/>
                  <a:pt x="3996617" y="2110340"/>
                </a:cubicBezTo>
                <a:cubicBezTo>
                  <a:pt x="3986364" y="2076333"/>
                  <a:pt x="4000263" y="2028365"/>
                  <a:pt x="3988452" y="2005842"/>
                </a:cubicBezTo>
                <a:cubicBezTo>
                  <a:pt x="3957251" y="1857054"/>
                  <a:pt x="4000211" y="1741959"/>
                  <a:pt x="3984366" y="1649527"/>
                </a:cubicBezTo>
                <a:cubicBezTo>
                  <a:pt x="3968521" y="1557095"/>
                  <a:pt x="4015816" y="1447434"/>
                  <a:pt x="3980279" y="1293212"/>
                </a:cubicBezTo>
                <a:cubicBezTo>
                  <a:pt x="3964572" y="1073809"/>
                  <a:pt x="4030121" y="993474"/>
                  <a:pt x="3977466" y="849209"/>
                </a:cubicBezTo>
                <a:cubicBezTo>
                  <a:pt x="3924811" y="704944"/>
                  <a:pt x="3996233" y="546634"/>
                  <a:pt x="3974982" y="456935"/>
                </a:cubicBezTo>
                <a:cubicBezTo>
                  <a:pt x="3953730" y="367236"/>
                  <a:pt x="3996299" y="202768"/>
                  <a:pt x="3972087" y="0"/>
                </a:cubicBezTo>
                <a:cubicBezTo>
                  <a:pt x="3979189" y="89717"/>
                  <a:pt x="3951703" y="249832"/>
                  <a:pt x="3968229" y="416697"/>
                </a:cubicBezTo>
                <a:cubicBezTo>
                  <a:pt x="3984755" y="583562"/>
                  <a:pt x="3960867" y="723036"/>
                  <a:pt x="3963878" y="886589"/>
                </a:cubicBezTo>
                <a:cubicBezTo>
                  <a:pt x="3998433" y="1033693"/>
                  <a:pt x="3960564" y="1143992"/>
                  <a:pt x="3961382" y="1284515"/>
                </a:cubicBezTo>
                <a:cubicBezTo>
                  <a:pt x="3962200" y="1425038"/>
                  <a:pt x="3912562" y="1559214"/>
                  <a:pt x="3958887" y="1682441"/>
                </a:cubicBezTo>
                <a:cubicBezTo>
                  <a:pt x="4005212" y="1805669"/>
                  <a:pt x="3940052" y="2016471"/>
                  <a:pt x="3955651" y="2198433"/>
                </a:cubicBezTo>
                <a:cubicBezTo>
                  <a:pt x="3957028" y="2222433"/>
                  <a:pt x="3945406" y="2237711"/>
                  <a:pt x="3947415" y="2257726"/>
                </a:cubicBezTo>
                <a:cubicBezTo>
                  <a:pt x="3944079" y="2263600"/>
                  <a:pt x="3940831" y="2265254"/>
                  <a:pt x="3939153" y="2271223"/>
                </a:cubicBezTo>
                <a:cubicBezTo>
                  <a:pt x="3920392" y="2118406"/>
                  <a:pt x="3953854" y="1984222"/>
                  <a:pt x="3936479" y="1753290"/>
                </a:cubicBezTo>
                <a:cubicBezTo>
                  <a:pt x="3919104" y="1522358"/>
                  <a:pt x="3941133" y="1467566"/>
                  <a:pt x="3933722" y="1219339"/>
                </a:cubicBezTo>
                <a:cubicBezTo>
                  <a:pt x="3926311" y="971112"/>
                  <a:pt x="3939599" y="924331"/>
                  <a:pt x="3930882" y="669369"/>
                </a:cubicBezTo>
                <a:cubicBezTo>
                  <a:pt x="3971414" y="847594"/>
                  <a:pt x="3905669" y="981533"/>
                  <a:pt x="3926572" y="1065655"/>
                </a:cubicBezTo>
                <a:cubicBezTo>
                  <a:pt x="3947474" y="1149777"/>
                  <a:pt x="3914953" y="1263283"/>
                  <a:pt x="3922593" y="1431457"/>
                </a:cubicBezTo>
                <a:cubicBezTo>
                  <a:pt x="3928262" y="1533438"/>
                  <a:pt x="3862433" y="1767841"/>
                  <a:pt x="3918273" y="1940451"/>
                </a:cubicBezTo>
                <a:cubicBezTo>
                  <a:pt x="3974114" y="2113061"/>
                  <a:pt x="3871912" y="2269421"/>
                  <a:pt x="3914286" y="2410291"/>
                </a:cubicBezTo>
                <a:cubicBezTo>
                  <a:pt x="3892160" y="2323844"/>
                  <a:pt x="3911807" y="2235846"/>
                  <a:pt x="3905971" y="2142808"/>
                </a:cubicBezTo>
                <a:cubicBezTo>
                  <a:pt x="3933391" y="2304777"/>
                  <a:pt x="3897585" y="2346053"/>
                  <a:pt x="3897629" y="2476015"/>
                </a:cubicBezTo>
                <a:cubicBezTo>
                  <a:pt x="3899019" y="2496113"/>
                  <a:pt x="3879982" y="2552442"/>
                  <a:pt x="3889277" y="2575182"/>
                </a:cubicBezTo>
                <a:cubicBezTo>
                  <a:pt x="3885613" y="2468287"/>
                  <a:pt x="3904923" y="2404269"/>
                  <a:pt x="3880899" y="2249175"/>
                </a:cubicBezTo>
                <a:cubicBezTo>
                  <a:pt x="3895949" y="2309349"/>
                  <a:pt x="3854231" y="2402277"/>
                  <a:pt x="3872513" y="2479655"/>
                </a:cubicBezTo>
                <a:cubicBezTo>
                  <a:pt x="3873763" y="2488288"/>
                  <a:pt x="3862482" y="2502673"/>
                  <a:pt x="3864110" y="2510272"/>
                </a:cubicBezTo>
                <a:cubicBezTo>
                  <a:pt x="3876702" y="2573229"/>
                  <a:pt x="3855284" y="2623879"/>
                  <a:pt x="3855696" y="2683033"/>
                </a:cubicBezTo>
                <a:cubicBezTo>
                  <a:pt x="3851512" y="2674968"/>
                  <a:pt x="3850301" y="2669034"/>
                  <a:pt x="3847257" y="2664072"/>
                </a:cubicBezTo>
                <a:cubicBezTo>
                  <a:pt x="3809369" y="2523320"/>
                  <a:pt x="3876497" y="2309840"/>
                  <a:pt x="3843281" y="2203743"/>
                </a:cubicBezTo>
                <a:cubicBezTo>
                  <a:pt x="3810066" y="2097646"/>
                  <a:pt x="3884703" y="1876300"/>
                  <a:pt x="3838798" y="1684648"/>
                </a:cubicBezTo>
                <a:cubicBezTo>
                  <a:pt x="3875518" y="1762907"/>
                  <a:pt x="3800923" y="1857374"/>
                  <a:pt x="3834646" y="2008385"/>
                </a:cubicBezTo>
                <a:cubicBezTo>
                  <a:pt x="3868369" y="2159396"/>
                  <a:pt x="3830161" y="2202141"/>
                  <a:pt x="3830324" y="2345336"/>
                </a:cubicBezTo>
                <a:cubicBezTo>
                  <a:pt x="3844223" y="2412602"/>
                  <a:pt x="3819163" y="2467152"/>
                  <a:pt x="3821839" y="2512364"/>
                </a:cubicBezTo>
                <a:cubicBezTo>
                  <a:pt x="3818989" y="2502343"/>
                  <a:pt x="3817097" y="2488697"/>
                  <a:pt x="3813330" y="2470683"/>
                </a:cubicBezTo>
                <a:cubicBezTo>
                  <a:pt x="3807635" y="2424238"/>
                  <a:pt x="3814022" y="2379795"/>
                  <a:pt x="3804810" y="2307967"/>
                </a:cubicBezTo>
                <a:cubicBezTo>
                  <a:pt x="3772702" y="2207648"/>
                  <a:pt x="3828189" y="2120012"/>
                  <a:pt x="3796265" y="2054348"/>
                </a:cubicBezTo>
                <a:cubicBezTo>
                  <a:pt x="3791972" y="2011147"/>
                  <a:pt x="3804356" y="1991478"/>
                  <a:pt x="3787709" y="1943822"/>
                </a:cubicBezTo>
                <a:cubicBezTo>
                  <a:pt x="3790266" y="1991954"/>
                  <a:pt x="3775746" y="1995260"/>
                  <a:pt x="3779127" y="2042219"/>
                </a:cubicBezTo>
                <a:cubicBezTo>
                  <a:pt x="3766181" y="1956283"/>
                  <a:pt x="3783480" y="1923235"/>
                  <a:pt x="3770537" y="1856256"/>
                </a:cubicBezTo>
                <a:cubicBezTo>
                  <a:pt x="3764753" y="1848572"/>
                  <a:pt x="3767119" y="1837692"/>
                  <a:pt x="3761920" y="1831881"/>
                </a:cubicBezTo>
                <a:cubicBezTo>
                  <a:pt x="3753446" y="1754537"/>
                  <a:pt x="3777715" y="1680173"/>
                  <a:pt x="3753294" y="1635015"/>
                </a:cubicBezTo>
                <a:cubicBezTo>
                  <a:pt x="3738256" y="1584144"/>
                  <a:pt x="3747320" y="1529103"/>
                  <a:pt x="3744641" y="1495991"/>
                </a:cubicBezTo>
                <a:cubicBezTo>
                  <a:pt x="3746758" y="1585999"/>
                  <a:pt x="3732154" y="1659991"/>
                  <a:pt x="3735971" y="1752651"/>
                </a:cubicBezTo>
                <a:cubicBezTo>
                  <a:pt x="3730861" y="1745161"/>
                  <a:pt x="3731454" y="1741080"/>
                  <a:pt x="3727292" y="1733761"/>
                </a:cubicBezTo>
                <a:cubicBezTo>
                  <a:pt x="3707716" y="1609326"/>
                  <a:pt x="3743948" y="1540161"/>
                  <a:pt x="3718587" y="1360662"/>
                </a:cubicBezTo>
                <a:cubicBezTo>
                  <a:pt x="3756902" y="1439720"/>
                  <a:pt x="3699123" y="1583710"/>
                  <a:pt x="3709864" y="1739619"/>
                </a:cubicBezTo>
                <a:cubicBezTo>
                  <a:pt x="3698297" y="1712976"/>
                  <a:pt x="3709399" y="1669399"/>
                  <a:pt x="3701123" y="1651786"/>
                </a:cubicBezTo>
                <a:cubicBezTo>
                  <a:pt x="3698727" y="1650436"/>
                  <a:pt x="3696134" y="1645926"/>
                  <a:pt x="3692364" y="1642671"/>
                </a:cubicBezTo>
                <a:cubicBezTo>
                  <a:pt x="3697405" y="1670054"/>
                  <a:pt x="3684587" y="1692110"/>
                  <a:pt x="3683587" y="1712804"/>
                </a:cubicBezTo>
                <a:cubicBezTo>
                  <a:pt x="3688020" y="1741165"/>
                  <a:pt x="3673600" y="1774535"/>
                  <a:pt x="3674784" y="1793348"/>
                </a:cubicBezTo>
                <a:cubicBezTo>
                  <a:pt x="3676449" y="1867470"/>
                  <a:pt x="3658529" y="1897240"/>
                  <a:pt x="3665972" y="1957586"/>
                </a:cubicBezTo>
                <a:cubicBezTo>
                  <a:pt x="3664623" y="1987516"/>
                  <a:pt x="3659569" y="2017072"/>
                  <a:pt x="3657133" y="2051280"/>
                </a:cubicBezTo>
                <a:cubicBezTo>
                  <a:pt x="3683787" y="2203003"/>
                  <a:pt x="3632473" y="2283213"/>
                  <a:pt x="3648277" y="2383627"/>
                </a:cubicBezTo>
                <a:cubicBezTo>
                  <a:pt x="3651380" y="2426708"/>
                  <a:pt x="3629414" y="2502642"/>
                  <a:pt x="3639403" y="2541855"/>
                </a:cubicBezTo>
                <a:cubicBezTo>
                  <a:pt x="3632748" y="2511336"/>
                  <a:pt x="3634209" y="2466556"/>
                  <a:pt x="3630512" y="2437956"/>
                </a:cubicBezTo>
                <a:cubicBezTo>
                  <a:pt x="3611686" y="2373946"/>
                  <a:pt x="3627561" y="2354529"/>
                  <a:pt x="3621602" y="2299756"/>
                </a:cubicBezTo>
                <a:cubicBezTo>
                  <a:pt x="3595769" y="2228280"/>
                  <a:pt x="3643806" y="2159708"/>
                  <a:pt x="3612665" y="2022138"/>
                </a:cubicBezTo>
                <a:cubicBezTo>
                  <a:pt x="3593320" y="1982460"/>
                  <a:pt x="3618219" y="1899478"/>
                  <a:pt x="3603712" y="1853250"/>
                </a:cubicBezTo>
                <a:cubicBezTo>
                  <a:pt x="3581309" y="1778691"/>
                  <a:pt x="3599960" y="1735382"/>
                  <a:pt x="3594740" y="1663797"/>
                </a:cubicBezTo>
                <a:cubicBezTo>
                  <a:pt x="3576731" y="1620433"/>
                  <a:pt x="3605905" y="1559587"/>
                  <a:pt x="3585742" y="1507225"/>
                </a:cubicBezTo>
                <a:cubicBezTo>
                  <a:pt x="3575943" y="1374174"/>
                  <a:pt x="3585366" y="1322208"/>
                  <a:pt x="3576735" y="1210511"/>
                </a:cubicBezTo>
                <a:cubicBezTo>
                  <a:pt x="3560261" y="1160529"/>
                  <a:pt x="3586393" y="1147264"/>
                  <a:pt x="3567701" y="1086721"/>
                </a:cubicBezTo>
                <a:cubicBezTo>
                  <a:pt x="3562384" y="968866"/>
                  <a:pt x="3574258" y="916778"/>
                  <a:pt x="3558641" y="799766"/>
                </a:cubicBezTo>
                <a:cubicBezTo>
                  <a:pt x="3555640" y="793766"/>
                  <a:pt x="3555623" y="787274"/>
                  <a:pt x="3549572" y="777565"/>
                </a:cubicBezTo>
                <a:cubicBezTo>
                  <a:pt x="3544444" y="758098"/>
                  <a:pt x="3545299" y="725664"/>
                  <a:pt x="3540476" y="680214"/>
                </a:cubicBezTo>
                <a:cubicBezTo>
                  <a:pt x="3525375" y="606413"/>
                  <a:pt x="3545179" y="525269"/>
                  <a:pt x="3522223" y="395348"/>
                </a:cubicBezTo>
                <a:cubicBezTo>
                  <a:pt x="3518376" y="396872"/>
                  <a:pt x="3516813" y="396004"/>
                  <a:pt x="3513056" y="398506"/>
                </a:cubicBezTo>
                <a:cubicBezTo>
                  <a:pt x="3508480" y="324080"/>
                  <a:pt x="3513916" y="313551"/>
                  <a:pt x="3503881" y="238653"/>
                </a:cubicBezTo>
                <a:cubicBezTo>
                  <a:pt x="3504015" y="261483"/>
                  <a:pt x="3495898" y="316331"/>
                  <a:pt x="3494679" y="339509"/>
                </a:cubicBezTo>
                <a:cubicBezTo>
                  <a:pt x="3497651" y="366658"/>
                  <a:pt x="3486037" y="384408"/>
                  <a:pt x="3485458" y="417954"/>
                </a:cubicBezTo>
                <a:cubicBezTo>
                  <a:pt x="3473829" y="391422"/>
                  <a:pt x="3486832" y="357068"/>
                  <a:pt x="3476213" y="328076"/>
                </a:cubicBezTo>
                <a:cubicBezTo>
                  <a:pt x="3474630" y="331116"/>
                  <a:pt x="3469555" y="333984"/>
                  <a:pt x="3466948" y="336751"/>
                </a:cubicBezTo>
                <a:cubicBezTo>
                  <a:pt x="3459585" y="318869"/>
                  <a:pt x="3462920" y="312122"/>
                  <a:pt x="3457658" y="299061"/>
                </a:cubicBezTo>
                <a:cubicBezTo>
                  <a:pt x="3457465" y="343945"/>
                  <a:pt x="3449981" y="355179"/>
                  <a:pt x="3448349" y="388498"/>
                </a:cubicBezTo>
                <a:cubicBezTo>
                  <a:pt x="3449333" y="446357"/>
                  <a:pt x="3439442" y="535235"/>
                  <a:pt x="3439015" y="572967"/>
                </a:cubicBezTo>
                <a:cubicBezTo>
                  <a:pt x="3447861" y="702995"/>
                  <a:pt x="3429509" y="739950"/>
                  <a:pt x="3429662" y="839550"/>
                </a:cubicBezTo>
                <a:cubicBezTo>
                  <a:pt x="3442329" y="943606"/>
                  <a:pt x="3396182" y="1074147"/>
                  <a:pt x="3420282" y="1227407"/>
                </a:cubicBezTo>
                <a:cubicBezTo>
                  <a:pt x="3430092" y="1367830"/>
                  <a:pt x="3396369" y="1567583"/>
                  <a:pt x="3411055" y="1708614"/>
                </a:cubicBezTo>
                <a:cubicBezTo>
                  <a:pt x="3425741" y="1849645"/>
                  <a:pt x="3362246" y="2036999"/>
                  <a:pt x="3401452" y="2209462"/>
                </a:cubicBezTo>
                <a:cubicBezTo>
                  <a:pt x="3397572" y="2261854"/>
                  <a:pt x="3387558" y="2282500"/>
                  <a:pt x="3392011" y="2328298"/>
                </a:cubicBezTo>
                <a:cubicBezTo>
                  <a:pt x="3406550" y="2409633"/>
                  <a:pt x="3381763" y="2421489"/>
                  <a:pt x="3382543" y="2489414"/>
                </a:cubicBezTo>
                <a:cubicBezTo>
                  <a:pt x="3372107" y="2432983"/>
                  <a:pt x="3387858" y="2385699"/>
                  <a:pt x="3373048" y="2319666"/>
                </a:cubicBezTo>
                <a:cubicBezTo>
                  <a:pt x="3398728" y="2389836"/>
                  <a:pt x="3337329" y="2515845"/>
                  <a:pt x="3363536" y="2598866"/>
                </a:cubicBezTo>
                <a:cubicBezTo>
                  <a:pt x="3358633" y="2568109"/>
                  <a:pt x="3364726" y="2543498"/>
                  <a:pt x="3353989" y="2527168"/>
                </a:cubicBezTo>
                <a:cubicBezTo>
                  <a:pt x="3352482" y="2550668"/>
                  <a:pt x="3344699" y="2583467"/>
                  <a:pt x="3344431" y="2602489"/>
                </a:cubicBezTo>
                <a:cubicBezTo>
                  <a:pt x="3339899" y="2589289"/>
                  <a:pt x="3339072" y="2579552"/>
                  <a:pt x="3334839" y="2563178"/>
                </a:cubicBezTo>
                <a:cubicBezTo>
                  <a:pt x="3325509" y="2540034"/>
                  <a:pt x="3333897" y="2506712"/>
                  <a:pt x="3325229" y="2484171"/>
                </a:cubicBezTo>
                <a:cubicBezTo>
                  <a:pt x="3321924" y="2482811"/>
                  <a:pt x="3320218" y="2481051"/>
                  <a:pt x="3315593" y="2478189"/>
                </a:cubicBezTo>
                <a:cubicBezTo>
                  <a:pt x="3301546" y="2441444"/>
                  <a:pt x="3317214" y="2415483"/>
                  <a:pt x="3305939" y="2399199"/>
                </a:cubicBezTo>
                <a:cubicBezTo>
                  <a:pt x="3311306" y="2447945"/>
                  <a:pt x="3298683" y="2473032"/>
                  <a:pt x="3296249" y="2522034"/>
                </a:cubicBezTo>
                <a:cubicBezTo>
                  <a:pt x="3293301" y="2534472"/>
                  <a:pt x="3285440" y="2542140"/>
                  <a:pt x="3286541" y="2548992"/>
                </a:cubicBezTo>
                <a:cubicBezTo>
                  <a:pt x="3263247" y="2459138"/>
                  <a:pt x="3295523" y="2401797"/>
                  <a:pt x="3267047" y="2350238"/>
                </a:cubicBezTo>
                <a:cubicBezTo>
                  <a:pt x="3264105" y="2409319"/>
                  <a:pt x="3243095" y="2461145"/>
                  <a:pt x="3257260" y="2503545"/>
                </a:cubicBezTo>
                <a:cubicBezTo>
                  <a:pt x="3259281" y="2516460"/>
                  <a:pt x="3249227" y="2526517"/>
                  <a:pt x="3247455" y="2549619"/>
                </a:cubicBezTo>
                <a:cubicBezTo>
                  <a:pt x="3236964" y="2536425"/>
                  <a:pt x="3247984" y="2511185"/>
                  <a:pt x="3237615" y="2478062"/>
                </a:cubicBezTo>
                <a:cubicBezTo>
                  <a:pt x="3249664" y="2555388"/>
                  <a:pt x="3218474" y="2618159"/>
                  <a:pt x="3227756" y="2674993"/>
                </a:cubicBezTo>
                <a:cubicBezTo>
                  <a:pt x="3226105" y="2681917"/>
                  <a:pt x="3221903" y="2684855"/>
                  <a:pt x="3217863" y="2691996"/>
                </a:cubicBezTo>
                <a:cubicBezTo>
                  <a:pt x="3214273" y="2655703"/>
                  <a:pt x="3216427" y="2592643"/>
                  <a:pt x="3207952" y="2553965"/>
                </a:cubicBezTo>
                <a:cubicBezTo>
                  <a:pt x="3209231" y="2586547"/>
                  <a:pt x="3193988" y="2619316"/>
                  <a:pt x="3198014" y="2660655"/>
                </a:cubicBezTo>
                <a:cubicBezTo>
                  <a:pt x="3182851" y="2605721"/>
                  <a:pt x="3194052" y="2549999"/>
                  <a:pt x="3188049" y="2521873"/>
                </a:cubicBezTo>
                <a:cubicBezTo>
                  <a:pt x="3182572" y="2517172"/>
                  <a:pt x="3181667" y="2509121"/>
                  <a:pt x="3178058" y="2506050"/>
                </a:cubicBezTo>
                <a:cubicBezTo>
                  <a:pt x="3149203" y="2448761"/>
                  <a:pt x="3199483" y="2335822"/>
                  <a:pt x="3168031" y="2263575"/>
                </a:cubicBezTo>
                <a:cubicBezTo>
                  <a:pt x="3164473" y="2260390"/>
                  <a:pt x="3163629" y="2255754"/>
                  <a:pt x="3157988" y="2251090"/>
                </a:cubicBezTo>
                <a:cubicBezTo>
                  <a:pt x="3155044" y="2250606"/>
                  <a:pt x="3152544" y="2246246"/>
                  <a:pt x="3147907" y="2244158"/>
                </a:cubicBezTo>
                <a:cubicBezTo>
                  <a:pt x="3144381" y="2253691"/>
                  <a:pt x="3138383" y="2256507"/>
                  <a:pt x="3137811" y="2261519"/>
                </a:cubicBezTo>
                <a:cubicBezTo>
                  <a:pt x="3140913" y="2273923"/>
                  <a:pt x="3129313" y="2303792"/>
                  <a:pt x="3127677" y="2314710"/>
                </a:cubicBezTo>
                <a:cubicBezTo>
                  <a:pt x="3115057" y="2273465"/>
                  <a:pt x="3132758" y="2240796"/>
                  <a:pt x="3117518" y="2197118"/>
                </a:cubicBezTo>
                <a:cubicBezTo>
                  <a:pt x="3114976" y="2212417"/>
                  <a:pt x="3107967" y="2220780"/>
                  <a:pt x="3107331" y="2230320"/>
                </a:cubicBezTo>
                <a:cubicBezTo>
                  <a:pt x="3103819" y="2261687"/>
                  <a:pt x="3094165" y="2276767"/>
                  <a:pt x="3097119" y="2299774"/>
                </a:cubicBezTo>
                <a:cubicBezTo>
                  <a:pt x="3099584" y="2362484"/>
                  <a:pt x="3086224" y="2443097"/>
                  <a:pt x="3086879" y="2489717"/>
                </a:cubicBezTo>
                <a:cubicBezTo>
                  <a:pt x="3081967" y="2434938"/>
                  <a:pt x="3091015" y="2377469"/>
                  <a:pt x="3076605" y="2318790"/>
                </a:cubicBezTo>
                <a:cubicBezTo>
                  <a:pt x="3081162" y="2423799"/>
                  <a:pt x="3041236" y="2471793"/>
                  <a:pt x="3066303" y="2604743"/>
                </a:cubicBezTo>
                <a:cubicBezTo>
                  <a:pt x="3061579" y="2606696"/>
                  <a:pt x="3059952" y="2606802"/>
                  <a:pt x="3055967" y="2608294"/>
                </a:cubicBezTo>
                <a:cubicBezTo>
                  <a:pt x="3051411" y="2606992"/>
                  <a:pt x="3048112" y="2603012"/>
                  <a:pt x="3045613" y="2601702"/>
                </a:cubicBezTo>
                <a:cubicBezTo>
                  <a:pt x="3036618" y="2587240"/>
                  <a:pt x="3045689" y="2547870"/>
                  <a:pt x="3035222" y="2528850"/>
                </a:cubicBezTo>
                <a:cubicBezTo>
                  <a:pt x="3030655" y="2529389"/>
                  <a:pt x="3028060" y="2527225"/>
                  <a:pt x="3024806" y="2527516"/>
                </a:cubicBezTo>
                <a:cubicBezTo>
                  <a:pt x="3028033" y="2545559"/>
                  <a:pt x="3015312" y="2570776"/>
                  <a:pt x="3014353" y="2588973"/>
                </a:cubicBezTo>
                <a:cubicBezTo>
                  <a:pt x="2996319" y="2507485"/>
                  <a:pt x="3015097" y="2459664"/>
                  <a:pt x="3003875" y="2403806"/>
                </a:cubicBezTo>
                <a:cubicBezTo>
                  <a:pt x="3016209" y="2460989"/>
                  <a:pt x="2994498" y="2511512"/>
                  <a:pt x="2993361" y="2571022"/>
                </a:cubicBezTo>
                <a:cubicBezTo>
                  <a:pt x="2986519" y="2537012"/>
                  <a:pt x="2988359" y="2516776"/>
                  <a:pt x="2982820" y="2500996"/>
                </a:cubicBezTo>
                <a:cubicBezTo>
                  <a:pt x="2979350" y="2509421"/>
                  <a:pt x="2973465" y="2516939"/>
                  <a:pt x="2972243" y="2522481"/>
                </a:cubicBezTo>
                <a:cubicBezTo>
                  <a:pt x="2968114" y="2511969"/>
                  <a:pt x="2970394" y="2499408"/>
                  <a:pt x="2961641" y="2482544"/>
                </a:cubicBezTo>
                <a:cubicBezTo>
                  <a:pt x="2956114" y="2431755"/>
                  <a:pt x="2971694" y="2379215"/>
                  <a:pt x="2951004" y="2325453"/>
                </a:cubicBezTo>
                <a:cubicBezTo>
                  <a:pt x="2955459" y="2395769"/>
                  <a:pt x="2930544" y="2441676"/>
                  <a:pt x="2940338" y="2474118"/>
                </a:cubicBezTo>
                <a:cubicBezTo>
                  <a:pt x="2909047" y="2410418"/>
                  <a:pt x="2960744" y="2297705"/>
                  <a:pt x="2929638" y="2233255"/>
                </a:cubicBezTo>
                <a:cubicBezTo>
                  <a:pt x="2932841" y="2305968"/>
                  <a:pt x="2908368" y="2344008"/>
                  <a:pt x="2918902" y="2381490"/>
                </a:cubicBezTo>
                <a:cubicBezTo>
                  <a:pt x="2931766" y="2419583"/>
                  <a:pt x="2905242" y="2474715"/>
                  <a:pt x="2908140" y="2546872"/>
                </a:cubicBezTo>
                <a:cubicBezTo>
                  <a:pt x="2899234" y="2512545"/>
                  <a:pt x="2907004" y="2423252"/>
                  <a:pt x="2897342" y="2379549"/>
                </a:cubicBezTo>
                <a:cubicBezTo>
                  <a:pt x="2887611" y="2363481"/>
                  <a:pt x="2897082" y="2350849"/>
                  <a:pt x="2886509" y="2329245"/>
                </a:cubicBezTo>
                <a:cubicBezTo>
                  <a:pt x="2889618" y="2359635"/>
                  <a:pt x="2874324" y="2374126"/>
                  <a:pt x="2875640" y="2406454"/>
                </a:cubicBezTo>
                <a:cubicBezTo>
                  <a:pt x="2844430" y="2212016"/>
                  <a:pt x="2922093" y="2119956"/>
                  <a:pt x="2864744" y="1909180"/>
                </a:cubicBezTo>
                <a:cubicBezTo>
                  <a:pt x="2891175" y="1988257"/>
                  <a:pt x="2841097" y="2082947"/>
                  <a:pt x="2853814" y="2160016"/>
                </a:cubicBezTo>
                <a:cubicBezTo>
                  <a:pt x="2858134" y="2206078"/>
                  <a:pt x="2831432" y="2278767"/>
                  <a:pt x="2842848" y="2326097"/>
                </a:cubicBezTo>
                <a:cubicBezTo>
                  <a:pt x="2820622" y="2209740"/>
                  <a:pt x="2856826" y="2042485"/>
                  <a:pt x="2831846" y="1947560"/>
                </a:cubicBezTo>
                <a:cubicBezTo>
                  <a:pt x="2843502" y="2017384"/>
                  <a:pt x="2803162" y="2065157"/>
                  <a:pt x="2820800" y="2137790"/>
                </a:cubicBezTo>
                <a:cubicBezTo>
                  <a:pt x="2761368" y="2008551"/>
                  <a:pt x="2839443" y="1730894"/>
                  <a:pt x="2809727" y="1616455"/>
                </a:cubicBezTo>
                <a:cubicBezTo>
                  <a:pt x="2807984" y="1781105"/>
                  <a:pt x="2772055" y="1806886"/>
                  <a:pt x="2803956" y="1955208"/>
                </a:cubicBezTo>
                <a:cubicBezTo>
                  <a:pt x="2835857" y="2103530"/>
                  <a:pt x="2799250" y="2194833"/>
                  <a:pt x="2798628" y="2267904"/>
                </a:cubicBezTo>
                <a:cubicBezTo>
                  <a:pt x="2796226" y="2270844"/>
                  <a:pt x="2791323" y="2272202"/>
                  <a:pt x="2787475" y="2274524"/>
                </a:cubicBezTo>
                <a:cubicBezTo>
                  <a:pt x="2776496" y="2214983"/>
                  <a:pt x="2797140" y="2193096"/>
                  <a:pt x="2776297" y="2117503"/>
                </a:cubicBezTo>
                <a:cubicBezTo>
                  <a:pt x="2775775" y="2179885"/>
                  <a:pt x="2757113" y="2291474"/>
                  <a:pt x="2765082" y="2362054"/>
                </a:cubicBezTo>
                <a:cubicBezTo>
                  <a:pt x="2760942" y="2371583"/>
                  <a:pt x="2754685" y="2378367"/>
                  <a:pt x="2753832" y="2384084"/>
                </a:cubicBezTo>
                <a:cubicBezTo>
                  <a:pt x="2751083" y="2400111"/>
                  <a:pt x="2741166" y="2409757"/>
                  <a:pt x="2742538" y="2419423"/>
                </a:cubicBezTo>
                <a:cubicBezTo>
                  <a:pt x="2704471" y="2319886"/>
                  <a:pt x="2740828" y="2170972"/>
                  <a:pt x="2731209" y="2029964"/>
                </a:cubicBezTo>
                <a:cubicBezTo>
                  <a:pt x="2736938" y="2079263"/>
                  <a:pt x="2707710" y="2122322"/>
                  <a:pt x="2719844" y="2194694"/>
                </a:cubicBezTo>
                <a:cubicBezTo>
                  <a:pt x="2718067" y="2200435"/>
                  <a:pt x="2711652" y="2202811"/>
                  <a:pt x="2708443" y="2209407"/>
                </a:cubicBezTo>
                <a:cubicBezTo>
                  <a:pt x="2709732" y="2242848"/>
                  <a:pt x="2692597" y="2290935"/>
                  <a:pt x="2696998" y="2323611"/>
                </a:cubicBezTo>
                <a:cubicBezTo>
                  <a:pt x="2687288" y="2269700"/>
                  <a:pt x="2698354" y="2215838"/>
                  <a:pt x="2685518" y="2169829"/>
                </a:cubicBezTo>
                <a:cubicBezTo>
                  <a:pt x="2683584" y="2183442"/>
                  <a:pt x="2673856" y="2191028"/>
                  <a:pt x="2673992" y="2203102"/>
                </a:cubicBezTo>
                <a:cubicBezTo>
                  <a:pt x="2666449" y="2171629"/>
                  <a:pt x="2667455" y="2134418"/>
                  <a:pt x="2662432" y="2090706"/>
                </a:cubicBezTo>
                <a:cubicBezTo>
                  <a:pt x="2656474" y="2088239"/>
                  <a:pt x="2655805" y="2085453"/>
                  <a:pt x="2650827" y="2082281"/>
                </a:cubicBezTo>
                <a:cubicBezTo>
                  <a:pt x="2647064" y="2084831"/>
                  <a:pt x="2643999" y="2084175"/>
                  <a:pt x="2639188" y="2086396"/>
                </a:cubicBezTo>
                <a:cubicBezTo>
                  <a:pt x="2631200" y="2076833"/>
                  <a:pt x="2634321" y="2069268"/>
                  <a:pt x="2627503" y="2061843"/>
                </a:cubicBezTo>
                <a:cubicBezTo>
                  <a:pt x="2622939" y="2044525"/>
                  <a:pt x="2620650" y="2013384"/>
                  <a:pt x="2615783" y="1992425"/>
                </a:cubicBezTo>
                <a:cubicBezTo>
                  <a:pt x="2615899" y="2008639"/>
                  <a:pt x="2602166" y="2044328"/>
                  <a:pt x="2604019" y="2066101"/>
                </a:cubicBezTo>
                <a:cubicBezTo>
                  <a:pt x="2607564" y="2098477"/>
                  <a:pt x="2595745" y="2120841"/>
                  <a:pt x="2592210" y="2146412"/>
                </a:cubicBezTo>
                <a:cubicBezTo>
                  <a:pt x="2589041" y="2153596"/>
                  <a:pt x="2584941" y="2153783"/>
                  <a:pt x="2580366" y="2162378"/>
                </a:cubicBezTo>
                <a:cubicBezTo>
                  <a:pt x="2561532" y="2088299"/>
                  <a:pt x="2589335" y="2065290"/>
                  <a:pt x="2568469" y="2006101"/>
                </a:cubicBezTo>
                <a:cubicBezTo>
                  <a:pt x="2555755" y="1895296"/>
                  <a:pt x="2603990" y="1789507"/>
                  <a:pt x="2562264" y="1634371"/>
                </a:cubicBezTo>
                <a:cubicBezTo>
                  <a:pt x="2520539" y="1479235"/>
                  <a:pt x="2560491" y="1371498"/>
                  <a:pt x="2556537" y="1291236"/>
                </a:cubicBezTo>
                <a:cubicBezTo>
                  <a:pt x="2585628" y="1411855"/>
                  <a:pt x="2535217" y="1492702"/>
                  <a:pt x="2544560" y="1626276"/>
                </a:cubicBezTo>
                <a:cubicBezTo>
                  <a:pt x="2579797" y="1740184"/>
                  <a:pt x="2481348" y="2005227"/>
                  <a:pt x="2532539" y="2130544"/>
                </a:cubicBezTo>
                <a:cubicBezTo>
                  <a:pt x="2510174" y="2051308"/>
                  <a:pt x="2538406" y="2008700"/>
                  <a:pt x="2520473" y="1956209"/>
                </a:cubicBezTo>
                <a:cubicBezTo>
                  <a:pt x="2509914" y="1905881"/>
                  <a:pt x="2518985" y="1853780"/>
                  <a:pt x="2508364" y="1815933"/>
                </a:cubicBezTo>
                <a:cubicBezTo>
                  <a:pt x="2516165" y="1899184"/>
                  <a:pt x="2479422" y="1960192"/>
                  <a:pt x="2496210" y="2064186"/>
                </a:cubicBezTo>
                <a:cubicBezTo>
                  <a:pt x="2473693" y="1982861"/>
                  <a:pt x="2492385" y="1941538"/>
                  <a:pt x="2484002" y="1833536"/>
                </a:cubicBezTo>
                <a:cubicBezTo>
                  <a:pt x="2483555" y="1857053"/>
                  <a:pt x="2467886" y="1888869"/>
                  <a:pt x="2471751" y="1916728"/>
                </a:cubicBezTo>
                <a:cubicBezTo>
                  <a:pt x="2473823" y="1968725"/>
                  <a:pt x="2456619" y="2096055"/>
                  <a:pt x="2459463" y="2149596"/>
                </a:cubicBezTo>
                <a:cubicBezTo>
                  <a:pt x="2456598" y="2165040"/>
                  <a:pt x="2449410" y="2170601"/>
                  <a:pt x="2447114" y="2182896"/>
                </a:cubicBezTo>
                <a:cubicBezTo>
                  <a:pt x="2441434" y="2175413"/>
                  <a:pt x="2438883" y="2163927"/>
                  <a:pt x="2434730" y="2156975"/>
                </a:cubicBezTo>
                <a:cubicBezTo>
                  <a:pt x="2432364" y="2163611"/>
                  <a:pt x="2424658" y="2172489"/>
                  <a:pt x="2422291" y="2187172"/>
                </a:cubicBezTo>
                <a:cubicBezTo>
                  <a:pt x="2427320" y="2249932"/>
                  <a:pt x="2409098" y="2316301"/>
                  <a:pt x="2409800" y="2373306"/>
                </a:cubicBezTo>
                <a:cubicBezTo>
                  <a:pt x="2411385" y="2426707"/>
                  <a:pt x="2383935" y="2448763"/>
                  <a:pt x="2384686" y="2522759"/>
                </a:cubicBezTo>
                <a:cubicBezTo>
                  <a:pt x="2365663" y="2433535"/>
                  <a:pt x="2397367" y="2380039"/>
                  <a:pt x="2372044" y="2332743"/>
                </a:cubicBezTo>
                <a:cubicBezTo>
                  <a:pt x="2367842" y="2393153"/>
                  <a:pt x="2355320" y="2438534"/>
                  <a:pt x="2359357" y="2490943"/>
                </a:cubicBezTo>
                <a:cubicBezTo>
                  <a:pt x="2355248" y="2506591"/>
                  <a:pt x="2347980" y="2522285"/>
                  <a:pt x="2346627" y="2535638"/>
                </a:cubicBezTo>
                <a:cubicBezTo>
                  <a:pt x="2339628" y="2515213"/>
                  <a:pt x="2341829" y="2510808"/>
                  <a:pt x="2333835" y="2490656"/>
                </a:cubicBezTo>
                <a:cubicBezTo>
                  <a:pt x="2341250" y="2543523"/>
                  <a:pt x="2321177" y="2596718"/>
                  <a:pt x="2320998" y="2637533"/>
                </a:cubicBezTo>
                <a:cubicBezTo>
                  <a:pt x="2309746" y="2606629"/>
                  <a:pt x="2319051" y="2561046"/>
                  <a:pt x="2308099" y="2537695"/>
                </a:cubicBezTo>
                <a:cubicBezTo>
                  <a:pt x="2304472" y="2558431"/>
                  <a:pt x="2299977" y="2566580"/>
                  <a:pt x="2295155" y="2594385"/>
                </a:cubicBezTo>
                <a:cubicBezTo>
                  <a:pt x="2282876" y="2559407"/>
                  <a:pt x="2287167" y="2544415"/>
                  <a:pt x="2282150" y="2513707"/>
                </a:cubicBezTo>
                <a:cubicBezTo>
                  <a:pt x="2277120" y="2497367"/>
                  <a:pt x="2277434" y="2488274"/>
                  <a:pt x="2269101" y="2467607"/>
                </a:cubicBezTo>
                <a:cubicBezTo>
                  <a:pt x="2267380" y="2490383"/>
                  <a:pt x="2255953" y="2507517"/>
                  <a:pt x="2255989" y="2523823"/>
                </a:cubicBezTo>
                <a:cubicBezTo>
                  <a:pt x="2246259" y="2504792"/>
                  <a:pt x="2250375" y="2499773"/>
                  <a:pt x="2242825" y="2482678"/>
                </a:cubicBezTo>
                <a:cubicBezTo>
                  <a:pt x="2232066" y="2402703"/>
                  <a:pt x="2248703" y="2357647"/>
                  <a:pt x="2229598" y="2298056"/>
                </a:cubicBezTo>
                <a:cubicBezTo>
                  <a:pt x="2229717" y="2338618"/>
                  <a:pt x="2211289" y="2362458"/>
                  <a:pt x="2216317" y="2384924"/>
                </a:cubicBezTo>
                <a:cubicBezTo>
                  <a:pt x="2212832" y="2442546"/>
                  <a:pt x="2196360" y="2465235"/>
                  <a:pt x="2202984" y="2517042"/>
                </a:cubicBezTo>
                <a:cubicBezTo>
                  <a:pt x="2207136" y="2574626"/>
                  <a:pt x="2193746" y="2585445"/>
                  <a:pt x="2189589" y="2637801"/>
                </a:cubicBezTo>
                <a:cubicBezTo>
                  <a:pt x="2166519" y="2554310"/>
                  <a:pt x="2196983" y="2509978"/>
                  <a:pt x="2176131" y="2449870"/>
                </a:cubicBezTo>
                <a:cubicBezTo>
                  <a:pt x="2173868" y="2456365"/>
                  <a:pt x="2167491" y="2461262"/>
                  <a:pt x="2162621" y="2469700"/>
                </a:cubicBezTo>
                <a:cubicBezTo>
                  <a:pt x="2144395" y="2330397"/>
                  <a:pt x="2182937" y="2256011"/>
                  <a:pt x="2135414" y="2143881"/>
                </a:cubicBezTo>
                <a:cubicBezTo>
                  <a:pt x="2135484" y="2154626"/>
                  <a:pt x="2124900" y="2171011"/>
                  <a:pt x="2121717" y="2180831"/>
                </a:cubicBezTo>
                <a:cubicBezTo>
                  <a:pt x="2114787" y="2162215"/>
                  <a:pt x="2117172" y="2142775"/>
                  <a:pt x="2107958" y="2125759"/>
                </a:cubicBezTo>
                <a:cubicBezTo>
                  <a:pt x="2108851" y="2147356"/>
                  <a:pt x="2096185" y="2156935"/>
                  <a:pt x="2094129" y="2183970"/>
                </a:cubicBezTo>
                <a:cubicBezTo>
                  <a:pt x="2082750" y="2111822"/>
                  <a:pt x="2096761" y="2069187"/>
                  <a:pt x="2080246" y="2025806"/>
                </a:cubicBezTo>
                <a:cubicBezTo>
                  <a:pt x="2031749" y="1929261"/>
                  <a:pt x="2102384" y="1786420"/>
                  <a:pt x="2066300" y="1639433"/>
                </a:cubicBezTo>
                <a:cubicBezTo>
                  <a:pt x="2036084" y="1566979"/>
                  <a:pt x="2062062" y="1463148"/>
                  <a:pt x="2052285" y="1409884"/>
                </a:cubicBezTo>
                <a:cubicBezTo>
                  <a:pt x="2032151" y="1335083"/>
                  <a:pt x="2058402" y="1165895"/>
                  <a:pt x="2038198" y="1088000"/>
                </a:cubicBezTo>
                <a:cubicBezTo>
                  <a:pt x="2031431" y="1087805"/>
                  <a:pt x="2029505" y="1084490"/>
                  <a:pt x="2024058" y="1084566"/>
                </a:cubicBezTo>
                <a:cubicBezTo>
                  <a:pt x="2024427" y="1093859"/>
                  <a:pt x="2012926" y="1108549"/>
                  <a:pt x="2009838" y="1116756"/>
                </a:cubicBezTo>
                <a:cubicBezTo>
                  <a:pt x="2053513" y="1275402"/>
                  <a:pt x="1929895" y="1546079"/>
                  <a:pt x="1995557" y="1710372"/>
                </a:cubicBezTo>
                <a:cubicBezTo>
                  <a:pt x="1987541" y="1702746"/>
                  <a:pt x="1986312" y="1691076"/>
                  <a:pt x="1981203" y="1682035"/>
                </a:cubicBezTo>
                <a:cubicBezTo>
                  <a:pt x="1971009" y="1439292"/>
                  <a:pt x="1985111" y="1303047"/>
                  <a:pt x="1966781" y="1173133"/>
                </a:cubicBezTo>
                <a:cubicBezTo>
                  <a:pt x="1941609" y="1100037"/>
                  <a:pt x="1957308" y="1053600"/>
                  <a:pt x="1952295" y="997786"/>
                </a:cubicBezTo>
                <a:cubicBezTo>
                  <a:pt x="1947461" y="1003127"/>
                  <a:pt x="1943347" y="1003677"/>
                  <a:pt x="1937729" y="1010559"/>
                </a:cubicBezTo>
                <a:cubicBezTo>
                  <a:pt x="1938599" y="1124999"/>
                  <a:pt x="1915824" y="1204415"/>
                  <a:pt x="1930265" y="1340969"/>
                </a:cubicBezTo>
                <a:cubicBezTo>
                  <a:pt x="1944706" y="1477523"/>
                  <a:pt x="1904986" y="1544920"/>
                  <a:pt x="1923093" y="1658422"/>
                </a:cubicBezTo>
                <a:cubicBezTo>
                  <a:pt x="1961540" y="1792080"/>
                  <a:pt x="1873165" y="2061675"/>
                  <a:pt x="1908385" y="2199211"/>
                </a:cubicBezTo>
                <a:cubicBezTo>
                  <a:pt x="1899804" y="2181685"/>
                  <a:pt x="1901103" y="2140806"/>
                  <a:pt x="1893598" y="2119776"/>
                </a:cubicBezTo>
                <a:cubicBezTo>
                  <a:pt x="1879484" y="2077807"/>
                  <a:pt x="1897650" y="2020969"/>
                  <a:pt x="1878740" y="1962255"/>
                </a:cubicBezTo>
                <a:cubicBezTo>
                  <a:pt x="1870339" y="1931436"/>
                  <a:pt x="1876229" y="1901685"/>
                  <a:pt x="1863802" y="1861237"/>
                </a:cubicBezTo>
                <a:cubicBezTo>
                  <a:pt x="1856999" y="1872612"/>
                  <a:pt x="1853591" y="1877157"/>
                  <a:pt x="1848793" y="1885906"/>
                </a:cubicBezTo>
                <a:cubicBezTo>
                  <a:pt x="1864973" y="1972386"/>
                  <a:pt x="1832747" y="2019841"/>
                  <a:pt x="1833705" y="2095724"/>
                </a:cubicBezTo>
                <a:cubicBezTo>
                  <a:pt x="1836596" y="2128079"/>
                  <a:pt x="1822176" y="2155222"/>
                  <a:pt x="1818536" y="2186698"/>
                </a:cubicBezTo>
                <a:cubicBezTo>
                  <a:pt x="1823993" y="2227375"/>
                  <a:pt x="1794458" y="2271737"/>
                  <a:pt x="1803298" y="2323217"/>
                </a:cubicBezTo>
                <a:cubicBezTo>
                  <a:pt x="1812506" y="2351107"/>
                  <a:pt x="1786610" y="2387088"/>
                  <a:pt x="1787970" y="2435810"/>
                </a:cubicBezTo>
                <a:cubicBezTo>
                  <a:pt x="1785250" y="2451262"/>
                  <a:pt x="1775644" y="2458716"/>
                  <a:pt x="1772562" y="2471059"/>
                </a:cubicBezTo>
                <a:cubicBezTo>
                  <a:pt x="1765037" y="2460184"/>
                  <a:pt x="1765367" y="2454782"/>
                  <a:pt x="1757074" y="2447965"/>
                </a:cubicBezTo>
                <a:cubicBezTo>
                  <a:pt x="1749712" y="2448531"/>
                  <a:pt x="1746343" y="2445630"/>
                  <a:pt x="1741498" y="2445585"/>
                </a:cubicBezTo>
                <a:cubicBezTo>
                  <a:pt x="1738234" y="2481070"/>
                  <a:pt x="1713544" y="2567272"/>
                  <a:pt x="1725842" y="2601809"/>
                </a:cubicBezTo>
                <a:cubicBezTo>
                  <a:pt x="1712759" y="2580121"/>
                  <a:pt x="1716183" y="2563712"/>
                  <a:pt x="1710106" y="2546434"/>
                </a:cubicBezTo>
                <a:cubicBezTo>
                  <a:pt x="1698286" y="2526993"/>
                  <a:pt x="1702988" y="2504579"/>
                  <a:pt x="1694273" y="2474002"/>
                </a:cubicBezTo>
                <a:cubicBezTo>
                  <a:pt x="1685304" y="2463417"/>
                  <a:pt x="1686845" y="2460658"/>
                  <a:pt x="1678359" y="2450872"/>
                </a:cubicBezTo>
                <a:cubicBezTo>
                  <a:pt x="1652734" y="2376531"/>
                  <a:pt x="1686190" y="2359055"/>
                  <a:pt x="1662367" y="2273621"/>
                </a:cubicBezTo>
                <a:cubicBezTo>
                  <a:pt x="1654099" y="2268281"/>
                  <a:pt x="1654504" y="2263499"/>
                  <a:pt x="1646277" y="2255928"/>
                </a:cubicBezTo>
                <a:cubicBezTo>
                  <a:pt x="1630876" y="2223296"/>
                  <a:pt x="1645474" y="2190200"/>
                  <a:pt x="1630098" y="2157342"/>
                </a:cubicBezTo>
                <a:cubicBezTo>
                  <a:pt x="1613097" y="2119019"/>
                  <a:pt x="1628868" y="2097153"/>
                  <a:pt x="1613822" y="2071351"/>
                </a:cubicBezTo>
                <a:cubicBezTo>
                  <a:pt x="1624412" y="2115316"/>
                  <a:pt x="1587784" y="2180356"/>
                  <a:pt x="1597465" y="2213763"/>
                </a:cubicBezTo>
                <a:cubicBezTo>
                  <a:pt x="1593167" y="2223494"/>
                  <a:pt x="1585965" y="2224181"/>
                  <a:pt x="1581011" y="2233827"/>
                </a:cubicBezTo>
                <a:cubicBezTo>
                  <a:pt x="1568746" y="2180424"/>
                  <a:pt x="1583688" y="2128952"/>
                  <a:pt x="1564468" y="2101699"/>
                </a:cubicBezTo>
                <a:cubicBezTo>
                  <a:pt x="1569101" y="2162427"/>
                  <a:pt x="1547507" y="2209765"/>
                  <a:pt x="1547829" y="2256992"/>
                </a:cubicBezTo>
                <a:cubicBezTo>
                  <a:pt x="1538280" y="2242763"/>
                  <a:pt x="1540971" y="2234356"/>
                  <a:pt x="1531092" y="2213692"/>
                </a:cubicBezTo>
                <a:cubicBezTo>
                  <a:pt x="1531427" y="2230975"/>
                  <a:pt x="1513020" y="2251015"/>
                  <a:pt x="1514265" y="2270954"/>
                </a:cubicBezTo>
                <a:cubicBezTo>
                  <a:pt x="1513614" y="2333162"/>
                  <a:pt x="1492509" y="2351512"/>
                  <a:pt x="1497333" y="2419656"/>
                </a:cubicBezTo>
                <a:cubicBezTo>
                  <a:pt x="1498511" y="2446212"/>
                  <a:pt x="1483077" y="2506277"/>
                  <a:pt x="1480312" y="2536621"/>
                </a:cubicBezTo>
                <a:cubicBezTo>
                  <a:pt x="1472392" y="2521221"/>
                  <a:pt x="1472996" y="2493935"/>
                  <a:pt x="1463193" y="2484647"/>
                </a:cubicBezTo>
                <a:cubicBezTo>
                  <a:pt x="1465236" y="2509569"/>
                  <a:pt x="1443334" y="2555369"/>
                  <a:pt x="1445976" y="2578088"/>
                </a:cubicBezTo>
                <a:cubicBezTo>
                  <a:pt x="1440716" y="2575789"/>
                  <a:pt x="1437557" y="2566887"/>
                  <a:pt x="1428655" y="2558876"/>
                </a:cubicBezTo>
                <a:cubicBezTo>
                  <a:pt x="1429451" y="2578923"/>
                  <a:pt x="1418542" y="2601260"/>
                  <a:pt x="1411234" y="2641057"/>
                </a:cubicBezTo>
                <a:cubicBezTo>
                  <a:pt x="1404982" y="2654872"/>
                  <a:pt x="1401221" y="2656264"/>
                  <a:pt x="1393717" y="2670904"/>
                </a:cubicBezTo>
                <a:cubicBezTo>
                  <a:pt x="1388120" y="2664049"/>
                  <a:pt x="1382647" y="2650365"/>
                  <a:pt x="1376101" y="2645681"/>
                </a:cubicBezTo>
                <a:cubicBezTo>
                  <a:pt x="1345354" y="2532290"/>
                  <a:pt x="1388576" y="2504089"/>
                  <a:pt x="1358379" y="2405166"/>
                </a:cubicBezTo>
                <a:cubicBezTo>
                  <a:pt x="1309292" y="2241685"/>
                  <a:pt x="1379248" y="2127273"/>
                  <a:pt x="1340561" y="1998007"/>
                </a:cubicBezTo>
                <a:cubicBezTo>
                  <a:pt x="1342280" y="2028204"/>
                  <a:pt x="1320611" y="2049243"/>
                  <a:pt x="1322644" y="2072943"/>
                </a:cubicBezTo>
                <a:cubicBezTo>
                  <a:pt x="1328097" y="2229359"/>
                  <a:pt x="1308453" y="2341180"/>
                  <a:pt x="1304622" y="2420451"/>
                </a:cubicBezTo>
                <a:cubicBezTo>
                  <a:pt x="1262713" y="2279415"/>
                  <a:pt x="1343002" y="2230880"/>
                  <a:pt x="1296105" y="2052401"/>
                </a:cubicBezTo>
                <a:cubicBezTo>
                  <a:pt x="1249208" y="1873922"/>
                  <a:pt x="1330914" y="1825958"/>
                  <a:pt x="1286501" y="1637366"/>
                </a:cubicBezTo>
                <a:cubicBezTo>
                  <a:pt x="1306288" y="1792989"/>
                  <a:pt x="1247855" y="2022213"/>
                  <a:pt x="1268273" y="2148067"/>
                </a:cubicBezTo>
                <a:cubicBezTo>
                  <a:pt x="1281047" y="2220451"/>
                  <a:pt x="1252726" y="2259167"/>
                  <a:pt x="1249950" y="2335828"/>
                </a:cubicBezTo>
                <a:cubicBezTo>
                  <a:pt x="1202281" y="2100140"/>
                  <a:pt x="1260069" y="2012966"/>
                  <a:pt x="1231527" y="1809637"/>
                </a:cubicBezTo>
                <a:cubicBezTo>
                  <a:pt x="1254243" y="1931696"/>
                  <a:pt x="1221887" y="1997977"/>
                  <a:pt x="1222638" y="2102086"/>
                </a:cubicBezTo>
                <a:cubicBezTo>
                  <a:pt x="1223389" y="2206195"/>
                  <a:pt x="1182924" y="2319869"/>
                  <a:pt x="1213008" y="2418905"/>
                </a:cubicBezTo>
                <a:cubicBezTo>
                  <a:pt x="1208551" y="2423364"/>
                  <a:pt x="1198942" y="2424743"/>
                  <a:pt x="1194383" y="2426642"/>
                </a:cubicBezTo>
                <a:cubicBezTo>
                  <a:pt x="1183147" y="2399378"/>
                  <a:pt x="1187247" y="2361031"/>
                  <a:pt x="1175668" y="2326294"/>
                </a:cubicBezTo>
                <a:cubicBezTo>
                  <a:pt x="1165112" y="2316741"/>
                  <a:pt x="1165687" y="2310142"/>
                  <a:pt x="1156855" y="2302287"/>
                </a:cubicBezTo>
                <a:cubicBezTo>
                  <a:pt x="1151118" y="2302697"/>
                  <a:pt x="1142992" y="2302795"/>
                  <a:pt x="1137946" y="2303128"/>
                </a:cubicBezTo>
                <a:cubicBezTo>
                  <a:pt x="1132480" y="2306435"/>
                  <a:pt x="1126657" y="2308599"/>
                  <a:pt x="1118957" y="2313780"/>
                </a:cubicBezTo>
                <a:cubicBezTo>
                  <a:pt x="1125969" y="2353488"/>
                  <a:pt x="1094672" y="2386777"/>
                  <a:pt x="1099862" y="2440344"/>
                </a:cubicBezTo>
                <a:cubicBezTo>
                  <a:pt x="1096588" y="2459464"/>
                  <a:pt x="1086293" y="2478679"/>
                  <a:pt x="1080695" y="2515567"/>
                </a:cubicBezTo>
                <a:cubicBezTo>
                  <a:pt x="1075889" y="2509119"/>
                  <a:pt x="1073255" y="2496701"/>
                  <a:pt x="1061431" y="2483027"/>
                </a:cubicBezTo>
                <a:cubicBezTo>
                  <a:pt x="1056495" y="2502745"/>
                  <a:pt x="1044910" y="2525133"/>
                  <a:pt x="1042096" y="2551917"/>
                </a:cubicBezTo>
                <a:cubicBezTo>
                  <a:pt x="1041081" y="2563322"/>
                  <a:pt x="1025165" y="2579436"/>
                  <a:pt x="1022682" y="2589438"/>
                </a:cubicBezTo>
                <a:cubicBezTo>
                  <a:pt x="1010384" y="2533825"/>
                  <a:pt x="1015853" y="2505119"/>
                  <a:pt x="1003195" y="2460979"/>
                </a:cubicBezTo>
                <a:cubicBezTo>
                  <a:pt x="997163" y="2453021"/>
                  <a:pt x="992865" y="2441191"/>
                  <a:pt x="983639" y="2428108"/>
                </a:cubicBezTo>
                <a:cubicBezTo>
                  <a:pt x="976264" y="2500090"/>
                  <a:pt x="968815" y="2510911"/>
                  <a:pt x="964020" y="2572560"/>
                </a:cubicBezTo>
                <a:cubicBezTo>
                  <a:pt x="959433" y="2569557"/>
                  <a:pt x="954722" y="2564545"/>
                  <a:pt x="944348" y="2559144"/>
                </a:cubicBezTo>
                <a:cubicBezTo>
                  <a:pt x="933237" y="2527592"/>
                  <a:pt x="932347" y="2510722"/>
                  <a:pt x="924624" y="2481399"/>
                </a:cubicBezTo>
                <a:cubicBezTo>
                  <a:pt x="930543" y="2532275"/>
                  <a:pt x="902996" y="2567804"/>
                  <a:pt x="904863" y="2619671"/>
                </a:cubicBezTo>
                <a:cubicBezTo>
                  <a:pt x="879380" y="2551515"/>
                  <a:pt x="907806" y="2475195"/>
                  <a:pt x="885057" y="2396990"/>
                </a:cubicBezTo>
                <a:cubicBezTo>
                  <a:pt x="889230" y="2436149"/>
                  <a:pt x="867602" y="2464188"/>
                  <a:pt x="865226" y="2495961"/>
                </a:cubicBezTo>
                <a:cubicBezTo>
                  <a:pt x="864334" y="2533152"/>
                  <a:pt x="846086" y="2543938"/>
                  <a:pt x="845378" y="2569752"/>
                </a:cubicBezTo>
                <a:cubicBezTo>
                  <a:pt x="839656" y="2576178"/>
                  <a:pt x="833233" y="2579679"/>
                  <a:pt x="825519" y="2589296"/>
                </a:cubicBezTo>
                <a:cubicBezTo>
                  <a:pt x="820343" y="2609005"/>
                  <a:pt x="808717" y="2632855"/>
                  <a:pt x="805662" y="2656406"/>
                </a:cubicBezTo>
                <a:cubicBezTo>
                  <a:pt x="797210" y="2651239"/>
                  <a:pt x="793444" y="2645318"/>
                  <a:pt x="785812" y="2643677"/>
                </a:cubicBezTo>
                <a:cubicBezTo>
                  <a:pt x="776192" y="2631993"/>
                  <a:pt x="772522" y="2622218"/>
                  <a:pt x="765989" y="2616049"/>
                </a:cubicBezTo>
                <a:cubicBezTo>
                  <a:pt x="754463" y="2603027"/>
                  <a:pt x="756902" y="2594054"/>
                  <a:pt x="746203" y="2574743"/>
                </a:cubicBezTo>
                <a:cubicBezTo>
                  <a:pt x="710837" y="2435258"/>
                  <a:pt x="743930" y="2334001"/>
                  <a:pt x="726469" y="2222762"/>
                </a:cubicBezTo>
                <a:cubicBezTo>
                  <a:pt x="736057" y="2272059"/>
                  <a:pt x="704915" y="2394188"/>
                  <a:pt x="706788" y="2450630"/>
                </a:cubicBezTo>
                <a:cubicBezTo>
                  <a:pt x="688103" y="2382406"/>
                  <a:pt x="702761" y="2327729"/>
                  <a:pt x="687187" y="2265990"/>
                </a:cubicBezTo>
                <a:cubicBezTo>
                  <a:pt x="682643" y="2270147"/>
                  <a:pt x="675304" y="2271738"/>
                  <a:pt x="667684" y="2278486"/>
                </a:cubicBezTo>
                <a:cubicBezTo>
                  <a:pt x="660724" y="2269504"/>
                  <a:pt x="653988" y="2258899"/>
                  <a:pt x="648277" y="2250919"/>
                </a:cubicBezTo>
                <a:cubicBezTo>
                  <a:pt x="661113" y="2385130"/>
                  <a:pt x="632156" y="2446007"/>
                  <a:pt x="628995" y="2535665"/>
                </a:cubicBezTo>
                <a:cubicBezTo>
                  <a:pt x="626275" y="2546580"/>
                  <a:pt x="615305" y="2562630"/>
                  <a:pt x="609847" y="2574636"/>
                </a:cubicBezTo>
                <a:cubicBezTo>
                  <a:pt x="608046" y="2609893"/>
                  <a:pt x="593822" y="2628488"/>
                  <a:pt x="590848" y="2642560"/>
                </a:cubicBezTo>
                <a:cubicBezTo>
                  <a:pt x="585758" y="2643385"/>
                  <a:pt x="579670" y="2642441"/>
                  <a:pt x="572028" y="2645279"/>
                </a:cubicBezTo>
                <a:cubicBezTo>
                  <a:pt x="563345" y="2649922"/>
                  <a:pt x="557964" y="2649213"/>
                  <a:pt x="553384" y="2651067"/>
                </a:cubicBezTo>
                <a:cubicBezTo>
                  <a:pt x="544808" y="2651157"/>
                  <a:pt x="539090" y="2647812"/>
                  <a:pt x="534945" y="2647703"/>
                </a:cubicBezTo>
                <a:cubicBezTo>
                  <a:pt x="525490" y="2632078"/>
                  <a:pt x="525060" y="2605438"/>
                  <a:pt x="516718" y="2580853"/>
                </a:cubicBezTo>
                <a:cubicBezTo>
                  <a:pt x="507389" y="2566803"/>
                  <a:pt x="506206" y="2556647"/>
                  <a:pt x="498713" y="2541882"/>
                </a:cubicBezTo>
                <a:cubicBezTo>
                  <a:pt x="495998" y="2551123"/>
                  <a:pt x="484099" y="2568722"/>
                  <a:pt x="480955" y="2581783"/>
                </a:cubicBezTo>
                <a:cubicBezTo>
                  <a:pt x="473798" y="2550473"/>
                  <a:pt x="473657" y="2509442"/>
                  <a:pt x="463455" y="2483573"/>
                </a:cubicBezTo>
                <a:cubicBezTo>
                  <a:pt x="458929" y="2501556"/>
                  <a:pt x="448379" y="2507523"/>
                  <a:pt x="446219" y="2519654"/>
                </a:cubicBezTo>
                <a:cubicBezTo>
                  <a:pt x="440135" y="2517697"/>
                  <a:pt x="435632" y="2508914"/>
                  <a:pt x="429265" y="2505701"/>
                </a:cubicBezTo>
                <a:cubicBezTo>
                  <a:pt x="422124" y="2514516"/>
                  <a:pt x="417908" y="2514060"/>
                  <a:pt x="412604" y="2523716"/>
                </a:cubicBezTo>
                <a:cubicBezTo>
                  <a:pt x="407636" y="2553204"/>
                  <a:pt x="393807" y="2567939"/>
                  <a:pt x="396241" y="2583285"/>
                </a:cubicBezTo>
                <a:cubicBezTo>
                  <a:pt x="392693" y="2588167"/>
                  <a:pt x="383279" y="2591533"/>
                  <a:pt x="380186" y="2593938"/>
                </a:cubicBezTo>
                <a:cubicBezTo>
                  <a:pt x="374633" y="2592887"/>
                  <a:pt x="371393" y="2590816"/>
                  <a:pt x="364444" y="2589841"/>
                </a:cubicBezTo>
                <a:cubicBezTo>
                  <a:pt x="356963" y="2584593"/>
                  <a:pt x="353214" y="2578250"/>
                  <a:pt x="349021" y="2576944"/>
                </a:cubicBezTo>
                <a:cubicBezTo>
                  <a:pt x="342616" y="2576346"/>
                  <a:pt x="341352" y="2575088"/>
                  <a:pt x="333929" y="2573339"/>
                </a:cubicBezTo>
                <a:cubicBezTo>
                  <a:pt x="327855" y="2571369"/>
                  <a:pt x="323338" y="2565077"/>
                  <a:pt x="319164" y="2563098"/>
                </a:cubicBezTo>
                <a:cubicBezTo>
                  <a:pt x="299652" y="2554128"/>
                  <a:pt x="298015" y="2549322"/>
                  <a:pt x="276850" y="2539735"/>
                </a:cubicBezTo>
                <a:cubicBezTo>
                  <a:pt x="271222" y="2526914"/>
                  <a:pt x="269907" y="2512480"/>
                  <a:pt x="263404" y="2507401"/>
                </a:cubicBezTo>
                <a:cubicBezTo>
                  <a:pt x="257571" y="2503253"/>
                  <a:pt x="255608" y="2491630"/>
                  <a:pt x="250293" y="2485442"/>
                </a:cubicBezTo>
                <a:cubicBezTo>
                  <a:pt x="246787" y="2475856"/>
                  <a:pt x="241058" y="2456461"/>
                  <a:pt x="237503" y="2446123"/>
                </a:cubicBezTo>
                <a:cubicBezTo>
                  <a:pt x="233915" y="2454325"/>
                  <a:pt x="228618" y="2462461"/>
                  <a:pt x="225032" y="2473063"/>
                </a:cubicBezTo>
                <a:cubicBezTo>
                  <a:pt x="221473" y="2474347"/>
                  <a:pt x="216849" y="2473396"/>
                  <a:pt x="212888" y="2474065"/>
                </a:cubicBezTo>
                <a:cubicBezTo>
                  <a:pt x="209362" y="2468692"/>
                  <a:pt x="207109" y="2455951"/>
                  <a:pt x="201054" y="2450174"/>
                </a:cubicBezTo>
                <a:cubicBezTo>
                  <a:pt x="198487" y="2452957"/>
                  <a:pt x="192917" y="2454358"/>
                  <a:pt x="189524" y="2456846"/>
                </a:cubicBezTo>
                <a:cubicBezTo>
                  <a:pt x="187540" y="2459905"/>
                  <a:pt x="182720" y="2462856"/>
                  <a:pt x="178297" y="2467293"/>
                </a:cubicBezTo>
                <a:cubicBezTo>
                  <a:pt x="172513" y="2462939"/>
                  <a:pt x="170719" y="2458325"/>
                  <a:pt x="167364" y="2455549"/>
                </a:cubicBezTo>
                <a:cubicBezTo>
                  <a:pt x="162992" y="2452012"/>
                  <a:pt x="159877" y="2448089"/>
                  <a:pt x="156722" y="2446417"/>
                </a:cubicBezTo>
                <a:cubicBezTo>
                  <a:pt x="153123" y="2443724"/>
                  <a:pt x="149664" y="2437980"/>
                  <a:pt x="146361" y="2435541"/>
                </a:cubicBezTo>
                <a:cubicBezTo>
                  <a:pt x="142238" y="2431203"/>
                  <a:pt x="140470" y="2426304"/>
                  <a:pt x="136275" y="2423421"/>
                </a:cubicBezTo>
                <a:cubicBezTo>
                  <a:pt x="126244" y="2413888"/>
                  <a:pt x="127747" y="2407827"/>
                  <a:pt x="116892" y="2395337"/>
                </a:cubicBezTo>
                <a:cubicBezTo>
                  <a:pt x="112965" y="2394808"/>
                  <a:pt x="112193" y="2393552"/>
                  <a:pt x="107589" y="2392151"/>
                </a:cubicBezTo>
                <a:cubicBezTo>
                  <a:pt x="97419" y="2384321"/>
                  <a:pt x="95429" y="2372651"/>
                  <a:pt x="89711" y="2368404"/>
                </a:cubicBezTo>
                <a:cubicBezTo>
                  <a:pt x="85790" y="2364898"/>
                  <a:pt x="84982" y="2361870"/>
                  <a:pt x="81121" y="2359531"/>
                </a:cubicBezTo>
                <a:cubicBezTo>
                  <a:pt x="68577" y="2344030"/>
                  <a:pt x="63712" y="2331937"/>
                  <a:pt x="56676" y="2326562"/>
                </a:cubicBezTo>
                <a:cubicBezTo>
                  <a:pt x="49543" y="2319550"/>
                  <a:pt x="49067" y="2314691"/>
                  <a:pt x="41406" y="2304174"/>
                </a:cubicBezTo>
                <a:cubicBezTo>
                  <a:pt x="38145" y="2301531"/>
                  <a:pt x="36253" y="2292215"/>
                  <a:pt x="34068" y="2289594"/>
                </a:cubicBezTo>
                <a:cubicBezTo>
                  <a:pt x="29392" y="2283330"/>
                  <a:pt x="30962" y="2276974"/>
                  <a:pt x="26902" y="2269049"/>
                </a:cubicBezTo>
                <a:cubicBezTo>
                  <a:pt x="23418" y="2266609"/>
                  <a:pt x="23399" y="2264058"/>
                  <a:pt x="19924" y="2261608"/>
                </a:cubicBezTo>
                <a:cubicBezTo>
                  <a:pt x="16928" y="2261895"/>
                  <a:pt x="14970" y="2260496"/>
                  <a:pt x="13122" y="2260462"/>
                </a:cubicBezTo>
                <a:cubicBezTo>
                  <a:pt x="8338" y="2256513"/>
                  <a:pt x="5473" y="2246610"/>
                  <a:pt x="0" y="2237931"/>
                </a:cubicBezTo>
                <a:lnTo>
                  <a:pt x="0" y="2237931"/>
                </a:lnTo>
              </a:path>
            </a:pathLst>
          </a:custGeom>
          <a:noFill/>
          <a:ln w="38100" cap="sq">
            <a:solidFill>
              <a:srgbClr val="8AB17D"/>
            </a:solidFill>
            <a:prstDash val="solid"/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3562322 w 3562322"/>
                      <a:gd name="connsiteY0" fmla="*/ 1958737 h 2123041"/>
                      <a:gd name="connsiteX1" fmla="*/ 3556550 w 3562322"/>
                      <a:gd name="connsiteY1" fmla="*/ 1807913 h 2123041"/>
                      <a:gd name="connsiteX2" fmla="*/ 3550763 w 3562322"/>
                      <a:gd name="connsiteY2" fmla="*/ 1988407 h 2123041"/>
                      <a:gd name="connsiteX3" fmla="*/ 3544963 w 3562322"/>
                      <a:gd name="connsiteY3" fmla="*/ 1723630 h 2123041"/>
                      <a:gd name="connsiteX4" fmla="*/ 3533348 w 3562322"/>
                      <a:gd name="connsiteY4" fmla="*/ 1855183 h 2123041"/>
                      <a:gd name="connsiteX5" fmla="*/ 3527526 w 3562322"/>
                      <a:gd name="connsiteY5" fmla="*/ 1736745 h 2123041"/>
                      <a:gd name="connsiteX6" fmla="*/ 3521691 w 3562322"/>
                      <a:gd name="connsiteY6" fmla="*/ 1816359 h 2123041"/>
                      <a:gd name="connsiteX7" fmla="*/ 3515848 w 3562322"/>
                      <a:gd name="connsiteY7" fmla="*/ 1656738 h 2123041"/>
                      <a:gd name="connsiteX8" fmla="*/ 3509998 w 3562322"/>
                      <a:gd name="connsiteY8" fmla="*/ 1721342 h 2123041"/>
                      <a:gd name="connsiteX9" fmla="*/ 3504134 w 3562322"/>
                      <a:gd name="connsiteY9" fmla="*/ 1690689 h 2123041"/>
                      <a:gd name="connsiteX10" fmla="*/ 3498264 w 3562322"/>
                      <a:gd name="connsiteY10" fmla="*/ 1463467 h 2123041"/>
                      <a:gd name="connsiteX11" fmla="*/ 3492385 w 3562322"/>
                      <a:gd name="connsiteY11" fmla="*/ 1608057 h 2123041"/>
                      <a:gd name="connsiteX12" fmla="*/ 3480595 w 3562322"/>
                      <a:gd name="connsiteY12" fmla="*/ 1793942 h 2123041"/>
                      <a:gd name="connsiteX13" fmla="*/ 3474689 w 3562322"/>
                      <a:gd name="connsiteY13" fmla="*/ 1802514 h 2123041"/>
                      <a:gd name="connsiteX14" fmla="*/ 3468769 w 3562322"/>
                      <a:gd name="connsiteY14" fmla="*/ 1549989 h 2123041"/>
                      <a:gd name="connsiteX15" fmla="*/ 3462842 w 3562322"/>
                      <a:gd name="connsiteY15" fmla="*/ 1514198 h 2123041"/>
                      <a:gd name="connsiteX16" fmla="*/ 3456901 w 3562322"/>
                      <a:gd name="connsiteY16" fmla="*/ 1918186 h 2123041"/>
                      <a:gd name="connsiteX17" fmla="*/ 3450953 w 3562322"/>
                      <a:gd name="connsiteY17" fmla="*/ 1895489 h 2123041"/>
                      <a:gd name="connsiteX18" fmla="*/ 3444998 w 3562322"/>
                      <a:gd name="connsiteY18" fmla="*/ 1750442 h 2123041"/>
                      <a:gd name="connsiteX19" fmla="*/ 3439028 w 3562322"/>
                      <a:gd name="connsiteY19" fmla="*/ 1788473 h 2123041"/>
                      <a:gd name="connsiteX20" fmla="*/ 3433052 w 3562322"/>
                      <a:gd name="connsiteY20" fmla="*/ 1762637 h 2123041"/>
                      <a:gd name="connsiteX21" fmla="*/ 3427062 w 3562322"/>
                      <a:gd name="connsiteY21" fmla="*/ 1715423 h 2123041"/>
                      <a:gd name="connsiteX22" fmla="*/ 3421065 w 3562322"/>
                      <a:gd name="connsiteY22" fmla="*/ 1857640 h 2123041"/>
                      <a:gd name="connsiteX23" fmla="*/ 3415054 w 3562322"/>
                      <a:gd name="connsiteY23" fmla="*/ 1950671 h 2123041"/>
                      <a:gd name="connsiteX24" fmla="*/ 3409035 w 3562322"/>
                      <a:gd name="connsiteY24" fmla="*/ 1958745 h 2123041"/>
                      <a:gd name="connsiteX25" fmla="*/ 3403010 w 3562322"/>
                      <a:gd name="connsiteY25" fmla="*/ 2029463 h 2123041"/>
                      <a:gd name="connsiteX26" fmla="*/ 3396971 w 3562322"/>
                      <a:gd name="connsiteY26" fmla="*/ 1871815 h 2123041"/>
                      <a:gd name="connsiteX27" fmla="*/ 3390924 w 3562322"/>
                      <a:gd name="connsiteY27" fmla="*/ 2063212 h 2123041"/>
                      <a:gd name="connsiteX28" fmla="*/ 3384864 w 3562322"/>
                      <a:gd name="connsiteY28" fmla="*/ 2073258 h 2123041"/>
                      <a:gd name="connsiteX29" fmla="*/ 3378796 w 3562322"/>
                      <a:gd name="connsiteY29" fmla="*/ 2055531 h 2123041"/>
                      <a:gd name="connsiteX30" fmla="*/ 3372715 w 3562322"/>
                      <a:gd name="connsiteY30" fmla="*/ 1923375 h 2123041"/>
                      <a:gd name="connsiteX31" fmla="*/ 3366619 w 3562322"/>
                      <a:gd name="connsiteY31" fmla="*/ 1422410 h 2123041"/>
                      <a:gd name="connsiteX32" fmla="*/ 3360524 w 3562322"/>
                      <a:gd name="connsiteY32" fmla="*/ 2123042 h 2123041"/>
                      <a:gd name="connsiteX33" fmla="*/ 3354407 w 3562322"/>
                      <a:gd name="connsiteY33" fmla="*/ 2024479 h 2123041"/>
                      <a:gd name="connsiteX34" fmla="*/ 3348291 w 3562322"/>
                      <a:gd name="connsiteY34" fmla="*/ 1902650 h 2123041"/>
                      <a:gd name="connsiteX35" fmla="*/ 3342153 w 3562322"/>
                      <a:gd name="connsiteY35" fmla="*/ 2066399 h 2123041"/>
                      <a:gd name="connsiteX36" fmla="*/ 3336008 w 3562322"/>
                      <a:gd name="connsiteY36" fmla="*/ 2030074 h 2123041"/>
                      <a:gd name="connsiteX37" fmla="*/ 3329857 w 3562322"/>
                      <a:gd name="connsiteY37" fmla="*/ 2104795 h 2123041"/>
                      <a:gd name="connsiteX38" fmla="*/ 3323691 w 3562322"/>
                      <a:gd name="connsiteY38" fmla="*/ 2094369 h 2123041"/>
                      <a:gd name="connsiteX39" fmla="*/ 3317518 w 3562322"/>
                      <a:gd name="connsiteY39" fmla="*/ 1704611 h 2123041"/>
                      <a:gd name="connsiteX40" fmla="*/ 3311331 w 3562322"/>
                      <a:gd name="connsiteY40" fmla="*/ 2028523 h 2123041"/>
                      <a:gd name="connsiteX41" fmla="*/ 3305130 w 3562322"/>
                      <a:gd name="connsiteY41" fmla="*/ 2118387 h 2123041"/>
                      <a:gd name="connsiteX42" fmla="*/ 3292700 w 3562322"/>
                      <a:gd name="connsiteY42" fmla="*/ 1311526 h 2123041"/>
                      <a:gd name="connsiteX43" fmla="*/ 3286471 w 3562322"/>
                      <a:gd name="connsiteY43" fmla="*/ 2093555 h 2123041"/>
                      <a:gd name="connsiteX44" fmla="*/ 3280228 w 3562322"/>
                      <a:gd name="connsiteY44" fmla="*/ 2072100 h 2123041"/>
                      <a:gd name="connsiteX45" fmla="*/ 3273971 w 3562322"/>
                      <a:gd name="connsiteY45" fmla="*/ 2093134 h 2123041"/>
                      <a:gd name="connsiteX46" fmla="*/ 3267714 w 3562322"/>
                      <a:gd name="connsiteY46" fmla="*/ 1929728 h 2123041"/>
                      <a:gd name="connsiteX47" fmla="*/ 3261436 w 3562322"/>
                      <a:gd name="connsiteY47" fmla="*/ 1738191 h 2123041"/>
                      <a:gd name="connsiteX48" fmla="*/ 3255151 w 3562322"/>
                      <a:gd name="connsiteY48" fmla="*/ 1757350 h 2123041"/>
                      <a:gd name="connsiteX49" fmla="*/ 3248852 w 3562322"/>
                      <a:gd name="connsiteY49" fmla="*/ 1750428 h 2123041"/>
                      <a:gd name="connsiteX50" fmla="*/ 3242539 w 3562322"/>
                      <a:gd name="connsiteY50" fmla="*/ 1648496 h 2123041"/>
                      <a:gd name="connsiteX51" fmla="*/ 3236218 w 3562322"/>
                      <a:gd name="connsiteY51" fmla="*/ 794835 h 2123041"/>
                      <a:gd name="connsiteX52" fmla="*/ 3229884 w 3562322"/>
                      <a:gd name="connsiteY52" fmla="*/ 855711 h 2123041"/>
                      <a:gd name="connsiteX53" fmla="*/ 3223536 w 3562322"/>
                      <a:gd name="connsiteY53" fmla="*/ 1241312 h 2123041"/>
                      <a:gd name="connsiteX54" fmla="*/ 3217180 w 3562322"/>
                      <a:gd name="connsiteY54" fmla="*/ 1335122 h 2123041"/>
                      <a:gd name="connsiteX55" fmla="*/ 3210811 w 3562322"/>
                      <a:gd name="connsiteY55" fmla="*/ 1240554 h 2123041"/>
                      <a:gd name="connsiteX56" fmla="*/ 3204427 w 3562322"/>
                      <a:gd name="connsiteY56" fmla="*/ 395228 h 2123041"/>
                      <a:gd name="connsiteX57" fmla="*/ 3198037 w 3562322"/>
                      <a:gd name="connsiteY57" fmla="*/ 743837 h 2123041"/>
                      <a:gd name="connsiteX58" fmla="*/ 3191633 w 3562322"/>
                      <a:gd name="connsiteY58" fmla="*/ 783103 h 2123041"/>
                      <a:gd name="connsiteX59" fmla="*/ 3185214 w 3562322"/>
                      <a:gd name="connsiteY59" fmla="*/ 944704 h 2123041"/>
                      <a:gd name="connsiteX60" fmla="*/ 3178788 w 3562322"/>
                      <a:gd name="connsiteY60" fmla="*/ 1553682 h 2123041"/>
                      <a:gd name="connsiteX61" fmla="*/ 3172349 w 3562322"/>
                      <a:gd name="connsiteY61" fmla="*/ 1549848 h 2123041"/>
                      <a:gd name="connsiteX62" fmla="*/ 3165895 w 3562322"/>
                      <a:gd name="connsiteY62" fmla="*/ 1656443 h 2123041"/>
                      <a:gd name="connsiteX63" fmla="*/ 3159427 w 3562322"/>
                      <a:gd name="connsiteY63" fmla="*/ 1574421 h 2123041"/>
                      <a:gd name="connsiteX64" fmla="*/ 3152953 w 3562322"/>
                      <a:gd name="connsiteY64" fmla="*/ 1015065 h 2123041"/>
                      <a:gd name="connsiteX65" fmla="*/ 3146464 w 3562322"/>
                      <a:gd name="connsiteY65" fmla="*/ 0 h 2123041"/>
                      <a:gd name="connsiteX66" fmla="*/ 3139961 w 3562322"/>
                      <a:gd name="connsiteY66" fmla="*/ 695900 h 2123041"/>
                      <a:gd name="connsiteX67" fmla="*/ 3133444 w 3562322"/>
                      <a:gd name="connsiteY67" fmla="*/ 1725589 h 2123041"/>
                      <a:gd name="connsiteX68" fmla="*/ 3126920 w 3562322"/>
                      <a:gd name="connsiteY68" fmla="*/ 1772129 h 2123041"/>
                      <a:gd name="connsiteX69" fmla="*/ 3120375 w 3562322"/>
                      <a:gd name="connsiteY69" fmla="*/ 1782723 h 2123041"/>
                      <a:gd name="connsiteX70" fmla="*/ 3113823 w 3562322"/>
                      <a:gd name="connsiteY70" fmla="*/ 525400 h 2123041"/>
                      <a:gd name="connsiteX71" fmla="*/ 3107257 w 3562322"/>
                      <a:gd name="connsiteY71" fmla="*/ 1123576 h 2123041"/>
                      <a:gd name="connsiteX72" fmla="*/ 3100677 w 3562322"/>
                      <a:gd name="connsiteY72" fmla="*/ 1891880 h 2123041"/>
                      <a:gd name="connsiteX73" fmla="*/ 3094090 w 3562322"/>
                      <a:gd name="connsiteY73" fmla="*/ 1681928 h 2123041"/>
                      <a:gd name="connsiteX74" fmla="*/ 3087482 w 3562322"/>
                      <a:gd name="connsiteY74" fmla="*/ 1943468 h 2123041"/>
                      <a:gd name="connsiteX75" fmla="*/ 3080866 w 3562322"/>
                      <a:gd name="connsiteY75" fmla="*/ 2021306 h 2123041"/>
                      <a:gd name="connsiteX76" fmla="*/ 3074230 w 3562322"/>
                      <a:gd name="connsiteY76" fmla="*/ 1765417 h 2123041"/>
                      <a:gd name="connsiteX77" fmla="*/ 3067587 w 3562322"/>
                      <a:gd name="connsiteY77" fmla="*/ 1946325 h 2123041"/>
                      <a:gd name="connsiteX78" fmla="*/ 3060930 w 3562322"/>
                      <a:gd name="connsiteY78" fmla="*/ 1970357 h 2123041"/>
                      <a:gd name="connsiteX79" fmla="*/ 3054265 w 3562322"/>
                      <a:gd name="connsiteY79" fmla="*/ 2105960 h 2123041"/>
                      <a:gd name="connsiteX80" fmla="*/ 3047580 w 3562322"/>
                      <a:gd name="connsiteY80" fmla="*/ 2091077 h 2123041"/>
                      <a:gd name="connsiteX81" fmla="*/ 3040880 w 3562322"/>
                      <a:gd name="connsiteY81" fmla="*/ 1322310 h 2123041"/>
                      <a:gd name="connsiteX82" fmla="*/ 3034167 w 3562322"/>
                      <a:gd name="connsiteY82" fmla="*/ 1840896 h 2123041"/>
                      <a:gd name="connsiteX83" fmla="*/ 3027446 w 3562322"/>
                      <a:gd name="connsiteY83" fmla="*/ 1971999 h 2123041"/>
                      <a:gd name="connsiteX84" fmla="*/ 3020705 w 3562322"/>
                      <a:gd name="connsiteY84" fmla="*/ 1939283 h 2123041"/>
                      <a:gd name="connsiteX85" fmla="*/ 3013956 w 3562322"/>
                      <a:gd name="connsiteY85" fmla="*/ 1811564 h 2123041"/>
                      <a:gd name="connsiteX86" fmla="*/ 3007187 w 3562322"/>
                      <a:gd name="connsiteY86" fmla="*/ 1612494 h 2123041"/>
                      <a:gd name="connsiteX87" fmla="*/ 3000410 w 3562322"/>
                      <a:gd name="connsiteY87" fmla="*/ 1525740 h 2123041"/>
                      <a:gd name="connsiteX88" fmla="*/ 2993612 w 3562322"/>
                      <a:gd name="connsiteY88" fmla="*/ 1602974 h 2123041"/>
                      <a:gd name="connsiteX89" fmla="*/ 2986807 w 3562322"/>
                      <a:gd name="connsiteY89" fmla="*/ 1457008 h 2123041"/>
                      <a:gd name="connsiteX90" fmla="*/ 2979981 w 3562322"/>
                      <a:gd name="connsiteY90" fmla="*/ 1437876 h 2123041"/>
                      <a:gd name="connsiteX91" fmla="*/ 2973148 w 3562322"/>
                      <a:gd name="connsiteY91" fmla="*/ 1283352 h 2123041"/>
                      <a:gd name="connsiteX92" fmla="*/ 2966294 w 3562322"/>
                      <a:gd name="connsiteY92" fmla="*/ 1174230 h 2123041"/>
                      <a:gd name="connsiteX93" fmla="*/ 2959426 w 3562322"/>
                      <a:gd name="connsiteY93" fmla="*/ 1375687 h 2123041"/>
                      <a:gd name="connsiteX94" fmla="*/ 2952551 w 3562322"/>
                      <a:gd name="connsiteY94" fmla="*/ 1360860 h 2123041"/>
                      <a:gd name="connsiteX95" fmla="*/ 2945655 w 3562322"/>
                      <a:gd name="connsiteY95" fmla="*/ 1068008 h 2123041"/>
                      <a:gd name="connsiteX96" fmla="*/ 2938745 w 3562322"/>
                      <a:gd name="connsiteY96" fmla="*/ 1365458 h 2123041"/>
                      <a:gd name="connsiteX97" fmla="*/ 2931821 w 3562322"/>
                      <a:gd name="connsiteY97" fmla="*/ 1296516 h 2123041"/>
                      <a:gd name="connsiteX98" fmla="*/ 2924883 w 3562322"/>
                      <a:gd name="connsiteY98" fmla="*/ 1289362 h 2123041"/>
                      <a:gd name="connsiteX99" fmla="*/ 2917930 w 3562322"/>
                      <a:gd name="connsiteY99" fmla="*/ 1344410 h 2123041"/>
                      <a:gd name="connsiteX100" fmla="*/ 2910957 w 3562322"/>
                      <a:gd name="connsiteY100" fmla="*/ 1407631 h 2123041"/>
                      <a:gd name="connsiteX101" fmla="*/ 2903977 w 3562322"/>
                      <a:gd name="connsiteY101" fmla="*/ 1536544 h 2123041"/>
                      <a:gd name="connsiteX102" fmla="*/ 2896975 w 3562322"/>
                      <a:gd name="connsiteY102" fmla="*/ 1610086 h 2123041"/>
                      <a:gd name="connsiteX103" fmla="*/ 2889960 w 3562322"/>
                      <a:gd name="connsiteY103" fmla="*/ 1870951 h 2123041"/>
                      <a:gd name="connsiteX104" fmla="*/ 2882930 w 3562322"/>
                      <a:gd name="connsiteY104" fmla="*/ 1995147 h 2123041"/>
                      <a:gd name="connsiteX105" fmla="*/ 2875887 w 3562322"/>
                      <a:gd name="connsiteY105" fmla="*/ 1913595 h 2123041"/>
                      <a:gd name="connsiteX106" fmla="*/ 2868829 w 3562322"/>
                      <a:gd name="connsiteY106" fmla="*/ 1805119 h 2123041"/>
                      <a:gd name="connsiteX107" fmla="*/ 2861750 w 3562322"/>
                      <a:gd name="connsiteY107" fmla="*/ 1587212 h 2123041"/>
                      <a:gd name="connsiteX108" fmla="*/ 2854658 w 3562322"/>
                      <a:gd name="connsiteY108" fmla="*/ 1454649 h 2123041"/>
                      <a:gd name="connsiteX109" fmla="*/ 2847551 w 3562322"/>
                      <a:gd name="connsiteY109" fmla="*/ 1305944 h 2123041"/>
                      <a:gd name="connsiteX110" fmla="*/ 2840423 w 3562322"/>
                      <a:gd name="connsiteY110" fmla="*/ 1183048 h 2123041"/>
                      <a:gd name="connsiteX111" fmla="*/ 2833288 w 3562322"/>
                      <a:gd name="connsiteY111" fmla="*/ 950152 h 2123041"/>
                      <a:gd name="connsiteX112" fmla="*/ 2826132 w 3562322"/>
                      <a:gd name="connsiteY112" fmla="*/ 852987 h 2123041"/>
                      <a:gd name="connsiteX113" fmla="*/ 2818955 w 3562322"/>
                      <a:gd name="connsiteY113" fmla="*/ 627751 h 2123041"/>
                      <a:gd name="connsiteX114" fmla="*/ 2811771 w 3562322"/>
                      <a:gd name="connsiteY114" fmla="*/ 610325 h 2123041"/>
                      <a:gd name="connsiteX115" fmla="*/ 2804566 w 3562322"/>
                      <a:gd name="connsiteY115" fmla="*/ 533912 h 2123041"/>
                      <a:gd name="connsiteX116" fmla="*/ 2790107 w 3562322"/>
                      <a:gd name="connsiteY116" fmla="*/ 310316 h 2123041"/>
                      <a:gd name="connsiteX117" fmla="*/ 2782845 w 3562322"/>
                      <a:gd name="connsiteY117" fmla="*/ 312795 h 2123041"/>
                      <a:gd name="connsiteX118" fmla="*/ 2775577 w 3562322"/>
                      <a:gd name="connsiteY118" fmla="*/ 187323 h 2123041"/>
                      <a:gd name="connsiteX119" fmla="*/ 2768288 w 3562322"/>
                      <a:gd name="connsiteY119" fmla="*/ 266487 h 2123041"/>
                      <a:gd name="connsiteX120" fmla="*/ 2760984 w 3562322"/>
                      <a:gd name="connsiteY120" fmla="*/ 328060 h 2123041"/>
                      <a:gd name="connsiteX121" fmla="*/ 2753660 w 3562322"/>
                      <a:gd name="connsiteY121" fmla="*/ 257513 h 2123041"/>
                      <a:gd name="connsiteX122" fmla="*/ 2746321 w 3562322"/>
                      <a:gd name="connsiteY122" fmla="*/ 264322 h 2123041"/>
                      <a:gd name="connsiteX123" fmla="*/ 2738962 w 3562322"/>
                      <a:gd name="connsiteY123" fmla="*/ 234739 h 2123041"/>
                      <a:gd name="connsiteX124" fmla="*/ 2731588 w 3562322"/>
                      <a:gd name="connsiteY124" fmla="*/ 304939 h 2123041"/>
                      <a:gd name="connsiteX125" fmla="*/ 2724194 w 3562322"/>
                      <a:gd name="connsiteY125" fmla="*/ 449732 h 2123041"/>
                      <a:gd name="connsiteX126" fmla="*/ 2716785 w 3562322"/>
                      <a:gd name="connsiteY126" fmla="*/ 658978 h 2123041"/>
                      <a:gd name="connsiteX127" fmla="*/ 2709355 w 3562322"/>
                      <a:gd name="connsiteY127" fmla="*/ 963414 h 2123041"/>
                      <a:gd name="connsiteX128" fmla="*/ 2694439 w 3562322"/>
                      <a:gd name="connsiteY128" fmla="*/ 1734246 h 2123041"/>
                      <a:gd name="connsiteX129" fmla="*/ 2686960 w 3562322"/>
                      <a:gd name="connsiteY129" fmla="*/ 1827522 h 2123041"/>
                      <a:gd name="connsiteX130" fmla="*/ 2679460 w 3562322"/>
                      <a:gd name="connsiteY130" fmla="*/ 1953985 h 2123041"/>
                      <a:gd name="connsiteX131" fmla="*/ 2671939 w 3562322"/>
                      <a:gd name="connsiteY131" fmla="*/ 1820747 h 2123041"/>
                      <a:gd name="connsiteX132" fmla="*/ 2664404 w 3562322"/>
                      <a:gd name="connsiteY132" fmla="*/ 2039896 h 2123041"/>
                      <a:gd name="connsiteX133" fmla="*/ 2656841 w 3562322"/>
                      <a:gd name="connsiteY133" fmla="*/ 1983619 h 2123041"/>
                      <a:gd name="connsiteX134" fmla="*/ 2649270 w 3562322"/>
                      <a:gd name="connsiteY134" fmla="*/ 2042740 h 2123041"/>
                      <a:gd name="connsiteX135" fmla="*/ 2641672 w 3562322"/>
                      <a:gd name="connsiteY135" fmla="*/ 2011884 h 2123041"/>
                      <a:gd name="connsiteX136" fmla="*/ 2634059 w 3562322"/>
                      <a:gd name="connsiteY136" fmla="*/ 1949870 h 2123041"/>
                      <a:gd name="connsiteX137" fmla="*/ 2626426 w 3562322"/>
                      <a:gd name="connsiteY137" fmla="*/ 1945174 h 2123041"/>
                      <a:gd name="connsiteX138" fmla="*/ 2618779 w 3562322"/>
                      <a:gd name="connsiteY138" fmla="*/ 1883174 h 2123041"/>
                      <a:gd name="connsiteX139" fmla="*/ 2611103 w 3562322"/>
                      <a:gd name="connsiteY139" fmla="*/ 1979589 h 2123041"/>
                      <a:gd name="connsiteX140" fmla="*/ 2603413 w 3562322"/>
                      <a:gd name="connsiteY140" fmla="*/ 2000749 h 2123041"/>
                      <a:gd name="connsiteX141" fmla="*/ 2587971 w 3562322"/>
                      <a:gd name="connsiteY141" fmla="*/ 1844743 h 2123041"/>
                      <a:gd name="connsiteX142" fmla="*/ 2580218 w 3562322"/>
                      <a:gd name="connsiteY142" fmla="*/ 1965077 h 2123041"/>
                      <a:gd name="connsiteX143" fmla="*/ 2572451 w 3562322"/>
                      <a:gd name="connsiteY143" fmla="*/ 2001241 h 2123041"/>
                      <a:gd name="connsiteX144" fmla="*/ 2564656 w 3562322"/>
                      <a:gd name="connsiteY144" fmla="*/ 1945075 h 2123041"/>
                      <a:gd name="connsiteX145" fmla="*/ 2556847 w 3562322"/>
                      <a:gd name="connsiteY145" fmla="*/ 2099649 h 2123041"/>
                      <a:gd name="connsiteX146" fmla="*/ 2549010 w 3562322"/>
                      <a:gd name="connsiteY146" fmla="*/ 2112995 h 2123041"/>
                      <a:gd name="connsiteX147" fmla="*/ 2541159 w 3562322"/>
                      <a:gd name="connsiteY147" fmla="*/ 2004652 h 2123041"/>
                      <a:gd name="connsiteX148" fmla="*/ 2533287 w 3562322"/>
                      <a:gd name="connsiteY148" fmla="*/ 2088395 h 2123041"/>
                      <a:gd name="connsiteX149" fmla="*/ 2525393 w 3562322"/>
                      <a:gd name="connsiteY149" fmla="*/ 1979463 h 2123041"/>
                      <a:gd name="connsiteX150" fmla="*/ 2517479 w 3562322"/>
                      <a:gd name="connsiteY150" fmla="*/ 1967043 h 2123041"/>
                      <a:gd name="connsiteX151" fmla="*/ 2509536 w 3562322"/>
                      <a:gd name="connsiteY151" fmla="*/ 1776720 h 2123041"/>
                      <a:gd name="connsiteX152" fmla="*/ 2501580 w 3562322"/>
                      <a:gd name="connsiteY152" fmla="*/ 1766920 h 2123041"/>
                      <a:gd name="connsiteX153" fmla="*/ 2493595 w 3562322"/>
                      <a:gd name="connsiteY153" fmla="*/ 1761479 h 2123041"/>
                      <a:gd name="connsiteX154" fmla="*/ 2485597 w 3562322"/>
                      <a:gd name="connsiteY154" fmla="*/ 1775106 h 2123041"/>
                      <a:gd name="connsiteX155" fmla="*/ 2477570 w 3562322"/>
                      <a:gd name="connsiteY155" fmla="*/ 1816857 h 2123041"/>
                      <a:gd name="connsiteX156" fmla="*/ 2469522 w 3562322"/>
                      <a:gd name="connsiteY156" fmla="*/ 1724557 h 2123041"/>
                      <a:gd name="connsiteX157" fmla="*/ 2461453 w 3562322"/>
                      <a:gd name="connsiteY157" fmla="*/ 1750618 h 2123041"/>
                      <a:gd name="connsiteX158" fmla="*/ 2453363 w 3562322"/>
                      <a:gd name="connsiteY158" fmla="*/ 1805133 h 2123041"/>
                      <a:gd name="connsiteX159" fmla="*/ 2445252 w 3562322"/>
                      <a:gd name="connsiteY159" fmla="*/ 1954223 h 2123041"/>
                      <a:gd name="connsiteX160" fmla="*/ 2437113 w 3562322"/>
                      <a:gd name="connsiteY160" fmla="*/ 1820059 h 2123041"/>
                      <a:gd name="connsiteX161" fmla="*/ 2428953 w 3562322"/>
                      <a:gd name="connsiteY161" fmla="*/ 2044509 h 2123041"/>
                      <a:gd name="connsiteX162" fmla="*/ 2420765 w 3562322"/>
                      <a:gd name="connsiteY162" fmla="*/ 2047296 h 2123041"/>
                      <a:gd name="connsiteX163" fmla="*/ 2412563 w 3562322"/>
                      <a:gd name="connsiteY163" fmla="*/ 2042122 h 2123041"/>
                      <a:gd name="connsiteX164" fmla="*/ 2404332 w 3562322"/>
                      <a:gd name="connsiteY164" fmla="*/ 1984939 h 2123041"/>
                      <a:gd name="connsiteX165" fmla="*/ 2396081 w 3562322"/>
                      <a:gd name="connsiteY165" fmla="*/ 1983892 h 2123041"/>
                      <a:gd name="connsiteX166" fmla="*/ 2387801 w 3562322"/>
                      <a:gd name="connsiteY166" fmla="*/ 2032131 h 2123041"/>
                      <a:gd name="connsiteX167" fmla="*/ 2379501 w 3562322"/>
                      <a:gd name="connsiteY167" fmla="*/ 1886790 h 2123041"/>
                      <a:gd name="connsiteX168" fmla="*/ 2371172 w 3562322"/>
                      <a:gd name="connsiteY168" fmla="*/ 2018041 h 2123041"/>
                      <a:gd name="connsiteX169" fmla="*/ 2362822 w 3562322"/>
                      <a:gd name="connsiteY169" fmla="*/ 1963076 h 2123041"/>
                      <a:gd name="connsiteX170" fmla="*/ 2354444 w 3562322"/>
                      <a:gd name="connsiteY170" fmla="*/ 1979940 h 2123041"/>
                      <a:gd name="connsiteX171" fmla="*/ 2346045 w 3562322"/>
                      <a:gd name="connsiteY171" fmla="*/ 1948593 h 2123041"/>
                      <a:gd name="connsiteX172" fmla="*/ 2337619 w 3562322"/>
                      <a:gd name="connsiteY172" fmla="*/ 1825289 h 2123041"/>
                      <a:gd name="connsiteX173" fmla="*/ 2329170 w 3562322"/>
                      <a:gd name="connsiteY173" fmla="*/ 1941979 h 2123041"/>
                      <a:gd name="connsiteX174" fmla="*/ 2320694 w 3562322"/>
                      <a:gd name="connsiteY174" fmla="*/ 1752921 h 2123041"/>
                      <a:gd name="connsiteX175" fmla="*/ 2312190 w 3562322"/>
                      <a:gd name="connsiteY175" fmla="*/ 1869274 h 2123041"/>
                      <a:gd name="connsiteX176" fmla="*/ 2303665 w 3562322"/>
                      <a:gd name="connsiteY176" fmla="*/ 1999085 h 2123041"/>
                      <a:gd name="connsiteX177" fmla="*/ 2295111 w 3562322"/>
                      <a:gd name="connsiteY177" fmla="*/ 1867750 h 2123041"/>
                      <a:gd name="connsiteX178" fmla="*/ 2286530 w 3562322"/>
                      <a:gd name="connsiteY178" fmla="*/ 1828266 h 2123041"/>
                      <a:gd name="connsiteX179" fmla="*/ 2277920 w 3562322"/>
                      <a:gd name="connsiteY179" fmla="*/ 1888868 h 2123041"/>
                      <a:gd name="connsiteX180" fmla="*/ 2269289 w 3562322"/>
                      <a:gd name="connsiteY180" fmla="*/ 1498549 h 2123041"/>
                      <a:gd name="connsiteX181" fmla="*/ 2260631 w 3562322"/>
                      <a:gd name="connsiteY181" fmla="*/ 1695435 h 2123041"/>
                      <a:gd name="connsiteX182" fmla="*/ 2251944 w 3562322"/>
                      <a:gd name="connsiteY182" fmla="*/ 1825795 h 2123041"/>
                      <a:gd name="connsiteX183" fmla="*/ 2243229 w 3562322"/>
                      <a:gd name="connsiteY183" fmla="*/ 1528674 h 2123041"/>
                      <a:gd name="connsiteX184" fmla="*/ 2234479 w 3562322"/>
                      <a:gd name="connsiteY184" fmla="*/ 1677989 h 2123041"/>
                      <a:gd name="connsiteX185" fmla="*/ 2225708 w 3562322"/>
                      <a:gd name="connsiteY185" fmla="*/ 1268784 h 2123041"/>
                      <a:gd name="connsiteX186" fmla="*/ 2216916 w 3562322"/>
                      <a:gd name="connsiteY186" fmla="*/ 1780118 h 2123041"/>
                      <a:gd name="connsiteX187" fmla="*/ 2208081 w 3562322"/>
                      <a:gd name="connsiteY187" fmla="*/ 1785314 h 2123041"/>
                      <a:gd name="connsiteX188" fmla="*/ 2199226 w 3562322"/>
                      <a:gd name="connsiteY188" fmla="*/ 1662066 h 2123041"/>
                      <a:gd name="connsiteX189" fmla="*/ 2190342 w 3562322"/>
                      <a:gd name="connsiteY189" fmla="*/ 1854018 h 2123041"/>
                      <a:gd name="connsiteX190" fmla="*/ 2181431 w 3562322"/>
                      <a:gd name="connsiteY190" fmla="*/ 1871310 h 2123041"/>
                      <a:gd name="connsiteX191" fmla="*/ 2172484 w 3562322"/>
                      <a:gd name="connsiteY191" fmla="*/ 1899048 h 2123041"/>
                      <a:gd name="connsiteX192" fmla="*/ 2163510 w 3562322"/>
                      <a:gd name="connsiteY192" fmla="*/ 1593355 h 2123041"/>
                      <a:gd name="connsiteX193" fmla="*/ 2154507 w 3562322"/>
                      <a:gd name="connsiteY193" fmla="*/ 1722654 h 2123041"/>
                      <a:gd name="connsiteX194" fmla="*/ 2145476 w 3562322"/>
                      <a:gd name="connsiteY194" fmla="*/ 1734203 h 2123041"/>
                      <a:gd name="connsiteX195" fmla="*/ 2136410 w 3562322"/>
                      <a:gd name="connsiteY195" fmla="*/ 1823843 h 2123041"/>
                      <a:gd name="connsiteX196" fmla="*/ 2127316 w 3562322"/>
                      <a:gd name="connsiteY196" fmla="*/ 1703137 h 2123041"/>
                      <a:gd name="connsiteX197" fmla="*/ 2118186 w 3562322"/>
                      <a:gd name="connsiteY197" fmla="*/ 1729254 h 2123041"/>
                      <a:gd name="connsiteX198" fmla="*/ 2109029 w 3562322"/>
                      <a:gd name="connsiteY198" fmla="*/ 1641032 h 2123041"/>
                      <a:gd name="connsiteX199" fmla="*/ 2099836 w 3562322"/>
                      <a:gd name="connsiteY199" fmla="*/ 1634419 h 2123041"/>
                      <a:gd name="connsiteX200" fmla="*/ 2090616 w 3562322"/>
                      <a:gd name="connsiteY200" fmla="*/ 1637649 h 2123041"/>
                      <a:gd name="connsiteX201" fmla="*/ 2081360 w 3562322"/>
                      <a:gd name="connsiteY201" fmla="*/ 1618377 h 2123041"/>
                      <a:gd name="connsiteX202" fmla="*/ 2072076 w 3562322"/>
                      <a:gd name="connsiteY202" fmla="*/ 1563890 h 2123041"/>
                      <a:gd name="connsiteX203" fmla="*/ 2062757 w 3562322"/>
                      <a:gd name="connsiteY203" fmla="*/ 1621719 h 2123041"/>
                      <a:gd name="connsiteX204" fmla="*/ 2053403 w 3562322"/>
                      <a:gd name="connsiteY204" fmla="*/ 1684757 h 2123041"/>
                      <a:gd name="connsiteX205" fmla="*/ 2044021 w 3562322"/>
                      <a:gd name="connsiteY205" fmla="*/ 1697289 h 2123041"/>
                      <a:gd name="connsiteX206" fmla="*/ 2034597 w 3562322"/>
                      <a:gd name="connsiteY206" fmla="*/ 1574624 h 2123041"/>
                      <a:gd name="connsiteX207" fmla="*/ 2025145 w 3562322"/>
                      <a:gd name="connsiteY207" fmla="*/ 1013514 h 2123041"/>
                      <a:gd name="connsiteX208" fmla="*/ 2015657 w 3562322"/>
                      <a:gd name="connsiteY208" fmla="*/ 1276493 h 2123041"/>
                      <a:gd name="connsiteX209" fmla="*/ 2006135 w 3562322"/>
                      <a:gd name="connsiteY209" fmla="*/ 1672302 h 2123041"/>
                      <a:gd name="connsiteX210" fmla="*/ 1996577 w 3562322"/>
                      <a:gd name="connsiteY210" fmla="*/ 1535463 h 2123041"/>
                      <a:gd name="connsiteX211" fmla="*/ 1986985 w 3562322"/>
                      <a:gd name="connsiteY211" fmla="*/ 1425358 h 2123041"/>
                      <a:gd name="connsiteX212" fmla="*/ 1977357 w 3562322"/>
                      <a:gd name="connsiteY212" fmla="*/ 1620216 h 2123041"/>
                      <a:gd name="connsiteX213" fmla="*/ 1967687 w 3562322"/>
                      <a:gd name="connsiteY213" fmla="*/ 1439175 h 2123041"/>
                      <a:gd name="connsiteX214" fmla="*/ 1957982 w 3562322"/>
                      <a:gd name="connsiteY214" fmla="*/ 1504474 h 2123041"/>
                      <a:gd name="connsiteX215" fmla="*/ 1948248 w 3562322"/>
                      <a:gd name="connsiteY215" fmla="*/ 1687256 h 2123041"/>
                      <a:gd name="connsiteX216" fmla="*/ 1938466 w 3562322"/>
                      <a:gd name="connsiteY216" fmla="*/ 1713394 h 2123041"/>
                      <a:gd name="connsiteX217" fmla="*/ 1928656 w 3562322"/>
                      <a:gd name="connsiteY217" fmla="*/ 1693048 h 2123041"/>
                      <a:gd name="connsiteX218" fmla="*/ 1918803 w 3562322"/>
                      <a:gd name="connsiteY218" fmla="*/ 1716750 h 2123041"/>
                      <a:gd name="connsiteX219" fmla="*/ 1908908 w 3562322"/>
                      <a:gd name="connsiteY219" fmla="*/ 1862850 h 2123041"/>
                      <a:gd name="connsiteX220" fmla="*/ 1889014 w 3562322"/>
                      <a:gd name="connsiteY220" fmla="*/ 1980158 h 2123041"/>
                      <a:gd name="connsiteX221" fmla="*/ 1879000 w 3562322"/>
                      <a:gd name="connsiteY221" fmla="*/ 1831011 h 2123041"/>
                      <a:gd name="connsiteX222" fmla="*/ 1868950 w 3562322"/>
                      <a:gd name="connsiteY222" fmla="*/ 1955185 h 2123041"/>
                      <a:gd name="connsiteX223" fmla="*/ 1858866 w 3562322"/>
                      <a:gd name="connsiteY223" fmla="*/ 1990267 h 2123041"/>
                      <a:gd name="connsiteX224" fmla="*/ 1848733 w 3562322"/>
                      <a:gd name="connsiteY224" fmla="*/ 1954960 h 2123041"/>
                      <a:gd name="connsiteX225" fmla="*/ 1838564 w 3562322"/>
                      <a:gd name="connsiteY225" fmla="*/ 2070246 h 2123041"/>
                      <a:gd name="connsiteX226" fmla="*/ 1828346 w 3562322"/>
                      <a:gd name="connsiteY226" fmla="*/ 1991882 h 2123041"/>
                      <a:gd name="connsiteX227" fmla="*/ 1818093 w 3562322"/>
                      <a:gd name="connsiteY227" fmla="*/ 2036379 h 2123041"/>
                      <a:gd name="connsiteX228" fmla="*/ 1807791 w 3562322"/>
                      <a:gd name="connsiteY228" fmla="*/ 1973053 h 2123041"/>
                      <a:gd name="connsiteX229" fmla="*/ 1797454 w 3562322"/>
                      <a:gd name="connsiteY229" fmla="*/ 1936868 h 2123041"/>
                      <a:gd name="connsiteX230" fmla="*/ 1787068 w 3562322"/>
                      <a:gd name="connsiteY230" fmla="*/ 1980993 h 2123041"/>
                      <a:gd name="connsiteX231" fmla="*/ 1776640 w 3562322"/>
                      <a:gd name="connsiteY231" fmla="*/ 1948698 h 2123041"/>
                      <a:gd name="connsiteX232" fmla="*/ 1766162 w 3562322"/>
                      <a:gd name="connsiteY232" fmla="*/ 1803785 h 2123041"/>
                      <a:gd name="connsiteX233" fmla="*/ 1755642 w 3562322"/>
                      <a:gd name="connsiteY233" fmla="*/ 1871969 h 2123041"/>
                      <a:gd name="connsiteX234" fmla="*/ 1745080 w 3562322"/>
                      <a:gd name="connsiteY234" fmla="*/ 1975671 h 2123041"/>
                      <a:gd name="connsiteX235" fmla="*/ 1734469 w 3562322"/>
                      <a:gd name="connsiteY235" fmla="*/ 2070457 h 2123041"/>
                      <a:gd name="connsiteX236" fmla="*/ 1723809 w 3562322"/>
                      <a:gd name="connsiteY236" fmla="*/ 1922946 h 2123041"/>
                      <a:gd name="connsiteX237" fmla="*/ 1713107 w 3562322"/>
                      <a:gd name="connsiteY237" fmla="*/ 1938511 h 2123041"/>
                      <a:gd name="connsiteX238" fmla="*/ 1691555 w 3562322"/>
                      <a:gd name="connsiteY238" fmla="*/ 1682770 h 2123041"/>
                      <a:gd name="connsiteX239" fmla="*/ 1680705 w 3562322"/>
                      <a:gd name="connsiteY239" fmla="*/ 1711773 h 2123041"/>
                      <a:gd name="connsiteX240" fmla="*/ 1669806 w 3562322"/>
                      <a:gd name="connsiteY240" fmla="*/ 1668546 h 2123041"/>
                      <a:gd name="connsiteX241" fmla="*/ 1658851 w 3562322"/>
                      <a:gd name="connsiteY241" fmla="*/ 1714237 h 2123041"/>
                      <a:gd name="connsiteX242" fmla="*/ 1647854 w 3562322"/>
                      <a:gd name="connsiteY242" fmla="*/ 1590091 h 2123041"/>
                      <a:gd name="connsiteX243" fmla="*/ 1636807 w 3562322"/>
                      <a:gd name="connsiteY243" fmla="*/ 1286820 h 2123041"/>
                      <a:gd name="connsiteX244" fmla="*/ 1625705 w 3562322"/>
                      <a:gd name="connsiteY244" fmla="*/ 1106643 h 2123041"/>
                      <a:gd name="connsiteX245" fmla="*/ 1614546 w 3562322"/>
                      <a:gd name="connsiteY245" fmla="*/ 853991 h 2123041"/>
                      <a:gd name="connsiteX246" fmla="*/ 1603345 w 3562322"/>
                      <a:gd name="connsiteY246" fmla="*/ 851295 h 2123041"/>
                      <a:gd name="connsiteX247" fmla="*/ 1592081 w 3562322"/>
                      <a:gd name="connsiteY247" fmla="*/ 876562 h 2123041"/>
                      <a:gd name="connsiteX248" fmla="*/ 1580768 w 3562322"/>
                      <a:gd name="connsiteY248" fmla="*/ 1342501 h 2123041"/>
                      <a:gd name="connsiteX249" fmla="*/ 1569398 w 3562322"/>
                      <a:gd name="connsiteY249" fmla="*/ 1320259 h 2123041"/>
                      <a:gd name="connsiteX250" fmla="*/ 1557973 w 3562322"/>
                      <a:gd name="connsiteY250" fmla="*/ 920813 h 2123041"/>
                      <a:gd name="connsiteX251" fmla="*/ 1546498 w 3562322"/>
                      <a:gd name="connsiteY251" fmla="*/ 783180 h 2123041"/>
                      <a:gd name="connsiteX252" fmla="*/ 1534960 w 3562322"/>
                      <a:gd name="connsiteY252" fmla="*/ 793206 h 2123041"/>
                      <a:gd name="connsiteX253" fmla="*/ 1523366 w 3562322"/>
                      <a:gd name="connsiteY253" fmla="*/ 1301725 h 2123041"/>
                      <a:gd name="connsiteX254" fmla="*/ 1511715 w 3562322"/>
                      <a:gd name="connsiteY254" fmla="*/ 1726200 h 2123041"/>
                      <a:gd name="connsiteX255" fmla="*/ 1500002 w 3562322"/>
                      <a:gd name="connsiteY255" fmla="*/ 1663850 h 2123041"/>
                      <a:gd name="connsiteX256" fmla="*/ 1488232 w 3562322"/>
                      <a:gd name="connsiteY256" fmla="*/ 1540209 h 2123041"/>
                      <a:gd name="connsiteX257" fmla="*/ 1476399 w 3562322"/>
                      <a:gd name="connsiteY257" fmla="*/ 1460918 h 2123041"/>
                      <a:gd name="connsiteX258" fmla="*/ 1464510 w 3562322"/>
                      <a:gd name="connsiteY258" fmla="*/ 1480281 h 2123041"/>
                      <a:gd name="connsiteX259" fmla="*/ 1452558 w 3562322"/>
                      <a:gd name="connsiteY259" fmla="*/ 1644971 h 2123041"/>
                      <a:gd name="connsiteX260" fmla="*/ 1440542 w 3562322"/>
                      <a:gd name="connsiteY260" fmla="*/ 1716378 h 2123041"/>
                      <a:gd name="connsiteX261" fmla="*/ 1428471 w 3562322"/>
                      <a:gd name="connsiteY261" fmla="*/ 1823534 h 2123041"/>
                      <a:gd name="connsiteX262" fmla="*/ 1416329 w 3562322"/>
                      <a:gd name="connsiteY262" fmla="*/ 1911910 h 2123041"/>
                      <a:gd name="connsiteX263" fmla="*/ 1404124 w 3562322"/>
                      <a:gd name="connsiteY263" fmla="*/ 1939578 h 2123041"/>
                      <a:gd name="connsiteX264" fmla="*/ 1391855 w 3562322"/>
                      <a:gd name="connsiteY264" fmla="*/ 1921451 h 2123041"/>
                      <a:gd name="connsiteX265" fmla="*/ 1379517 w 3562322"/>
                      <a:gd name="connsiteY265" fmla="*/ 1919583 h 2123041"/>
                      <a:gd name="connsiteX266" fmla="*/ 1367115 w 3562322"/>
                      <a:gd name="connsiteY266" fmla="*/ 2042206 h 2123041"/>
                      <a:gd name="connsiteX267" fmla="*/ 1354650 w 3562322"/>
                      <a:gd name="connsiteY267" fmla="*/ 1998741 h 2123041"/>
                      <a:gd name="connsiteX268" fmla="*/ 1342108 w 3562322"/>
                      <a:gd name="connsiteY268" fmla="*/ 1941888 h 2123041"/>
                      <a:gd name="connsiteX269" fmla="*/ 1329502 w 3562322"/>
                      <a:gd name="connsiteY269" fmla="*/ 1923733 h 2123041"/>
                      <a:gd name="connsiteX270" fmla="*/ 1316834 w 3562322"/>
                      <a:gd name="connsiteY270" fmla="*/ 1784605 h 2123041"/>
                      <a:gd name="connsiteX271" fmla="*/ 1304088 w 3562322"/>
                      <a:gd name="connsiteY271" fmla="*/ 1770718 h 2123041"/>
                      <a:gd name="connsiteX272" fmla="*/ 1291272 w 3562322"/>
                      <a:gd name="connsiteY272" fmla="*/ 1693336 h 2123041"/>
                      <a:gd name="connsiteX273" fmla="*/ 1278379 w 3562322"/>
                      <a:gd name="connsiteY273" fmla="*/ 1625840 h 2123041"/>
                      <a:gd name="connsiteX274" fmla="*/ 1265422 w 3562322"/>
                      <a:gd name="connsiteY274" fmla="*/ 1737622 h 2123041"/>
                      <a:gd name="connsiteX275" fmla="*/ 1252388 w 3562322"/>
                      <a:gd name="connsiteY275" fmla="*/ 1753370 h 2123041"/>
                      <a:gd name="connsiteX276" fmla="*/ 1239284 w 3562322"/>
                      <a:gd name="connsiteY276" fmla="*/ 1649661 h 2123041"/>
                      <a:gd name="connsiteX277" fmla="*/ 1226103 w 3562322"/>
                      <a:gd name="connsiteY277" fmla="*/ 1771553 h 2123041"/>
                      <a:gd name="connsiteX278" fmla="*/ 1212845 w 3562322"/>
                      <a:gd name="connsiteY278" fmla="*/ 1737566 h 2123041"/>
                      <a:gd name="connsiteX279" fmla="*/ 1199516 w 3562322"/>
                      <a:gd name="connsiteY279" fmla="*/ 1782512 h 2123041"/>
                      <a:gd name="connsiteX280" fmla="*/ 1186103 w 3562322"/>
                      <a:gd name="connsiteY280" fmla="*/ 1899231 h 2123041"/>
                      <a:gd name="connsiteX281" fmla="*/ 1172620 w 3562322"/>
                      <a:gd name="connsiteY281" fmla="*/ 1991039 h 2123041"/>
                      <a:gd name="connsiteX282" fmla="*/ 1159059 w 3562322"/>
                      <a:gd name="connsiteY282" fmla="*/ 1950243 h 2123041"/>
                      <a:gd name="connsiteX283" fmla="*/ 1145421 w 3562322"/>
                      <a:gd name="connsiteY283" fmla="*/ 2023587 h 2123041"/>
                      <a:gd name="connsiteX284" fmla="*/ 1131700 w 3562322"/>
                      <a:gd name="connsiteY284" fmla="*/ 2008507 h 2123041"/>
                      <a:gd name="connsiteX285" fmla="*/ 1117900 w 3562322"/>
                      <a:gd name="connsiteY285" fmla="*/ 2073012 h 2123041"/>
                      <a:gd name="connsiteX286" fmla="*/ 1104024 w 3562322"/>
                      <a:gd name="connsiteY286" fmla="*/ 2096440 h 2123041"/>
                      <a:gd name="connsiteX287" fmla="*/ 1090070 w 3562322"/>
                      <a:gd name="connsiteY287" fmla="*/ 2076642 h 2123041"/>
                      <a:gd name="connsiteX288" fmla="*/ 1076032 w 3562322"/>
                      <a:gd name="connsiteY288" fmla="*/ 1887857 h 2123041"/>
                      <a:gd name="connsiteX289" fmla="*/ 1061917 w 3562322"/>
                      <a:gd name="connsiteY289" fmla="*/ 1568271 h 2123041"/>
                      <a:gd name="connsiteX290" fmla="*/ 1047724 w 3562322"/>
                      <a:gd name="connsiteY290" fmla="*/ 1627090 h 2123041"/>
                      <a:gd name="connsiteX291" fmla="*/ 1033448 w 3562322"/>
                      <a:gd name="connsiteY291" fmla="*/ 1899855 h 2123041"/>
                      <a:gd name="connsiteX292" fmla="*/ 1019094 w 3562322"/>
                      <a:gd name="connsiteY292" fmla="*/ 1285198 h 2123041"/>
                      <a:gd name="connsiteX293" fmla="*/ 1004655 w 3562322"/>
                      <a:gd name="connsiteY293" fmla="*/ 1686056 h 2123041"/>
                      <a:gd name="connsiteX294" fmla="*/ 990140 w 3562322"/>
                      <a:gd name="connsiteY294" fmla="*/ 1833433 h 2123041"/>
                      <a:gd name="connsiteX295" fmla="*/ 975547 w 3562322"/>
                      <a:gd name="connsiteY295" fmla="*/ 1420416 h 2123041"/>
                      <a:gd name="connsiteX296" fmla="*/ 960877 w 3562322"/>
                      <a:gd name="connsiteY296" fmla="*/ 1898641 h 2123041"/>
                      <a:gd name="connsiteX297" fmla="*/ 946123 w 3562322"/>
                      <a:gd name="connsiteY297" fmla="*/ 1904714 h 2123041"/>
                      <a:gd name="connsiteX298" fmla="*/ 931298 w 3562322"/>
                      <a:gd name="connsiteY298" fmla="*/ 1825949 h 2123041"/>
                      <a:gd name="connsiteX299" fmla="*/ 916396 w 3562322"/>
                      <a:gd name="connsiteY299" fmla="*/ 1807106 h 2123041"/>
                      <a:gd name="connsiteX300" fmla="*/ 901417 w 3562322"/>
                      <a:gd name="connsiteY300" fmla="*/ 1807766 h 2123041"/>
                      <a:gd name="connsiteX301" fmla="*/ 886375 w 3562322"/>
                      <a:gd name="connsiteY301" fmla="*/ 1816127 h 2123041"/>
                      <a:gd name="connsiteX302" fmla="*/ 871249 w 3562322"/>
                      <a:gd name="connsiteY302" fmla="*/ 1915469 h 2123041"/>
                      <a:gd name="connsiteX303" fmla="*/ 856066 w 3562322"/>
                      <a:gd name="connsiteY303" fmla="*/ 1974513 h 2123041"/>
                      <a:gd name="connsiteX304" fmla="*/ 840806 w 3562322"/>
                      <a:gd name="connsiteY304" fmla="*/ 1948972 h 2123041"/>
                      <a:gd name="connsiteX305" fmla="*/ 825490 w 3562322"/>
                      <a:gd name="connsiteY305" fmla="*/ 2003045 h 2123041"/>
                      <a:gd name="connsiteX306" fmla="*/ 810111 w 3562322"/>
                      <a:gd name="connsiteY306" fmla="*/ 2032496 h 2123041"/>
                      <a:gd name="connsiteX307" fmla="*/ 794675 w 3562322"/>
                      <a:gd name="connsiteY307" fmla="*/ 1931666 h 2123041"/>
                      <a:gd name="connsiteX308" fmla="*/ 779184 w 3562322"/>
                      <a:gd name="connsiteY308" fmla="*/ 1905865 h 2123041"/>
                      <a:gd name="connsiteX309" fmla="*/ 763643 w 3562322"/>
                      <a:gd name="connsiteY309" fmla="*/ 2019248 h 2123041"/>
                      <a:gd name="connsiteX310" fmla="*/ 748060 w 3562322"/>
                      <a:gd name="connsiteY310" fmla="*/ 2008717 h 2123041"/>
                      <a:gd name="connsiteX311" fmla="*/ 732435 w 3562322"/>
                      <a:gd name="connsiteY311" fmla="*/ 1947694 h 2123041"/>
                      <a:gd name="connsiteX312" fmla="*/ 716782 w 3562322"/>
                      <a:gd name="connsiteY312" fmla="*/ 2056226 h 2123041"/>
                      <a:gd name="connsiteX313" fmla="*/ 701093 w 3562322"/>
                      <a:gd name="connsiteY313" fmla="*/ 1881440 h 2123041"/>
                      <a:gd name="connsiteX314" fmla="*/ 685384 w 3562322"/>
                      <a:gd name="connsiteY314" fmla="*/ 1959124 h 2123041"/>
                      <a:gd name="connsiteX315" fmla="*/ 669661 w 3562322"/>
                      <a:gd name="connsiteY315" fmla="*/ 2017044 h 2123041"/>
                      <a:gd name="connsiteX316" fmla="*/ 653930 w 3562322"/>
                      <a:gd name="connsiteY316" fmla="*/ 2032384 h 2123041"/>
                      <a:gd name="connsiteX317" fmla="*/ 638200 w 3562322"/>
                      <a:gd name="connsiteY317" fmla="*/ 2085060 h 2123041"/>
                      <a:gd name="connsiteX318" fmla="*/ 622476 w 3562322"/>
                      <a:gd name="connsiteY318" fmla="*/ 2075069 h 2123041"/>
                      <a:gd name="connsiteX319" fmla="*/ 606774 w 3562322"/>
                      <a:gd name="connsiteY319" fmla="*/ 2053383 h 2123041"/>
                      <a:gd name="connsiteX320" fmla="*/ 591100 w 3562322"/>
                      <a:gd name="connsiteY320" fmla="*/ 2020961 h 2123041"/>
                      <a:gd name="connsiteX321" fmla="*/ 575468 w 3562322"/>
                      <a:gd name="connsiteY321" fmla="*/ 1744685 h 2123041"/>
                      <a:gd name="connsiteX322" fmla="*/ 559878 w 3562322"/>
                      <a:gd name="connsiteY322" fmla="*/ 1923543 h 2123041"/>
                      <a:gd name="connsiteX323" fmla="*/ 544351 w 3562322"/>
                      <a:gd name="connsiteY323" fmla="*/ 1778616 h 2123041"/>
                      <a:gd name="connsiteX324" fmla="*/ 528902 w 3562322"/>
                      <a:gd name="connsiteY324" fmla="*/ 1788424 h 2123041"/>
                      <a:gd name="connsiteX325" fmla="*/ 513529 w 3562322"/>
                      <a:gd name="connsiteY325" fmla="*/ 1766786 h 2123041"/>
                      <a:gd name="connsiteX326" fmla="*/ 498255 w 3562322"/>
                      <a:gd name="connsiteY326" fmla="*/ 1990288 h 2123041"/>
                      <a:gd name="connsiteX327" fmla="*/ 483087 w 3562322"/>
                      <a:gd name="connsiteY327" fmla="*/ 2020877 h 2123041"/>
                      <a:gd name="connsiteX328" fmla="*/ 468037 w 3562322"/>
                      <a:gd name="connsiteY328" fmla="*/ 2074192 h 2123041"/>
                      <a:gd name="connsiteX329" fmla="*/ 453129 w 3562322"/>
                      <a:gd name="connsiteY329" fmla="*/ 2076326 h 2123041"/>
                      <a:gd name="connsiteX330" fmla="*/ 438360 w 3562322"/>
                      <a:gd name="connsiteY330" fmla="*/ 2080869 h 2123041"/>
                      <a:gd name="connsiteX331" fmla="*/ 423754 w 3562322"/>
                      <a:gd name="connsiteY331" fmla="*/ 2078229 h 2123041"/>
                      <a:gd name="connsiteX332" fmla="*/ 409315 w 3562322"/>
                      <a:gd name="connsiteY332" fmla="*/ 2025757 h 2123041"/>
                      <a:gd name="connsiteX333" fmla="*/ 395053 w 3562322"/>
                      <a:gd name="connsiteY333" fmla="*/ 1995168 h 2123041"/>
                      <a:gd name="connsiteX334" fmla="*/ 380986 w 3562322"/>
                      <a:gd name="connsiteY334" fmla="*/ 2026487 h 2123041"/>
                      <a:gd name="connsiteX335" fmla="*/ 367123 w 3562322"/>
                      <a:gd name="connsiteY335" fmla="*/ 1949400 h 2123041"/>
                      <a:gd name="connsiteX336" fmla="*/ 353470 w 3562322"/>
                      <a:gd name="connsiteY336" fmla="*/ 1977721 h 2123041"/>
                      <a:gd name="connsiteX337" fmla="*/ 340040 w 3562322"/>
                      <a:gd name="connsiteY337" fmla="*/ 1966769 h 2123041"/>
                      <a:gd name="connsiteX338" fmla="*/ 326842 w 3562322"/>
                      <a:gd name="connsiteY338" fmla="*/ 1980909 h 2123041"/>
                      <a:gd name="connsiteX339" fmla="*/ 313880 w 3562322"/>
                      <a:gd name="connsiteY339" fmla="*/ 2027666 h 2123041"/>
                      <a:gd name="connsiteX340" fmla="*/ 301162 w 3562322"/>
                      <a:gd name="connsiteY340" fmla="*/ 2036028 h 2123041"/>
                      <a:gd name="connsiteX341" fmla="*/ 288692 w 3562322"/>
                      <a:gd name="connsiteY341" fmla="*/ 2032812 h 2123041"/>
                      <a:gd name="connsiteX342" fmla="*/ 276475 w 3562322"/>
                      <a:gd name="connsiteY342" fmla="*/ 2022689 h 2123041"/>
                      <a:gd name="connsiteX343" fmla="*/ 264520 w 3562322"/>
                      <a:gd name="connsiteY343" fmla="*/ 2019859 h 2123041"/>
                      <a:gd name="connsiteX344" fmla="*/ 252824 w 3562322"/>
                      <a:gd name="connsiteY344" fmla="*/ 2011821 h 2123041"/>
                      <a:gd name="connsiteX345" fmla="*/ 219305 w 3562322"/>
                      <a:gd name="connsiteY345" fmla="*/ 1993483 h 2123041"/>
                      <a:gd name="connsiteX346" fmla="*/ 208654 w 3562322"/>
                      <a:gd name="connsiteY346" fmla="*/ 1968103 h 2123041"/>
                      <a:gd name="connsiteX347" fmla="*/ 198268 w 3562322"/>
                      <a:gd name="connsiteY347" fmla="*/ 1950867 h 2123041"/>
                      <a:gd name="connsiteX348" fmla="*/ 188137 w 3562322"/>
                      <a:gd name="connsiteY348" fmla="*/ 1920005 h 2123041"/>
                      <a:gd name="connsiteX349" fmla="*/ 178258 w 3562322"/>
                      <a:gd name="connsiteY349" fmla="*/ 1941151 h 2123041"/>
                      <a:gd name="connsiteX350" fmla="*/ 168638 w 3562322"/>
                      <a:gd name="connsiteY350" fmla="*/ 1941937 h 2123041"/>
                      <a:gd name="connsiteX351" fmla="*/ 159264 w 3562322"/>
                      <a:gd name="connsiteY351" fmla="*/ 1923185 h 2123041"/>
                      <a:gd name="connsiteX352" fmla="*/ 150131 w 3562322"/>
                      <a:gd name="connsiteY352" fmla="*/ 1928422 h 2123041"/>
                      <a:gd name="connsiteX353" fmla="*/ 141237 w 3562322"/>
                      <a:gd name="connsiteY353" fmla="*/ 1936622 h 2123041"/>
                      <a:gd name="connsiteX354" fmla="*/ 132577 w 3562322"/>
                      <a:gd name="connsiteY354" fmla="*/ 1927404 h 2123041"/>
                      <a:gd name="connsiteX355" fmla="*/ 124147 w 3562322"/>
                      <a:gd name="connsiteY355" fmla="*/ 1920236 h 2123041"/>
                      <a:gd name="connsiteX356" fmla="*/ 115939 w 3562322"/>
                      <a:gd name="connsiteY356" fmla="*/ 1911699 h 2123041"/>
                      <a:gd name="connsiteX357" fmla="*/ 107950 w 3562322"/>
                      <a:gd name="connsiteY357" fmla="*/ 1902186 h 2123041"/>
                      <a:gd name="connsiteX358" fmla="*/ 92596 w 3562322"/>
                      <a:gd name="connsiteY358" fmla="*/ 1880142 h 2123041"/>
                      <a:gd name="connsiteX359" fmla="*/ 85226 w 3562322"/>
                      <a:gd name="connsiteY359" fmla="*/ 1877642 h 2123041"/>
                      <a:gd name="connsiteX360" fmla="*/ 71064 w 3562322"/>
                      <a:gd name="connsiteY360" fmla="*/ 1859002 h 2123041"/>
                      <a:gd name="connsiteX361" fmla="*/ 64260 w 3562322"/>
                      <a:gd name="connsiteY361" fmla="*/ 1852038 h 2123041"/>
                      <a:gd name="connsiteX362" fmla="*/ 44896 w 3562322"/>
                      <a:gd name="connsiteY362" fmla="*/ 1826160 h 2123041"/>
                      <a:gd name="connsiteX363" fmla="*/ 32800 w 3562322"/>
                      <a:gd name="connsiteY363" fmla="*/ 1808587 h 2123041"/>
                      <a:gd name="connsiteX364" fmla="*/ 26987 w 3562322"/>
                      <a:gd name="connsiteY364" fmla="*/ 1797143 h 2123041"/>
                      <a:gd name="connsiteX365" fmla="*/ 21311 w 3562322"/>
                      <a:gd name="connsiteY365" fmla="*/ 1781017 h 2123041"/>
                      <a:gd name="connsiteX366" fmla="*/ 15783 w 3562322"/>
                      <a:gd name="connsiteY366" fmla="*/ 1775176 h 2123041"/>
                      <a:gd name="connsiteX367" fmla="*/ 10395 w 3562322"/>
                      <a:gd name="connsiteY367" fmla="*/ 1774277 h 2123041"/>
                      <a:gd name="connsiteX368" fmla="*/ 0 w 3562322"/>
                      <a:gd name="connsiteY368" fmla="*/ 1756592 h 2123041"/>
                      <a:gd name="connsiteX369" fmla="*/ 0 w 3562322"/>
                      <a:gd name="connsiteY369" fmla="*/ 1756592 h 21230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  <a:cxn ang="0">
                        <a:pos x="connsiteX154" y="connsiteY154"/>
                      </a:cxn>
                      <a:cxn ang="0">
                        <a:pos x="connsiteX155" y="connsiteY155"/>
                      </a:cxn>
                      <a:cxn ang="0">
                        <a:pos x="connsiteX156" y="connsiteY156"/>
                      </a:cxn>
                      <a:cxn ang="0">
                        <a:pos x="connsiteX157" y="connsiteY157"/>
                      </a:cxn>
                      <a:cxn ang="0">
                        <a:pos x="connsiteX158" y="connsiteY158"/>
                      </a:cxn>
                      <a:cxn ang="0">
                        <a:pos x="connsiteX159" y="connsiteY159"/>
                      </a:cxn>
                      <a:cxn ang="0">
                        <a:pos x="connsiteX160" y="connsiteY160"/>
                      </a:cxn>
                      <a:cxn ang="0">
                        <a:pos x="connsiteX161" y="connsiteY161"/>
                      </a:cxn>
                      <a:cxn ang="0">
                        <a:pos x="connsiteX162" y="connsiteY162"/>
                      </a:cxn>
                      <a:cxn ang="0">
                        <a:pos x="connsiteX163" y="connsiteY163"/>
                      </a:cxn>
                      <a:cxn ang="0">
                        <a:pos x="connsiteX164" y="connsiteY164"/>
                      </a:cxn>
                      <a:cxn ang="0">
                        <a:pos x="connsiteX165" y="connsiteY165"/>
                      </a:cxn>
                      <a:cxn ang="0">
                        <a:pos x="connsiteX166" y="connsiteY166"/>
                      </a:cxn>
                      <a:cxn ang="0">
                        <a:pos x="connsiteX167" y="connsiteY167"/>
                      </a:cxn>
                      <a:cxn ang="0">
                        <a:pos x="connsiteX168" y="connsiteY168"/>
                      </a:cxn>
                      <a:cxn ang="0">
                        <a:pos x="connsiteX169" y="connsiteY169"/>
                      </a:cxn>
                      <a:cxn ang="0">
                        <a:pos x="connsiteX170" y="connsiteY170"/>
                      </a:cxn>
                      <a:cxn ang="0">
                        <a:pos x="connsiteX171" y="connsiteY171"/>
                      </a:cxn>
                      <a:cxn ang="0">
                        <a:pos x="connsiteX172" y="connsiteY172"/>
                      </a:cxn>
                      <a:cxn ang="0">
                        <a:pos x="connsiteX173" y="connsiteY173"/>
                      </a:cxn>
                      <a:cxn ang="0">
                        <a:pos x="connsiteX174" y="connsiteY174"/>
                      </a:cxn>
                      <a:cxn ang="0">
                        <a:pos x="connsiteX175" y="connsiteY175"/>
                      </a:cxn>
                      <a:cxn ang="0">
                        <a:pos x="connsiteX176" y="connsiteY176"/>
                      </a:cxn>
                      <a:cxn ang="0">
                        <a:pos x="connsiteX177" y="connsiteY177"/>
                      </a:cxn>
                      <a:cxn ang="0">
                        <a:pos x="connsiteX178" y="connsiteY178"/>
                      </a:cxn>
                      <a:cxn ang="0">
                        <a:pos x="connsiteX179" y="connsiteY179"/>
                      </a:cxn>
                      <a:cxn ang="0">
                        <a:pos x="connsiteX180" y="connsiteY180"/>
                      </a:cxn>
                      <a:cxn ang="0">
                        <a:pos x="connsiteX181" y="connsiteY181"/>
                      </a:cxn>
                      <a:cxn ang="0">
                        <a:pos x="connsiteX182" y="connsiteY182"/>
                      </a:cxn>
                      <a:cxn ang="0">
                        <a:pos x="connsiteX183" y="connsiteY183"/>
                      </a:cxn>
                      <a:cxn ang="0">
                        <a:pos x="connsiteX184" y="connsiteY184"/>
                      </a:cxn>
                      <a:cxn ang="0">
                        <a:pos x="connsiteX185" y="connsiteY185"/>
                      </a:cxn>
                      <a:cxn ang="0">
                        <a:pos x="connsiteX186" y="connsiteY186"/>
                      </a:cxn>
                      <a:cxn ang="0">
                        <a:pos x="connsiteX187" y="connsiteY187"/>
                      </a:cxn>
                      <a:cxn ang="0">
                        <a:pos x="connsiteX188" y="connsiteY188"/>
                      </a:cxn>
                      <a:cxn ang="0">
                        <a:pos x="connsiteX189" y="connsiteY189"/>
                      </a:cxn>
                      <a:cxn ang="0">
                        <a:pos x="connsiteX190" y="connsiteY190"/>
                      </a:cxn>
                      <a:cxn ang="0">
                        <a:pos x="connsiteX191" y="connsiteY191"/>
                      </a:cxn>
                      <a:cxn ang="0">
                        <a:pos x="connsiteX192" y="connsiteY192"/>
                      </a:cxn>
                      <a:cxn ang="0">
                        <a:pos x="connsiteX193" y="connsiteY193"/>
                      </a:cxn>
                      <a:cxn ang="0">
                        <a:pos x="connsiteX194" y="connsiteY194"/>
                      </a:cxn>
                      <a:cxn ang="0">
                        <a:pos x="connsiteX195" y="connsiteY195"/>
                      </a:cxn>
                      <a:cxn ang="0">
                        <a:pos x="connsiteX196" y="connsiteY196"/>
                      </a:cxn>
                      <a:cxn ang="0">
                        <a:pos x="connsiteX197" y="connsiteY197"/>
                      </a:cxn>
                      <a:cxn ang="0">
                        <a:pos x="connsiteX198" y="connsiteY198"/>
                      </a:cxn>
                      <a:cxn ang="0">
                        <a:pos x="connsiteX199" y="connsiteY199"/>
                      </a:cxn>
                      <a:cxn ang="0">
                        <a:pos x="connsiteX200" y="connsiteY200"/>
                      </a:cxn>
                      <a:cxn ang="0">
                        <a:pos x="connsiteX201" y="connsiteY201"/>
                      </a:cxn>
                      <a:cxn ang="0">
                        <a:pos x="connsiteX202" y="connsiteY202"/>
                      </a:cxn>
                      <a:cxn ang="0">
                        <a:pos x="connsiteX203" y="connsiteY203"/>
                      </a:cxn>
                      <a:cxn ang="0">
                        <a:pos x="connsiteX204" y="connsiteY204"/>
                      </a:cxn>
                      <a:cxn ang="0">
                        <a:pos x="connsiteX205" y="connsiteY205"/>
                      </a:cxn>
                      <a:cxn ang="0">
                        <a:pos x="connsiteX206" y="connsiteY206"/>
                      </a:cxn>
                      <a:cxn ang="0">
                        <a:pos x="connsiteX207" y="connsiteY207"/>
                      </a:cxn>
                      <a:cxn ang="0">
                        <a:pos x="connsiteX208" y="connsiteY208"/>
                      </a:cxn>
                      <a:cxn ang="0">
                        <a:pos x="connsiteX209" y="connsiteY209"/>
                      </a:cxn>
                      <a:cxn ang="0">
                        <a:pos x="connsiteX210" y="connsiteY210"/>
                      </a:cxn>
                      <a:cxn ang="0">
                        <a:pos x="connsiteX211" y="connsiteY211"/>
                      </a:cxn>
                      <a:cxn ang="0">
                        <a:pos x="connsiteX212" y="connsiteY212"/>
                      </a:cxn>
                      <a:cxn ang="0">
                        <a:pos x="connsiteX213" y="connsiteY213"/>
                      </a:cxn>
                      <a:cxn ang="0">
                        <a:pos x="connsiteX214" y="connsiteY214"/>
                      </a:cxn>
                      <a:cxn ang="0">
                        <a:pos x="connsiteX215" y="connsiteY215"/>
                      </a:cxn>
                      <a:cxn ang="0">
                        <a:pos x="connsiteX216" y="connsiteY216"/>
                      </a:cxn>
                      <a:cxn ang="0">
                        <a:pos x="connsiteX217" y="connsiteY217"/>
                      </a:cxn>
                      <a:cxn ang="0">
                        <a:pos x="connsiteX218" y="connsiteY218"/>
                      </a:cxn>
                      <a:cxn ang="0">
                        <a:pos x="connsiteX219" y="connsiteY219"/>
                      </a:cxn>
                      <a:cxn ang="0">
                        <a:pos x="connsiteX220" y="connsiteY220"/>
                      </a:cxn>
                      <a:cxn ang="0">
                        <a:pos x="connsiteX221" y="connsiteY221"/>
                      </a:cxn>
                      <a:cxn ang="0">
                        <a:pos x="connsiteX222" y="connsiteY222"/>
                      </a:cxn>
                      <a:cxn ang="0">
                        <a:pos x="connsiteX223" y="connsiteY223"/>
                      </a:cxn>
                      <a:cxn ang="0">
                        <a:pos x="connsiteX224" y="connsiteY224"/>
                      </a:cxn>
                      <a:cxn ang="0">
                        <a:pos x="connsiteX225" y="connsiteY225"/>
                      </a:cxn>
                      <a:cxn ang="0">
                        <a:pos x="connsiteX226" y="connsiteY226"/>
                      </a:cxn>
                      <a:cxn ang="0">
                        <a:pos x="connsiteX227" y="connsiteY227"/>
                      </a:cxn>
                      <a:cxn ang="0">
                        <a:pos x="connsiteX228" y="connsiteY228"/>
                      </a:cxn>
                      <a:cxn ang="0">
                        <a:pos x="connsiteX229" y="connsiteY229"/>
                      </a:cxn>
                      <a:cxn ang="0">
                        <a:pos x="connsiteX230" y="connsiteY230"/>
                      </a:cxn>
                      <a:cxn ang="0">
                        <a:pos x="connsiteX231" y="connsiteY231"/>
                      </a:cxn>
                      <a:cxn ang="0">
                        <a:pos x="connsiteX232" y="connsiteY232"/>
                      </a:cxn>
                      <a:cxn ang="0">
                        <a:pos x="connsiteX233" y="connsiteY233"/>
                      </a:cxn>
                      <a:cxn ang="0">
                        <a:pos x="connsiteX234" y="connsiteY234"/>
                      </a:cxn>
                      <a:cxn ang="0">
                        <a:pos x="connsiteX235" y="connsiteY235"/>
                      </a:cxn>
                      <a:cxn ang="0">
                        <a:pos x="connsiteX236" y="connsiteY236"/>
                      </a:cxn>
                      <a:cxn ang="0">
                        <a:pos x="connsiteX237" y="connsiteY237"/>
                      </a:cxn>
                      <a:cxn ang="0">
                        <a:pos x="connsiteX238" y="connsiteY238"/>
                      </a:cxn>
                      <a:cxn ang="0">
                        <a:pos x="connsiteX239" y="connsiteY239"/>
                      </a:cxn>
                      <a:cxn ang="0">
                        <a:pos x="connsiteX240" y="connsiteY240"/>
                      </a:cxn>
                      <a:cxn ang="0">
                        <a:pos x="connsiteX241" y="connsiteY241"/>
                      </a:cxn>
                      <a:cxn ang="0">
                        <a:pos x="connsiteX242" y="connsiteY242"/>
                      </a:cxn>
                      <a:cxn ang="0">
                        <a:pos x="connsiteX243" y="connsiteY243"/>
                      </a:cxn>
                      <a:cxn ang="0">
                        <a:pos x="connsiteX244" y="connsiteY244"/>
                      </a:cxn>
                      <a:cxn ang="0">
                        <a:pos x="connsiteX245" y="connsiteY245"/>
                      </a:cxn>
                      <a:cxn ang="0">
                        <a:pos x="connsiteX246" y="connsiteY246"/>
                      </a:cxn>
                      <a:cxn ang="0">
                        <a:pos x="connsiteX247" y="connsiteY247"/>
                      </a:cxn>
                      <a:cxn ang="0">
                        <a:pos x="connsiteX248" y="connsiteY248"/>
                      </a:cxn>
                      <a:cxn ang="0">
                        <a:pos x="connsiteX249" y="connsiteY249"/>
                      </a:cxn>
                      <a:cxn ang="0">
                        <a:pos x="connsiteX250" y="connsiteY250"/>
                      </a:cxn>
                      <a:cxn ang="0">
                        <a:pos x="connsiteX251" y="connsiteY251"/>
                      </a:cxn>
                      <a:cxn ang="0">
                        <a:pos x="connsiteX252" y="connsiteY252"/>
                      </a:cxn>
                      <a:cxn ang="0">
                        <a:pos x="connsiteX253" y="connsiteY253"/>
                      </a:cxn>
                      <a:cxn ang="0">
                        <a:pos x="connsiteX254" y="connsiteY254"/>
                      </a:cxn>
                      <a:cxn ang="0">
                        <a:pos x="connsiteX255" y="connsiteY255"/>
                      </a:cxn>
                      <a:cxn ang="0">
                        <a:pos x="connsiteX256" y="connsiteY256"/>
                      </a:cxn>
                      <a:cxn ang="0">
                        <a:pos x="connsiteX257" y="connsiteY257"/>
                      </a:cxn>
                      <a:cxn ang="0">
                        <a:pos x="connsiteX258" y="connsiteY258"/>
                      </a:cxn>
                      <a:cxn ang="0">
                        <a:pos x="connsiteX259" y="connsiteY259"/>
                      </a:cxn>
                      <a:cxn ang="0">
                        <a:pos x="connsiteX260" y="connsiteY260"/>
                      </a:cxn>
                      <a:cxn ang="0">
                        <a:pos x="connsiteX261" y="connsiteY261"/>
                      </a:cxn>
                      <a:cxn ang="0">
                        <a:pos x="connsiteX262" y="connsiteY262"/>
                      </a:cxn>
                      <a:cxn ang="0">
                        <a:pos x="connsiteX263" y="connsiteY263"/>
                      </a:cxn>
                      <a:cxn ang="0">
                        <a:pos x="connsiteX264" y="connsiteY264"/>
                      </a:cxn>
                      <a:cxn ang="0">
                        <a:pos x="connsiteX265" y="connsiteY265"/>
                      </a:cxn>
                      <a:cxn ang="0">
                        <a:pos x="connsiteX266" y="connsiteY266"/>
                      </a:cxn>
                      <a:cxn ang="0">
                        <a:pos x="connsiteX267" y="connsiteY267"/>
                      </a:cxn>
                      <a:cxn ang="0">
                        <a:pos x="connsiteX268" y="connsiteY268"/>
                      </a:cxn>
                      <a:cxn ang="0">
                        <a:pos x="connsiteX269" y="connsiteY269"/>
                      </a:cxn>
                      <a:cxn ang="0">
                        <a:pos x="connsiteX270" y="connsiteY270"/>
                      </a:cxn>
                      <a:cxn ang="0">
                        <a:pos x="connsiteX271" y="connsiteY271"/>
                      </a:cxn>
                      <a:cxn ang="0">
                        <a:pos x="connsiteX272" y="connsiteY272"/>
                      </a:cxn>
                      <a:cxn ang="0">
                        <a:pos x="connsiteX273" y="connsiteY273"/>
                      </a:cxn>
                      <a:cxn ang="0">
                        <a:pos x="connsiteX274" y="connsiteY274"/>
                      </a:cxn>
                      <a:cxn ang="0">
                        <a:pos x="connsiteX275" y="connsiteY275"/>
                      </a:cxn>
                      <a:cxn ang="0">
                        <a:pos x="connsiteX276" y="connsiteY276"/>
                      </a:cxn>
                      <a:cxn ang="0">
                        <a:pos x="connsiteX277" y="connsiteY277"/>
                      </a:cxn>
                      <a:cxn ang="0">
                        <a:pos x="connsiteX278" y="connsiteY278"/>
                      </a:cxn>
                      <a:cxn ang="0">
                        <a:pos x="connsiteX279" y="connsiteY279"/>
                      </a:cxn>
                      <a:cxn ang="0">
                        <a:pos x="connsiteX280" y="connsiteY280"/>
                      </a:cxn>
                      <a:cxn ang="0">
                        <a:pos x="connsiteX281" y="connsiteY281"/>
                      </a:cxn>
                      <a:cxn ang="0">
                        <a:pos x="connsiteX282" y="connsiteY282"/>
                      </a:cxn>
                      <a:cxn ang="0">
                        <a:pos x="connsiteX283" y="connsiteY283"/>
                      </a:cxn>
                      <a:cxn ang="0">
                        <a:pos x="connsiteX284" y="connsiteY284"/>
                      </a:cxn>
                      <a:cxn ang="0">
                        <a:pos x="connsiteX285" y="connsiteY285"/>
                      </a:cxn>
                      <a:cxn ang="0">
                        <a:pos x="connsiteX286" y="connsiteY286"/>
                      </a:cxn>
                      <a:cxn ang="0">
                        <a:pos x="connsiteX287" y="connsiteY287"/>
                      </a:cxn>
                      <a:cxn ang="0">
                        <a:pos x="connsiteX288" y="connsiteY288"/>
                      </a:cxn>
                      <a:cxn ang="0">
                        <a:pos x="connsiteX289" y="connsiteY289"/>
                      </a:cxn>
                      <a:cxn ang="0">
                        <a:pos x="connsiteX290" y="connsiteY290"/>
                      </a:cxn>
                      <a:cxn ang="0">
                        <a:pos x="connsiteX291" y="connsiteY291"/>
                      </a:cxn>
                      <a:cxn ang="0">
                        <a:pos x="connsiteX292" y="connsiteY292"/>
                      </a:cxn>
                      <a:cxn ang="0">
                        <a:pos x="connsiteX293" y="connsiteY293"/>
                      </a:cxn>
                      <a:cxn ang="0">
                        <a:pos x="connsiteX294" y="connsiteY294"/>
                      </a:cxn>
                      <a:cxn ang="0">
                        <a:pos x="connsiteX295" y="connsiteY295"/>
                      </a:cxn>
                      <a:cxn ang="0">
                        <a:pos x="connsiteX296" y="connsiteY296"/>
                      </a:cxn>
                      <a:cxn ang="0">
                        <a:pos x="connsiteX297" y="connsiteY297"/>
                      </a:cxn>
                      <a:cxn ang="0">
                        <a:pos x="connsiteX298" y="connsiteY298"/>
                      </a:cxn>
                      <a:cxn ang="0">
                        <a:pos x="connsiteX299" y="connsiteY299"/>
                      </a:cxn>
                      <a:cxn ang="0">
                        <a:pos x="connsiteX300" y="connsiteY300"/>
                      </a:cxn>
                      <a:cxn ang="0">
                        <a:pos x="connsiteX301" y="connsiteY301"/>
                      </a:cxn>
                      <a:cxn ang="0">
                        <a:pos x="connsiteX302" y="connsiteY302"/>
                      </a:cxn>
                      <a:cxn ang="0">
                        <a:pos x="connsiteX303" y="connsiteY303"/>
                      </a:cxn>
                      <a:cxn ang="0">
                        <a:pos x="connsiteX304" y="connsiteY304"/>
                      </a:cxn>
                      <a:cxn ang="0">
                        <a:pos x="connsiteX305" y="connsiteY305"/>
                      </a:cxn>
                      <a:cxn ang="0">
                        <a:pos x="connsiteX306" y="connsiteY306"/>
                      </a:cxn>
                      <a:cxn ang="0">
                        <a:pos x="connsiteX307" y="connsiteY307"/>
                      </a:cxn>
                      <a:cxn ang="0">
                        <a:pos x="connsiteX308" y="connsiteY308"/>
                      </a:cxn>
                      <a:cxn ang="0">
                        <a:pos x="connsiteX309" y="connsiteY309"/>
                      </a:cxn>
                      <a:cxn ang="0">
                        <a:pos x="connsiteX310" y="connsiteY310"/>
                      </a:cxn>
                      <a:cxn ang="0">
                        <a:pos x="connsiteX311" y="connsiteY311"/>
                      </a:cxn>
                      <a:cxn ang="0">
                        <a:pos x="connsiteX312" y="connsiteY312"/>
                      </a:cxn>
                      <a:cxn ang="0">
                        <a:pos x="connsiteX313" y="connsiteY313"/>
                      </a:cxn>
                      <a:cxn ang="0">
                        <a:pos x="connsiteX314" y="connsiteY314"/>
                      </a:cxn>
                      <a:cxn ang="0">
                        <a:pos x="connsiteX315" y="connsiteY315"/>
                      </a:cxn>
                      <a:cxn ang="0">
                        <a:pos x="connsiteX316" y="connsiteY316"/>
                      </a:cxn>
                      <a:cxn ang="0">
                        <a:pos x="connsiteX317" y="connsiteY317"/>
                      </a:cxn>
                      <a:cxn ang="0">
                        <a:pos x="connsiteX318" y="connsiteY318"/>
                      </a:cxn>
                      <a:cxn ang="0">
                        <a:pos x="connsiteX319" y="connsiteY319"/>
                      </a:cxn>
                      <a:cxn ang="0">
                        <a:pos x="connsiteX320" y="connsiteY320"/>
                      </a:cxn>
                      <a:cxn ang="0">
                        <a:pos x="connsiteX321" y="connsiteY321"/>
                      </a:cxn>
                      <a:cxn ang="0">
                        <a:pos x="connsiteX322" y="connsiteY322"/>
                      </a:cxn>
                      <a:cxn ang="0">
                        <a:pos x="connsiteX323" y="connsiteY323"/>
                      </a:cxn>
                      <a:cxn ang="0">
                        <a:pos x="connsiteX324" y="connsiteY324"/>
                      </a:cxn>
                      <a:cxn ang="0">
                        <a:pos x="connsiteX325" y="connsiteY325"/>
                      </a:cxn>
                      <a:cxn ang="0">
                        <a:pos x="connsiteX326" y="connsiteY326"/>
                      </a:cxn>
                      <a:cxn ang="0">
                        <a:pos x="connsiteX327" y="connsiteY327"/>
                      </a:cxn>
                      <a:cxn ang="0">
                        <a:pos x="connsiteX328" y="connsiteY328"/>
                      </a:cxn>
                      <a:cxn ang="0">
                        <a:pos x="connsiteX329" y="connsiteY329"/>
                      </a:cxn>
                      <a:cxn ang="0">
                        <a:pos x="connsiteX330" y="connsiteY330"/>
                      </a:cxn>
                      <a:cxn ang="0">
                        <a:pos x="connsiteX331" y="connsiteY331"/>
                      </a:cxn>
                      <a:cxn ang="0">
                        <a:pos x="connsiteX332" y="connsiteY332"/>
                      </a:cxn>
                      <a:cxn ang="0">
                        <a:pos x="connsiteX333" y="connsiteY333"/>
                      </a:cxn>
                      <a:cxn ang="0">
                        <a:pos x="connsiteX334" y="connsiteY334"/>
                      </a:cxn>
                      <a:cxn ang="0">
                        <a:pos x="connsiteX335" y="connsiteY335"/>
                      </a:cxn>
                      <a:cxn ang="0">
                        <a:pos x="connsiteX336" y="connsiteY336"/>
                      </a:cxn>
                      <a:cxn ang="0">
                        <a:pos x="connsiteX337" y="connsiteY337"/>
                      </a:cxn>
                      <a:cxn ang="0">
                        <a:pos x="connsiteX338" y="connsiteY338"/>
                      </a:cxn>
                      <a:cxn ang="0">
                        <a:pos x="connsiteX339" y="connsiteY339"/>
                      </a:cxn>
                      <a:cxn ang="0">
                        <a:pos x="connsiteX340" y="connsiteY340"/>
                      </a:cxn>
                      <a:cxn ang="0">
                        <a:pos x="connsiteX341" y="connsiteY341"/>
                      </a:cxn>
                      <a:cxn ang="0">
                        <a:pos x="connsiteX342" y="connsiteY342"/>
                      </a:cxn>
                      <a:cxn ang="0">
                        <a:pos x="connsiteX343" y="connsiteY343"/>
                      </a:cxn>
                      <a:cxn ang="0">
                        <a:pos x="connsiteX344" y="connsiteY344"/>
                      </a:cxn>
                      <a:cxn ang="0">
                        <a:pos x="connsiteX345" y="connsiteY345"/>
                      </a:cxn>
                      <a:cxn ang="0">
                        <a:pos x="connsiteX346" y="connsiteY346"/>
                      </a:cxn>
                      <a:cxn ang="0">
                        <a:pos x="connsiteX347" y="connsiteY347"/>
                      </a:cxn>
                      <a:cxn ang="0">
                        <a:pos x="connsiteX348" y="connsiteY348"/>
                      </a:cxn>
                      <a:cxn ang="0">
                        <a:pos x="connsiteX349" y="connsiteY349"/>
                      </a:cxn>
                      <a:cxn ang="0">
                        <a:pos x="connsiteX350" y="connsiteY350"/>
                      </a:cxn>
                      <a:cxn ang="0">
                        <a:pos x="connsiteX351" y="connsiteY351"/>
                      </a:cxn>
                      <a:cxn ang="0">
                        <a:pos x="connsiteX352" y="connsiteY352"/>
                      </a:cxn>
                      <a:cxn ang="0">
                        <a:pos x="connsiteX353" y="connsiteY353"/>
                      </a:cxn>
                      <a:cxn ang="0">
                        <a:pos x="connsiteX354" y="connsiteY354"/>
                      </a:cxn>
                      <a:cxn ang="0">
                        <a:pos x="connsiteX355" y="connsiteY355"/>
                      </a:cxn>
                      <a:cxn ang="0">
                        <a:pos x="connsiteX356" y="connsiteY356"/>
                      </a:cxn>
                      <a:cxn ang="0">
                        <a:pos x="connsiteX357" y="connsiteY357"/>
                      </a:cxn>
                      <a:cxn ang="0">
                        <a:pos x="connsiteX358" y="connsiteY358"/>
                      </a:cxn>
                      <a:cxn ang="0">
                        <a:pos x="connsiteX359" y="connsiteY359"/>
                      </a:cxn>
                      <a:cxn ang="0">
                        <a:pos x="connsiteX360" y="connsiteY360"/>
                      </a:cxn>
                      <a:cxn ang="0">
                        <a:pos x="connsiteX361" y="connsiteY361"/>
                      </a:cxn>
                      <a:cxn ang="0">
                        <a:pos x="connsiteX362" y="connsiteY362"/>
                      </a:cxn>
                      <a:cxn ang="0">
                        <a:pos x="connsiteX363" y="connsiteY363"/>
                      </a:cxn>
                      <a:cxn ang="0">
                        <a:pos x="connsiteX364" y="connsiteY364"/>
                      </a:cxn>
                      <a:cxn ang="0">
                        <a:pos x="connsiteX365" y="connsiteY365"/>
                      </a:cxn>
                      <a:cxn ang="0">
                        <a:pos x="connsiteX366" y="connsiteY366"/>
                      </a:cxn>
                      <a:cxn ang="0">
                        <a:pos x="connsiteX367" y="connsiteY367"/>
                      </a:cxn>
                      <a:cxn ang="0">
                        <a:pos x="connsiteX368" y="connsiteY368"/>
                      </a:cxn>
                      <a:cxn ang="0">
                        <a:pos x="connsiteX369" y="connsiteY369"/>
                      </a:cxn>
                    </a:cxnLst>
                    <a:rect l="l" t="t" r="r" b="b"/>
                    <a:pathLst>
                      <a:path w="3562322" h="2123041">
                        <a:moveTo>
                          <a:pt x="3562322" y="1958737"/>
                        </a:moveTo>
                        <a:lnTo>
                          <a:pt x="3556550" y="1807913"/>
                        </a:lnTo>
                        <a:lnTo>
                          <a:pt x="3550763" y="1988407"/>
                        </a:lnTo>
                        <a:lnTo>
                          <a:pt x="3544963" y="1723630"/>
                        </a:lnTo>
                        <a:lnTo>
                          <a:pt x="3533348" y="1855183"/>
                        </a:lnTo>
                        <a:lnTo>
                          <a:pt x="3527526" y="1736745"/>
                        </a:lnTo>
                        <a:lnTo>
                          <a:pt x="3521691" y="1816359"/>
                        </a:lnTo>
                        <a:lnTo>
                          <a:pt x="3515848" y="1656738"/>
                        </a:lnTo>
                        <a:lnTo>
                          <a:pt x="3509998" y="1721342"/>
                        </a:lnTo>
                        <a:lnTo>
                          <a:pt x="3504134" y="1690689"/>
                        </a:lnTo>
                        <a:lnTo>
                          <a:pt x="3498264" y="1463467"/>
                        </a:lnTo>
                        <a:lnTo>
                          <a:pt x="3492385" y="1608057"/>
                        </a:lnTo>
                        <a:lnTo>
                          <a:pt x="3480595" y="1793942"/>
                        </a:lnTo>
                        <a:lnTo>
                          <a:pt x="3474689" y="1802514"/>
                        </a:lnTo>
                        <a:lnTo>
                          <a:pt x="3468769" y="1549989"/>
                        </a:lnTo>
                        <a:lnTo>
                          <a:pt x="3462842" y="1514198"/>
                        </a:lnTo>
                        <a:lnTo>
                          <a:pt x="3456901" y="1918186"/>
                        </a:lnTo>
                        <a:lnTo>
                          <a:pt x="3450953" y="1895489"/>
                        </a:lnTo>
                        <a:lnTo>
                          <a:pt x="3444998" y="1750442"/>
                        </a:lnTo>
                        <a:lnTo>
                          <a:pt x="3439028" y="1788473"/>
                        </a:lnTo>
                        <a:lnTo>
                          <a:pt x="3433052" y="1762637"/>
                        </a:lnTo>
                        <a:lnTo>
                          <a:pt x="3427062" y="1715423"/>
                        </a:lnTo>
                        <a:lnTo>
                          <a:pt x="3421065" y="1857640"/>
                        </a:lnTo>
                        <a:lnTo>
                          <a:pt x="3415054" y="1950671"/>
                        </a:lnTo>
                        <a:lnTo>
                          <a:pt x="3409035" y="1958745"/>
                        </a:lnTo>
                        <a:lnTo>
                          <a:pt x="3403010" y="2029463"/>
                        </a:lnTo>
                        <a:lnTo>
                          <a:pt x="3396971" y="1871815"/>
                        </a:lnTo>
                        <a:lnTo>
                          <a:pt x="3390924" y="2063212"/>
                        </a:lnTo>
                        <a:lnTo>
                          <a:pt x="3384864" y="2073258"/>
                        </a:lnTo>
                        <a:lnTo>
                          <a:pt x="3378796" y="2055531"/>
                        </a:lnTo>
                        <a:lnTo>
                          <a:pt x="3372715" y="1923375"/>
                        </a:lnTo>
                        <a:lnTo>
                          <a:pt x="3366619" y="1422410"/>
                        </a:lnTo>
                        <a:lnTo>
                          <a:pt x="3360524" y="2123042"/>
                        </a:lnTo>
                        <a:lnTo>
                          <a:pt x="3354407" y="2024479"/>
                        </a:lnTo>
                        <a:lnTo>
                          <a:pt x="3348291" y="1902650"/>
                        </a:lnTo>
                        <a:lnTo>
                          <a:pt x="3342153" y="2066399"/>
                        </a:lnTo>
                        <a:lnTo>
                          <a:pt x="3336008" y="2030074"/>
                        </a:lnTo>
                        <a:lnTo>
                          <a:pt x="3329857" y="2104795"/>
                        </a:lnTo>
                        <a:lnTo>
                          <a:pt x="3323691" y="2094369"/>
                        </a:lnTo>
                        <a:lnTo>
                          <a:pt x="3317518" y="1704611"/>
                        </a:lnTo>
                        <a:lnTo>
                          <a:pt x="3311331" y="2028523"/>
                        </a:lnTo>
                        <a:lnTo>
                          <a:pt x="3305130" y="2118387"/>
                        </a:lnTo>
                        <a:lnTo>
                          <a:pt x="3292700" y="1311526"/>
                        </a:lnTo>
                        <a:lnTo>
                          <a:pt x="3286471" y="2093555"/>
                        </a:lnTo>
                        <a:lnTo>
                          <a:pt x="3280228" y="2072100"/>
                        </a:lnTo>
                        <a:lnTo>
                          <a:pt x="3273971" y="2093134"/>
                        </a:lnTo>
                        <a:lnTo>
                          <a:pt x="3267714" y="1929728"/>
                        </a:lnTo>
                        <a:lnTo>
                          <a:pt x="3261436" y="1738191"/>
                        </a:lnTo>
                        <a:lnTo>
                          <a:pt x="3255151" y="1757350"/>
                        </a:lnTo>
                        <a:lnTo>
                          <a:pt x="3248852" y="1750428"/>
                        </a:lnTo>
                        <a:lnTo>
                          <a:pt x="3242539" y="1648496"/>
                        </a:lnTo>
                        <a:lnTo>
                          <a:pt x="3236218" y="794835"/>
                        </a:lnTo>
                        <a:lnTo>
                          <a:pt x="3229884" y="855711"/>
                        </a:lnTo>
                        <a:lnTo>
                          <a:pt x="3223536" y="1241312"/>
                        </a:lnTo>
                        <a:lnTo>
                          <a:pt x="3217180" y="1335122"/>
                        </a:lnTo>
                        <a:lnTo>
                          <a:pt x="3210811" y="1240554"/>
                        </a:lnTo>
                        <a:lnTo>
                          <a:pt x="3204427" y="395228"/>
                        </a:lnTo>
                        <a:lnTo>
                          <a:pt x="3198037" y="743837"/>
                        </a:lnTo>
                        <a:lnTo>
                          <a:pt x="3191633" y="783103"/>
                        </a:lnTo>
                        <a:lnTo>
                          <a:pt x="3185214" y="944704"/>
                        </a:lnTo>
                        <a:lnTo>
                          <a:pt x="3178788" y="1553682"/>
                        </a:lnTo>
                        <a:lnTo>
                          <a:pt x="3172349" y="1549848"/>
                        </a:lnTo>
                        <a:lnTo>
                          <a:pt x="3165895" y="1656443"/>
                        </a:lnTo>
                        <a:lnTo>
                          <a:pt x="3159427" y="1574421"/>
                        </a:lnTo>
                        <a:lnTo>
                          <a:pt x="3152953" y="1015065"/>
                        </a:lnTo>
                        <a:lnTo>
                          <a:pt x="3146464" y="0"/>
                        </a:lnTo>
                        <a:lnTo>
                          <a:pt x="3139961" y="695900"/>
                        </a:lnTo>
                        <a:lnTo>
                          <a:pt x="3133444" y="1725589"/>
                        </a:lnTo>
                        <a:lnTo>
                          <a:pt x="3126920" y="1772129"/>
                        </a:lnTo>
                        <a:lnTo>
                          <a:pt x="3120375" y="1782723"/>
                        </a:lnTo>
                        <a:lnTo>
                          <a:pt x="3113823" y="525400"/>
                        </a:lnTo>
                        <a:lnTo>
                          <a:pt x="3107257" y="1123576"/>
                        </a:lnTo>
                        <a:lnTo>
                          <a:pt x="3100677" y="1891880"/>
                        </a:lnTo>
                        <a:lnTo>
                          <a:pt x="3094090" y="1681928"/>
                        </a:lnTo>
                        <a:lnTo>
                          <a:pt x="3087482" y="1943468"/>
                        </a:lnTo>
                        <a:lnTo>
                          <a:pt x="3080866" y="2021306"/>
                        </a:lnTo>
                        <a:lnTo>
                          <a:pt x="3074230" y="1765417"/>
                        </a:lnTo>
                        <a:lnTo>
                          <a:pt x="3067587" y="1946325"/>
                        </a:lnTo>
                        <a:lnTo>
                          <a:pt x="3060930" y="1970357"/>
                        </a:lnTo>
                        <a:lnTo>
                          <a:pt x="3054265" y="2105960"/>
                        </a:lnTo>
                        <a:lnTo>
                          <a:pt x="3047580" y="2091077"/>
                        </a:lnTo>
                        <a:lnTo>
                          <a:pt x="3040880" y="1322310"/>
                        </a:lnTo>
                        <a:lnTo>
                          <a:pt x="3034167" y="1840896"/>
                        </a:lnTo>
                        <a:lnTo>
                          <a:pt x="3027446" y="1971999"/>
                        </a:lnTo>
                        <a:lnTo>
                          <a:pt x="3020705" y="1939283"/>
                        </a:lnTo>
                        <a:lnTo>
                          <a:pt x="3013956" y="1811564"/>
                        </a:lnTo>
                        <a:lnTo>
                          <a:pt x="3007187" y="1612494"/>
                        </a:lnTo>
                        <a:lnTo>
                          <a:pt x="3000410" y="1525740"/>
                        </a:lnTo>
                        <a:lnTo>
                          <a:pt x="2993612" y="1602974"/>
                        </a:lnTo>
                        <a:lnTo>
                          <a:pt x="2986807" y="1457008"/>
                        </a:lnTo>
                        <a:lnTo>
                          <a:pt x="2979981" y="1437876"/>
                        </a:lnTo>
                        <a:lnTo>
                          <a:pt x="2973148" y="1283352"/>
                        </a:lnTo>
                        <a:lnTo>
                          <a:pt x="2966294" y="1174230"/>
                        </a:lnTo>
                        <a:lnTo>
                          <a:pt x="2959426" y="1375687"/>
                        </a:lnTo>
                        <a:lnTo>
                          <a:pt x="2952551" y="1360860"/>
                        </a:lnTo>
                        <a:lnTo>
                          <a:pt x="2945655" y="1068008"/>
                        </a:lnTo>
                        <a:lnTo>
                          <a:pt x="2938745" y="1365458"/>
                        </a:lnTo>
                        <a:lnTo>
                          <a:pt x="2931821" y="1296516"/>
                        </a:lnTo>
                        <a:lnTo>
                          <a:pt x="2924883" y="1289362"/>
                        </a:lnTo>
                        <a:lnTo>
                          <a:pt x="2917930" y="1344410"/>
                        </a:lnTo>
                        <a:lnTo>
                          <a:pt x="2910957" y="1407631"/>
                        </a:lnTo>
                        <a:lnTo>
                          <a:pt x="2903977" y="1536544"/>
                        </a:lnTo>
                        <a:lnTo>
                          <a:pt x="2896975" y="1610086"/>
                        </a:lnTo>
                        <a:lnTo>
                          <a:pt x="2889960" y="1870951"/>
                        </a:lnTo>
                        <a:lnTo>
                          <a:pt x="2882930" y="1995147"/>
                        </a:lnTo>
                        <a:lnTo>
                          <a:pt x="2875887" y="1913595"/>
                        </a:lnTo>
                        <a:lnTo>
                          <a:pt x="2868829" y="1805119"/>
                        </a:lnTo>
                        <a:lnTo>
                          <a:pt x="2861750" y="1587212"/>
                        </a:lnTo>
                        <a:lnTo>
                          <a:pt x="2854658" y="1454649"/>
                        </a:lnTo>
                        <a:lnTo>
                          <a:pt x="2847551" y="1305944"/>
                        </a:lnTo>
                        <a:lnTo>
                          <a:pt x="2840423" y="1183048"/>
                        </a:lnTo>
                        <a:lnTo>
                          <a:pt x="2833288" y="950152"/>
                        </a:lnTo>
                        <a:lnTo>
                          <a:pt x="2826132" y="852987"/>
                        </a:lnTo>
                        <a:lnTo>
                          <a:pt x="2818955" y="627751"/>
                        </a:lnTo>
                        <a:lnTo>
                          <a:pt x="2811771" y="610325"/>
                        </a:lnTo>
                        <a:lnTo>
                          <a:pt x="2804566" y="533912"/>
                        </a:lnTo>
                        <a:lnTo>
                          <a:pt x="2790107" y="310316"/>
                        </a:lnTo>
                        <a:lnTo>
                          <a:pt x="2782845" y="312795"/>
                        </a:lnTo>
                        <a:lnTo>
                          <a:pt x="2775577" y="187323"/>
                        </a:lnTo>
                        <a:lnTo>
                          <a:pt x="2768288" y="266487"/>
                        </a:lnTo>
                        <a:lnTo>
                          <a:pt x="2760984" y="328060"/>
                        </a:lnTo>
                        <a:lnTo>
                          <a:pt x="2753660" y="257513"/>
                        </a:lnTo>
                        <a:lnTo>
                          <a:pt x="2746321" y="264322"/>
                        </a:lnTo>
                        <a:lnTo>
                          <a:pt x="2738962" y="234739"/>
                        </a:lnTo>
                        <a:lnTo>
                          <a:pt x="2731588" y="304939"/>
                        </a:lnTo>
                        <a:lnTo>
                          <a:pt x="2724194" y="449732"/>
                        </a:lnTo>
                        <a:lnTo>
                          <a:pt x="2716785" y="658978"/>
                        </a:lnTo>
                        <a:lnTo>
                          <a:pt x="2709355" y="963414"/>
                        </a:lnTo>
                        <a:lnTo>
                          <a:pt x="2694439" y="1734246"/>
                        </a:lnTo>
                        <a:lnTo>
                          <a:pt x="2686960" y="1827522"/>
                        </a:lnTo>
                        <a:lnTo>
                          <a:pt x="2679460" y="1953985"/>
                        </a:lnTo>
                        <a:lnTo>
                          <a:pt x="2671939" y="1820747"/>
                        </a:lnTo>
                        <a:lnTo>
                          <a:pt x="2664404" y="2039896"/>
                        </a:lnTo>
                        <a:lnTo>
                          <a:pt x="2656841" y="1983619"/>
                        </a:lnTo>
                        <a:lnTo>
                          <a:pt x="2649270" y="2042740"/>
                        </a:lnTo>
                        <a:lnTo>
                          <a:pt x="2641672" y="2011884"/>
                        </a:lnTo>
                        <a:lnTo>
                          <a:pt x="2634059" y="1949870"/>
                        </a:lnTo>
                        <a:lnTo>
                          <a:pt x="2626426" y="1945174"/>
                        </a:lnTo>
                        <a:lnTo>
                          <a:pt x="2618779" y="1883174"/>
                        </a:lnTo>
                        <a:lnTo>
                          <a:pt x="2611103" y="1979589"/>
                        </a:lnTo>
                        <a:lnTo>
                          <a:pt x="2603413" y="2000749"/>
                        </a:lnTo>
                        <a:lnTo>
                          <a:pt x="2587971" y="1844743"/>
                        </a:lnTo>
                        <a:lnTo>
                          <a:pt x="2580218" y="1965077"/>
                        </a:lnTo>
                        <a:lnTo>
                          <a:pt x="2572451" y="2001241"/>
                        </a:lnTo>
                        <a:lnTo>
                          <a:pt x="2564656" y="1945075"/>
                        </a:lnTo>
                        <a:lnTo>
                          <a:pt x="2556847" y="2099649"/>
                        </a:lnTo>
                        <a:lnTo>
                          <a:pt x="2549010" y="2112995"/>
                        </a:lnTo>
                        <a:lnTo>
                          <a:pt x="2541159" y="2004652"/>
                        </a:lnTo>
                        <a:lnTo>
                          <a:pt x="2533287" y="2088395"/>
                        </a:lnTo>
                        <a:lnTo>
                          <a:pt x="2525393" y="1979463"/>
                        </a:lnTo>
                        <a:lnTo>
                          <a:pt x="2517479" y="1967043"/>
                        </a:lnTo>
                        <a:lnTo>
                          <a:pt x="2509536" y="1776720"/>
                        </a:lnTo>
                        <a:lnTo>
                          <a:pt x="2501580" y="1766920"/>
                        </a:lnTo>
                        <a:lnTo>
                          <a:pt x="2493595" y="1761479"/>
                        </a:lnTo>
                        <a:lnTo>
                          <a:pt x="2485597" y="1775106"/>
                        </a:lnTo>
                        <a:lnTo>
                          <a:pt x="2477570" y="1816857"/>
                        </a:lnTo>
                        <a:lnTo>
                          <a:pt x="2469522" y="1724557"/>
                        </a:lnTo>
                        <a:lnTo>
                          <a:pt x="2461453" y="1750618"/>
                        </a:lnTo>
                        <a:lnTo>
                          <a:pt x="2453363" y="1805133"/>
                        </a:lnTo>
                        <a:lnTo>
                          <a:pt x="2445252" y="1954223"/>
                        </a:lnTo>
                        <a:lnTo>
                          <a:pt x="2437113" y="1820059"/>
                        </a:lnTo>
                        <a:lnTo>
                          <a:pt x="2428953" y="2044509"/>
                        </a:lnTo>
                        <a:lnTo>
                          <a:pt x="2420765" y="2047296"/>
                        </a:lnTo>
                        <a:lnTo>
                          <a:pt x="2412563" y="2042122"/>
                        </a:lnTo>
                        <a:lnTo>
                          <a:pt x="2404332" y="1984939"/>
                        </a:lnTo>
                        <a:lnTo>
                          <a:pt x="2396081" y="1983892"/>
                        </a:lnTo>
                        <a:lnTo>
                          <a:pt x="2387801" y="2032131"/>
                        </a:lnTo>
                        <a:lnTo>
                          <a:pt x="2379501" y="1886790"/>
                        </a:lnTo>
                        <a:lnTo>
                          <a:pt x="2371172" y="2018041"/>
                        </a:lnTo>
                        <a:lnTo>
                          <a:pt x="2362822" y="1963076"/>
                        </a:lnTo>
                        <a:lnTo>
                          <a:pt x="2354444" y="1979940"/>
                        </a:lnTo>
                        <a:lnTo>
                          <a:pt x="2346045" y="1948593"/>
                        </a:lnTo>
                        <a:lnTo>
                          <a:pt x="2337619" y="1825289"/>
                        </a:lnTo>
                        <a:lnTo>
                          <a:pt x="2329170" y="1941979"/>
                        </a:lnTo>
                        <a:lnTo>
                          <a:pt x="2320694" y="1752921"/>
                        </a:lnTo>
                        <a:lnTo>
                          <a:pt x="2312190" y="1869274"/>
                        </a:lnTo>
                        <a:lnTo>
                          <a:pt x="2303665" y="1999085"/>
                        </a:lnTo>
                        <a:lnTo>
                          <a:pt x="2295111" y="1867750"/>
                        </a:lnTo>
                        <a:lnTo>
                          <a:pt x="2286530" y="1828266"/>
                        </a:lnTo>
                        <a:lnTo>
                          <a:pt x="2277920" y="1888868"/>
                        </a:lnTo>
                        <a:lnTo>
                          <a:pt x="2269289" y="1498549"/>
                        </a:lnTo>
                        <a:lnTo>
                          <a:pt x="2260631" y="1695435"/>
                        </a:lnTo>
                        <a:lnTo>
                          <a:pt x="2251944" y="1825795"/>
                        </a:lnTo>
                        <a:lnTo>
                          <a:pt x="2243229" y="1528674"/>
                        </a:lnTo>
                        <a:lnTo>
                          <a:pt x="2234479" y="1677989"/>
                        </a:lnTo>
                        <a:lnTo>
                          <a:pt x="2225708" y="1268784"/>
                        </a:lnTo>
                        <a:lnTo>
                          <a:pt x="2216916" y="1780118"/>
                        </a:lnTo>
                        <a:lnTo>
                          <a:pt x="2208081" y="1785314"/>
                        </a:lnTo>
                        <a:lnTo>
                          <a:pt x="2199226" y="1662066"/>
                        </a:lnTo>
                        <a:lnTo>
                          <a:pt x="2190342" y="1854018"/>
                        </a:lnTo>
                        <a:lnTo>
                          <a:pt x="2181431" y="1871310"/>
                        </a:lnTo>
                        <a:lnTo>
                          <a:pt x="2172484" y="1899048"/>
                        </a:lnTo>
                        <a:lnTo>
                          <a:pt x="2163510" y="1593355"/>
                        </a:lnTo>
                        <a:lnTo>
                          <a:pt x="2154507" y="1722654"/>
                        </a:lnTo>
                        <a:lnTo>
                          <a:pt x="2145476" y="1734203"/>
                        </a:lnTo>
                        <a:lnTo>
                          <a:pt x="2136410" y="1823843"/>
                        </a:lnTo>
                        <a:lnTo>
                          <a:pt x="2127316" y="1703137"/>
                        </a:lnTo>
                        <a:lnTo>
                          <a:pt x="2118186" y="1729254"/>
                        </a:lnTo>
                        <a:lnTo>
                          <a:pt x="2109029" y="1641032"/>
                        </a:lnTo>
                        <a:lnTo>
                          <a:pt x="2099836" y="1634419"/>
                        </a:lnTo>
                        <a:lnTo>
                          <a:pt x="2090616" y="1637649"/>
                        </a:lnTo>
                        <a:lnTo>
                          <a:pt x="2081360" y="1618377"/>
                        </a:lnTo>
                        <a:lnTo>
                          <a:pt x="2072076" y="1563890"/>
                        </a:lnTo>
                        <a:lnTo>
                          <a:pt x="2062757" y="1621719"/>
                        </a:lnTo>
                        <a:lnTo>
                          <a:pt x="2053403" y="1684757"/>
                        </a:lnTo>
                        <a:lnTo>
                          <a:pt x="2044021" y="1697289"/>
                        </a:lnTo>
                        <a:lnTo>
                          <a:pt x="2034597" y="1574624"/>
                        </a:lnTo>
                        <a:lnTo>
                          <a:pt x="2025145" y="1013514"/>
                        </a:lnTo>
                        <a:lnTo>
                          <a:pt x="2015657" y="1276493"/>
                        </a:lnTo>
                        <a:lnTo>
                          <a:pt x="2006135" y="1672302"/>
                        </a:lnTo>
                        <a:lnTo>
                          <a:pt x="1996577" y="1535463"/>
                        </a:lnTo>
                        <a:lnTo>
                          <a:pt x="1986985" y="1425358"/>
                        </a:lnTo>
                        <a:lnTo>
                          <a:pt x="1977357" y="1620216"/>
                        </a:lnTo>
                        <a:lnTo>
                          <a:pt x="1967687" y="1439175"/>
                        </a:lnTo>
                        <a:lnTo>
                          <a:pt x="1957982" y="1504474"/>
                        </a:lnTo>
                        <a:lnTo>
                          <a:pt x="1948248" y="1687256"/>
                        </a:lnTo>
                        <a:lnTo>
                          <a:pt x="1938466" y="1713394"/>
                        </a:lnTo>
                        <a:lnTo>
                          <a:pt x="1928656" y="1693048"/>
                        </a:lnTo>
                        <a:lnTo>
                          <a:pt x="1918803" y="1716750"/>
                        </a:lnTo>
                        <a:lnTo>
                          <a:pt x="1908908" y="1862850"/>
                        </a:lnTo>
                        <a:lnTo>
                          <a:pt x="1889014" y="1980158"/>
                        </a:lnTo>
                        <a:lnTo>
                          <a:pt x="1879000" y="1831011"/>
                        </a:lnTo>
                        <a:lnTo>
                          <a:pt x="1868950" y="1955185"/>
                        </a:lnTo>
                        <a:lnTo>
                          <a:pt x="1858866" y="1990267"/>
                        </a:lnTo>
                        <a:lnTo>
                          <a:pt x="1848733" y="1954960"/>
                        </a:lnTo>
                        <a:lnTo>
                          <a:pt x="1838564" y="2070246"/>
                        </a:lnTo>
                        <a:lnTo>
                          <a:pt x="1828346" y="1991882"/>
                        </a:lnTo>
                        <a:lnTo>
                          <a:pt x="1818093" y="2036379"/>
                        </a:lnTo>
                        <a:lnTo>
                          <a:pt x="1807791" y="1973053"/>
                        </a:lnTo>
                        <a:lnTo>
                          <a:pt x="1797454" y="1936868"/>
                        </a:lnTo>
                        <a:lnTo>
                          <a:pt x="1787068" y="1980993"/>
                        </a:lnTo>
                        <a:lnTo>
                          <a:pt x="1776640" y="1948698"/>
                        </a:lnTo>
                        <a:lnTo>
                          <a:pt x="1766162" y="1803785"/>
                        </a:lnTo>
                        <a:lnTo>
                          <a:pt x="1755642" y="1871969"/>
                        </a:lnTo>
                        <a:lnTo>
                          <a:pt x="1745080" y="1975671"/>
                        </a:lnTo>
                        <a:lnTo>
                          <a:pt x="1734469" y="2070457"/>
                        </a:lnTo>
                        <a:lnTo>
                          <a:pt x="1723809" y="1922946"/>
                        </a:lnTo>
                        <a:lnTo>
                          <a:pt x="1713107" y="1938511"/>
                        </a:lnTo>
                        <a:lnTo>
                          <a:pt x="1691555" y="1682770"/>
                        </a:lnTo>
                        <a:lnTo>
                          <a:pt x="1680705" y="1711773"/>
                        </a:lnTo>
                        <a:lnTo>
                          <a:pt x="1669806" y="1668546"/>
                        </a:lnTo>
                        <a:lnTo>
                          <a:pt x="1658851" y="1714237"/>
                        </a:lnTo>
                        <a:lnTo>
                          <a:pt x="1647854" y="1590091"/>
                        </a:lnTo>
                        <a:lnTo>
                          <a:pt x="1636807" y="1286820"/>
                        </a:lnTo>
                        <a:lnTo>
                          <a:pt x="1625705" y="1106643"/>
                        </a:lnTo>
                        <a:lnTo>
                          <a:pt x="1614546" y="853991"/>
                        </a:lnTo>
                        <a:lnTo>
                          <a:pt x="1603345" y="851295"/>
                        </a:lnTo>
                        <a:lnTo>
                          <a:pt x="1592081" y="876562"/>
                        </a:lnTo>
                        <a:lnTo>
                          <a:pt x="1580768" y="1342501"/>
                        </a:lnTo>
                        <a:lnTo>
                          <a:pt x="1569398" y="1320259"/>
                        </a:lnTo>
                        <a:lnTo>
                          <a:pt x="1557973" y="920813"/>
                        </a:lnTo>
                        <a:lnTo>
                          <a:pt x="1546498" y="783180"/>
                        </a:lnTo>
                        <a:lnTo>
                          <a:pt x="1534960" y="793206"/>
                        </a:lnTo>
                        <a:lnTo>
                          <a:pt x="1523366" y="1301725"/>
                        </a:lnTo>
                        <a:lnTo>
                          <a:pt x="1511715" y="1726200"/>
                        </a:lnTo>
                        <a:lnTo>
                          <a:pt x="1500002" y="1663850"/>
                        </a:lnTo>
                        <a:lnTo>
                          <a:pt x="1488232" y="1540209"/>
                        </a:lnTo>
                        <a:lnTo>
                          <a:pt x="1476399" y="1460918"/>
                        </a:lnTo>
                        <a:lnTo>
                          <a:pt x="1464510" y="1480281"/>
                        </a:lnTo>
                        <a:lnTo>
                          <a:pt x="1452558" y="1644971"/>
                        </a:lnTo>
                        <a:lnTo>
                          <a:pt x="1440542" y="1716378"/>
                        </a:lnTo>
                        <a:lnTo>
                          <a:pt x="1428471" y="1823534"/>
                        </a:lnTo>
                        <a:lnTo>
                          <a:pt x="1416329" y="1911910"/>
                        </a:lnTo>
                        <a:lnTo>
                          <a:pt x="1404124" y="1939578"/>
                        </a:lnTo>
                        <a:lnTo>
                          <a:pt x="1391855" y="1921451"/>
                        </a:lnTo>
                        <a:lnTo>
                          <a:pt x="1379517" y="1919583"/>
                        </a:lnTo>
                        <a:lnTo>
                          <a:pt x="1367115" y="2042206"/>
                        </a:lnTo>
                        <a:lnTo>
                          <a:pt x="1354650" y="1998741"/>
                        </a:lnTo>
                        <a:lnTo>
                          <a:pt x="1342108" y="1941888"/>
                        </a:lnTo>
                        <a:lnTo>
                          <a:pt x="1329502" y="1923733"/>
                        </a:lnTo>
                        <a:lnTo>
                          <a:pt x="1316834" y="1784605"/>
                        </a:lnTo>
                        <a:lnTo>
                          <a:pt x="1304088" y="1770718"/>
                        </a:lnTo>
                        <a:lnTo>
                          <a:pt x="1291272" y="1693336"/>
                        </a:lnTo>
                        <a:lnTo>
                          <a:pt x="1278379" y="1625840"/>
                        </a:lnTo>
                        <a:lnTo>
                          <a:pt x="1265422" y="1737622"/>
                        </a:lnTo>
                        <a:lnTo>
                          <a:pt x="1252388" y="1753370"/>
                        </a:lnTo>
                        <a:lnTo>
                          <a:pt x="1239284" y="1649661"/>
                        </a:lnTo>
                        <a:lnTo>
                          <a:pt x="1226103" y="1771553"/>
                        </a:lnTo>
                        <a:lnTo>
                          <a:pt x="1212845" y="1737566"/>
                        </a:lnTo>
                        <a:lnTo>
                          <a:pt x="1199516" y="1782512"/>
                        </a:lnTo>
                        <a:lnTo>
                          <a:pt x="1186103" y="1899231"/>
                        </a:lnTo>
                        <a:lnTo>
                          <a:pt x="1172620" y="1991039"/>
                        </a:lnTo>
                        <a:lnTo>
                          <a:pt x="1159059" y="1950243"/>
                        </a:lnTo>
                        <a:lnTo>
                          <a:pt x="1145421" y="2023587"/>
                        </a:lnTo>
                        <a:lnTo>
                          <a:pt x="1131700" y="2008507"/>
                        </a:lnTo>
                        <a:lnTo>
                          <a:pt x="1117900" y="2073012"/>
                        </a:lnTo>
                        <a:lnTo>
                          <a:pt x="1104024" y="2096440"/>
                        </a:lnTo>
                        <a:lnTo>
                          <a:pt x="1090070" y="2076642"/>
                        </a:lnTo>
                        <a:lnTo>
                          <a:pt x="1076032" y="1887857"/>
                        </a:lnTo>
                        <a:lnTo>
                          <a:pt x="1061917" y="1568271"/>
                        </a:lnTo>
                        <a:lnTo>
                          <a:pt x="1047724" y="1627090"/>
                        </a:lnTo>
                        <a:lnTo>
                          <a:pt x="1033448" y="1899855"/>
                        </a:lnTo>
                        <a:lnTo>
                          <a:pt x="1019094" y="1285198"/>
                        </a:lnTo>
                        <a:lnTo>
                          <a:pt x="1004655" y="1686056"/>
                        </a:lnTo>
                        <a:lnTo>
                          <a:pt x="990140" y="1833433"/>
                        </a:lnTo>
                        <a:lnTo>
                          <a:pt x="975547" y="1420416"/>
                        </a:lnTo>
                        <a:lnTo>
                          <a:pt x="960877" y="1898641"/>
                        </a:lnTo>
                        <a:lnTo>
                          <a:pt x="946123" y="1904714"/>
                        </a:lnTo>
                        <a:lnTo>
                          <a:pt x="931298" y="1825949"/>
                        </a:lnTo>
                        <a:lnTo>
                          <a:pt x="916396" y="1807106"/>
                        </a:lnTo>
                        <a:lnTo>
                          <a:pt x="901417" y="1807766"/>
                        </a:lnTo>
                        <a:lnTo>
                          <a:pt x="886375" y="1816127"/>
                        </a:lnTo>
                        <a:lnTo>
                          <a:pt x="871249" y="1915469"/>
                        </a:lnTo>
                        <a:lnTo>
                          <a:pt x="856066" y="1974513"/>
                        </a:lnTo>
                        <a:lnTo>
                          <a:pt x="840806" y="1948972"/>
                        </a:lnTo>
                        <a:lnTo>
                          <a:pt x="825490" y="2003045"/>
                        </a:lnTo>
                        <a:lnTo>
                          <a:pt x="810111" y="2032496"/>
                        </a:lnTo>
                        <a:lnTo>
                          <a:pt x="794675" y="1931666"/>
                        </a:lnTo>
                        <a:lnTo>
                          <a:pt x="779184" y="1905865"/>
                        </a:lnTo>
                        <a:lnTo>
                          <a:pt x="763643" y="2019248"/>
                        </a:lnTo>
                        <a:lnTo>
                          <a:pt x="748060" y="2008717"/>
                        </a:lnTo>
                        <a:lnTo>
                          <a:pt x="732435" y="1947694"/>
                        </a:lnTo>
                        <a:lnTo>
                          <a:pt x="716782" y="2056226"/>
                        </a:lnTo>
                        <a:lnTo>
                          <a:pt x="701093" y="1881440"/>
                        </a:lnTo>
                        <a:lnTo>
                          <a:pt x="685384" y="1959124"/>
                        </a:lnTo>
                        <a:lnTo>
                          <a:pt x="669661" y="2017044"/>
                        </a:lnTo>
                        <a:lnTo>
                          <a:pt x="653930" y="2032384"/>
                        </a:lnTo>
                        <a:lnTo>
                          <a:pt x="638200" y="2085060"/>
                        </a:lnTo>
                        <a:lnTo>
                          <a:pt x="622476" y="2075069"/>
                        </a:lnTo>
                        <a:lnTo>
                          <a:pt x="606774" y="2053383"/>
                        </a:lnTo>
                        <a:lnTo>
                          <a:pt x="591100" y="2020961"/>
                        </a:lnTo>
                        <a:lnTo>
                          <a:pt x="575468" y="1744685"/>
                        </a:lnTo>
                        <a:lnTo>
                          <a:pt x="559878" y="1923543"/>
                        </a:lnTo>
                        <a:lnTo>
                          <a:pt x="544351" y="1778616"/>
                        </a:lnTo>
                        <a:lnTo>
                          <a:pt x="528902" y="1788424"/>
                        </a:lnTo>
                        <a:lnTo>
                          <a:pt x="513529" y="1766786"/>
                        </a:lnTo>
                        <a:lnTo>
                          <a:pt x="498255" y="1990288"/>
                        </a:lnTo>
                        <a:lnTo>
                          <a:pt x="483087" y="2020877"/>
                        </a:lnTo>
                        <a:lnTo>
                          <a:pt x="468037" y="2074192"/>
                        </a:lnTo>
                        <a:lnTo>
                          <a:pt x="453129" y="2076326"/>
                        </a:lnTo>
                        <a:lnTo>
                          <a:pt x="438360" y="2080869"/>
                        </a:lnTo>
                        <a:lnTo>
                          <a:pt x="423754" y="2078229"/>
                        </a:lnTo>
                        <a:lnTo>
                          <a:pt x="409315" y="2025757"/>
                        </a:lnTo>
                        <a:lnTo>
                          <a:pt x="395053" y="1995168"/>
                        </a:lnTo>
                        <a:lnTo>
                          <a:pt x="380986" y="2026487"/>
                        </a:lnTo>
                        <a:lnTo>
                          <a:pt x="367123" y="1949400"/>
                        </a:lnTo>
                        <a:lnTo>
                          <a:pt x="353470" y="1977721"/>
                        </a:lnTo>
                        <a:lnTo>
                          <a:pt x="340040" y="1966769"/>
                        </a:lnTo>
                        <a:lnTo>
                          <a:pt x="326842" y="1980909"/>
                        </a:lnTo>
                        <a:lnTo>
                          <a:pt x="313880" y="2027666"/>
                        </a:lnTo>
                        <a:lnTo>
                          <a:pt x="301162" y="2036028"/>
                        </a:lnTo>
                        <a:lnTo>
                          <a:pt x="288692" y="2032812"/>
                        </a:lnTo>
                        <a:lnTo>
                          <a:pt x="276475" y="2022689"/>
                        </a:lnTo>
                        <a:lnTo>
                          <a:pt x="264520" y="2019859"/>
                        </a:lnTo>
                        <a:lnTo>
                          <a:pt x="252824" y="2011821"/>
                        </a:lnTo>
                        <a:lnTo>
                          <a:pt x="219305" y="1993483"/>
                        </a:lnTo>
                        <a:lnTo>
                          <a:pt x="208654" y="1968103"/>
                        </a:lnTo>
                        <a:lnTo>
                          <a:pt x="198268" y="1950867"/>
                        </a:lnTo>
                        <a:lnTo>
                          <a:pt x="188137" y="1920005"/>
                        </a:lnTo>
                        <a:lnTo>
                          <a:pt x="178258" y="1941151"/>
                        </a:lnTo>
                        <a:lnTo>
                          <a:pt x="168638" y="1941937"/>
                        </a:lnTo>
                        <a:lnTo>
                          <a:pt x="159264" y="1923185"/>
                        </a:lnTo>
                        <a:lnTo>
                          <a:pt x="150131" y="1928422"/>
                        </a:lnTo>
                        <a:lnTo>
                          <a:pt x="141237" y="1936622"/>
                        </a:lnTo>
                        <a:lnTo>
                          <a:pt x="132577" y="1927404"/>
                        </a:lnTo>
                        <a:lnTo>
                          <a:pt x="124147" y="1920236"/>
                        </a:lnTo>
                        <a:lnTo>
                          <a:pt x="115939" y="1911699"/>
                        </a:lnTo>
                        <a:lnTo>
                          <a:pt x="107950" y="1902186"/>
                        </a:lnTo>
                        <a:lnTo>
                          <a:pt x="92596" y="1880142"/>
                        </a:lnTo>
                        <a:lnTo>
                          <a:pt x="85226" y="1877642"/>
                        </a:lnTo>
                        <a:lnTo>
                          <a:pt x="71064" y="1859002"/>
                        </a:lnTo>
                        <a:lnTo>
                          <a:pt x="64260" y="1852038"/>
                        </a:lnTo>
                        <a:lnTo>
                          <a:pt x="44896" y="1826160"/>
                        </a:lnTo>
                        <a:lnTo>
                          <a:pt x="32800" y="1808587"/>
                        </a:lnTo>
                        <a:lnTo>
                          <a:pt x="26987" y="1797143"/>
                        </a:lnTo>
                        <a:lnTo>
                          <a:pt x="21311" y="1781017"/>
                        </a:lnTo>
                        <a:lnTo>
                          <a:pt x="15783" y="1775176"/>
                        </a:lnTo>
                        <a:lnTo>
                          <a:pt x="10395" y="1774277"/>
                        </a:lnTo>
                        <a:lnTo>
                          <a:pt x="0" y="1756592"/>
                        </a:lnTo>
                        <a:lnTo>
                          <a:pt x="0" y="1756592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s-ES" dirty="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D5F1DCA6-E801-DD7E-2A62-ABDC2095514F}"/>
              </a:ext>
            </a:extLst>
          </p:cNvPr>
          <p:cNvSpPr/>
          <p:nvPr/>
        </p:nvSpPr>
        <p:spPr>
          <a:xfrm>
            <a:off x="2481415" y="7534645"/>
            <a:ext cx="778902" cy="778902"/>
          </a:xfrm>
          <a:prstGeom prst="ellipse">
            <a:avLst/>
          </a:prstGeom>
          <a:solidFill>
            <a:srgbClr val="E9C46A"/>
          </a:solidFill>
          <a:ln>
            <a:solidFill>
              <a:srgbClr val="E9C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>
              <a:solidFill>
                <a:schemeClr val="tx1"/>
              </a:solidFill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3D5D9CD7-8F2E-07C5-10B8-D5366D2AF351}"/>
              </a:ext>
            </a:extLst>
          </p:cNvPr>
          <p:cNvSpPr/>
          <p:nvPr/>
        </p:nvSpPr>
        <p:spPr>
          <a:xfrm>
            <a:off x="3765566" y="7534645"/>
            <a:ext cx="778902" cy="778902"/>
          </a:xfrm>
          <a:prstGeom prst="ellipse">
            <a:avLst/>
          </a:prstGeom>
          <a:solidFill>
            <a:srgbClr val="E9C46A"/>
          </a:solidFill>
          <a:ln>
            <a:solidFill>
              <a:srgbClr val="E9C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200" dirty="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024137B8-2285-4553-F23D-47B02358A6C0}"/>
              </a:ext>
            </a:extLst>
          </p:cNvPr>
          <p:cNvSpPr/>
          <p:nvPr/>
        </p:nvSpPr>
        <p:spPr>
          <a:xfrm>
            <a:off x="5049717" y="7534645"/>
            <a:ext cx="778902" cy="778902"/>
          </a:xfrm>
          <a:prstGeom prst="ellipse">
            <a:avLst/>
          </a:prstGeom>
          <a:solidFill>
            <a:srgbClr val="E9C46A"/>
          </a:solidFill>
          <a:ln>
            <a:solidFill>
              <a:srgbClr val="E9C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4" name="CuadroTexto 353">
                <a:extLst>
                  <a:ext uri="{FF2B5EF4-FFF2-40B4-BE49-F238E27FC236}">
                    <a16:creationId xmlns:a16="http://schemas.microsoft.com/office/drawing/2014/main" id="{73E3653E-ACD5-F393-FC3B-8916F8E2ABEE}"/>
                  </a:ext>
                </a:extLst>
              </p:cNvPr>
              <p:cNvSpPr txBox="1"/>
              <p:nvPr/>
            </p:nvSpPr>
            <p:spPr>
              <a:xfrm rot="5400000">
                <a:off x="7569954" y="5673429"/>
                <a:ext cx="204405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s-E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s-ES" sz="2800" dirty="0"/>
                  <a:t> </a:t>
                </a:r>
              </a:p>
            </p:txBody>
          </p:sp>
        </mc:Choice>
        <mc:Fallback xmlns="">
          <p:sp>
            <p:nvSpPr>
              <p:cNvPr id="354" name="CuadroTexto 353">
                <a:extLst>
                  <a:ext uri="{FF2B5EF4-FFF2-40B4-BE49-F238E27FC236}">
                    <a16:creationId xmlns:a16="http://schemas.microsoft.com/office/drawing/2014/main" id="{73E3653E-ACD5-F393-FC3B-8916F8E2A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569954" y="5673429"/>
                <a:ext cx="2044050" cy="430887"/>
              </a:xfrm>
              <a:prstGeom prst="rect">
                <a:avLst/>
              </a:prstGeom>
              <a:blipFill>
                <a:blip r:embed="rId2"/>
                <a:stretch>
                  <a:fillRect t="-29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" name="CuadroTexto 354">
            <a:extLst>
              <a:ext uri="{FF2B5EF4-FFF2-40B4-BE49-F238E27FC236}">
                <a16:creationId xmlns:a16="http://schemas.microsoft.com/office/drawing/2014/main" id="{63B52615-CEF9-8F45-507D-9DF2934CA516}"/>
              </a:ext>
            </a:extLst>
          </p:cNvPr>
          <p:cNvSpPr txBox="1"/>
          <p:nvPr/>
        </p:nvSpPr>
        <p:spPr>
          <a:xfrm>
            <a:off x="8367476" y="7662486"/>
            <a:ext cx="3656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latin typeface="FrankRuehl" panose="020E0503060101010101" pitchFamily="34" charset="-79"/>
                <a:cs typeface="FrankRuehl" panose="020E0503060101010101" pitchFamily="34" charset="-79"/>
              </a:rPr>
              <a:t>Z</a:t>
            </a:r>
          </a:p>
        </p:txBody>
      </p:sp>
      <p:sp>
        <p:nvSpPr>
          <p:cNvPr id="356" name="CuadroTexto 355">
            <a:extLst>
              <a:ext uri="{FF2B5EF4-FFF2-40B4-BE49-F238E27FC236}">
                <a16:creationId xmlns:a16="http://schemas.microsoft.com/office/drawing/2014/main" id="{8BDB4995-3706-200B-2F21-6C0DDBF8A86B}"/>
              </a:ext>
            </a:extLst>
          </p:cNvPr>
          <p:cNvSpPr txBox="1"/>
          <p:nvPr/>
        </p:nvSpPr>
        <p:spPr>
          <a:xfrm>
            <a:off x="271705" y="7516149"/>
            <a:ext cx="1712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>
                <a:latin typeface="FrankRuehl" panose="020E0503060101010101" pitchFamily="34" charset="-79"/>
                <a:cs typeface="FrankRuehl" panose="020E0503060101010101" pitchFamily="34" charset="-79"/>
              </a:rPr>
              <a:t>Latent</a:t>
            </a:r>
            <a:endParaRPr lang="es-ES" sz="2000" b="1" dirty="0">
              <a:latin typeface="FrankRuehl" panose="020E0503060101010101" pitchFamily="34" charset="-79"/>
              <a:cs typeface="FrankRuehl" panose="020E0503060101010101" pitchFamily="34" charset="-79"/>
            </a:endParaRPr>
          </a:p>
          <a:p>
            <a:pPr algn="ctr"/>
            <a:r>
              <a:rPr lang="es-ES" sz="2000" b="1" dirty="0">
                <a:latin typeface="FrankRuehl" panose="020E0503060101010101" pitchFamily="34" charset="-79"/>
                <a:cs typeface="FrankRuehl" panose="020E0503060101010101" pitchFamily="34" charset="-79"/>
              </a:rPr>
              <a:t> </a:t>
            </a:r>
            <a:r>
              <a:rPr lang="es-ES" sz="2000" b="1" dirty="0" err="1">
                <a:latin typeface="FrankRuehl" panose="020E0503060101010101" pitchFamily="34" charset="-79"/>
                <a:cs typeface="FrankRuehl" panose="020E0503060101010101" pitchFamily="34" charset="-79"/>
              </a:rPr>
              <a:t>Space</a:t>
            </a:r>
            <a:endParaRPr lang="es-ES" sz="2000" b="1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p:sp>
        <p:nvSpPr>
          <p:cNvPr id="357" name="CuadroTexto 356">
            <a:extLst>
              <a:ext uri="{FF2B5EF4-FFF2-40B4-BE49-F238E27FC236}">
                <a16:creationId xmlns:a16="http://schemas.microsoft.com/office/drawing/2014/main" id="{1D03F17A-4F12-9231-7DF5-4543D5B6040F}"/>
              </a:ext>
            </a:extLst>
          </p:cNvPr>
          <p:cNvSpPr txBox="1"/>
          <p:nvPr/>
        </p:nvSpPr>
        <p:spPr>
          <a:xfrm>
            <a:off x="336577" y="5488762"/>
            <a:ext cx="1712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>
                <a:latin typeface="FrankRuehl" panose="020E0503060101010101" pitchFamily="34" charset="-79"/>
                <a:cs typeface="FrankRuehl" panose="020E0503060101010101" pitchFamily="34" charset="-79"/>
              </a:rPr>
              <a:t>Encoder</a:t>
            </a:r>
            <a:endParaRPr lang="es-ES" sz="2000" b="1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" name="CuadroTexto 357">
                <a:extLst>
                  <a:ext uri="{FF2B5EF4-FFF2-40B4-BE49-F238E27FC236}">
                    <a16:creationId xmlns:a16="http://schemas.microsoft.com/office/drawing/2014/main" id="{DE268E26-5338-9824-1E10-B408599838CB}"/>
                  </a:ext>
                </a:extLst>
              </p:cNvPr>
              <p:cNvSpPr txBox="1"/>
              <p:nvPr/>
            </p:nvSpPr>
            <p:spPr>
              <a:xfrm rot="5400000">
                <a:off x="7691214" y="9951630"/>
                <a:ext cx="18667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d>
                      <m:dPr>
                        <m:ctrlPr>
                          <a:rPr lang="es-E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s-ES" sz="2800" dirty="0"/>
                  <a:t> </a:t>
                </a:r>
              </a:p>
            </p:txBody>
          </p:sp>
        </mc:Choice>
        <mc:Fallback xmlns="">
          <p:sp>
            <p:nvSpPr>
              <p:cNvPr id="358" name="CuadroTexto 357">
                <a:extLst>
                  <a:ext uri="{FF2B5EF4-FFF2-40B4-BE49-F238E27FC236}">
                    <a16:creationId xmlns:a16="http://schemas.microsoft.com/office/drawing/2014/main" id="{DE268E26-5338-9824-1E10-B408599838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691214" y="9951630"/>
                <a:ext cx="1866729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9" name="CuadroTexto 358">
            <a:extLst>
              <a:ext uri="{FF2B5EF4-FFF2-40B4-BE49-F238E27FC236}">
                <a16:creationId xmlns:a16="http://schemas.microsoft.com/office/drawing/2014/main" id="{A6BFD305-ED12-228E-5A2E-D27B2DD0A2B8}"/>
              </a:ext>
            </a:extLst>
          </p:cNvPr>
          <p:cNvSpPr txBox="1"/>
          <p:nvPr/>
        </p:nvSpPr>
        <p:spPr>
          <a:xfrm>
            <a:off x="253891" y="9967019"/>
            <a:ext cx="1712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>
                <a:latin typeface="FrankRuehl" panose="020E0503060101010101" pitchFamily="34" charset="-79"/>
                <a:cs typeface="FrankRuehl" panose="020E0503060101010101" pitchFamily="34" charset="-79"/>
              </a:rPr>
              <a:t>Decoder</a:t>
            </a:r>
            <a:endParaRPr lang="es-ES" sz="2000" b="1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p:sp>
        <p:nvSpPr>
          <p:cNvPr id="361" name="CuadroTexto 360">
            <a:extLst>
              <a:ext uri="{FF2B5EF4-FFF2-40B4-BE49-F238E27FC236}">
                <a16:creationId xmlns:a16="http://schemas.microsoft.com/office/drawing/2014/main" id="{3B399C56-C5EA-8B5F-9E55-E6E4C0DA2B50}"/>
              </a:ext>
            </a:extLst>
          </p:cNvPr>
          <p:cNvSpPr txBox="1"/>
          <p:nvPr/>
        </p:nvSpPr>
        <p:spPr>
          <a:xfrm>
            <a:off x="8441736" y="3216180"/>
            <a:ext cx="3656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latin typeface="FrankRuehl" panose="020E0503060101010101" pitchFamily="34" charset="-79"/>
                <a:cs typeface="FrankRuehl" panose="020E0503060101010101" pitchFamily="34" charset="-79"/>
              </a:rPr>
              <a:t>X</a:t>
            </a:r>
          </a:p>
        </p:txBody>
      </p:sp>
      <p:sp>
        <p:nvSpPr>
          <p:cNvPr id="362" name="CuadroTexto 361">
            <a:extLst>
              <a:ext uri="{FF2B5EF4-FFF2-40B4-BE49-F238E27FC236}">
                <a16:creationId xmlns:a16="http://schemas.microsoft.com/office/drawing/2014/main" id="{7C4189A3-D1D1-A4C3-D9A0-450F912DFD10}"/>
              </a:ext>
            </a:extLst>
          </p:cNvPr>
          <p:cNvSpPr txBox="1"/>
          <p:nvPr/>
        </p:nvSpPr>
        <p:spPr>
          <a:xfrm>
            <a:off x="3711477" y="2732078"/>
            <a:ext cx="2271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FrankRuehl" panose="020E0503060101010101" pitchFamily="34" charset="-79"/>
                <a:cs typeface="FrankRuehl" panose="020E0503060101010101" pitchFamily="34" charset="-79"/>
              </a:rPr>
              <a:t>Input </a:t>
            </a:r>
            <a:r>
              <a:rPr lang="es-ES" sz="2400" b="1" dirty="0" err="1">
                <a:latin typeface="FrankRuehl" panose="020E0503060101010101" pitchFamily="34" charset="-79"/>
                <a:cs typeface="FrankRuehl" panose="020E0503060101010101" pitchFamily="34" charset="-79"/>
              </a:rPr>
              <a:t>Spectrum</a:t>
            </a:r>
            <a:endParaRPr lang="es-ES" sz="2400" b="1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p:sp>
        <p:nvSpPr>
          <p:cNvPr id="363" name="CuadroTexto 362">
            <a:extLst>
              <a:ext uri="{FF2B5EF4-FFF2-40B4-BE49-F238E27FC236}">
                <a16:creationId xmlns:a16="http://schemas.microsoft.com/office/drawing/2014/main" id="{5FC0EF5B-134A-18BF-A09C-10545A8254F5}"/>
              </a:ext>
            </a:extLst>
          </p:cNvPr>
          <p:cNvSpPr txBox="1"/>
          <p:nvPr/>
        </p:nvSpPr>
        <p:spPr>
          <a:xfrm>
            <a:off x="3214528" y="12785811"/>
            <a:ext cx="3265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FrankRuehl" panose="020E0503060101010101" pitchFamily="34" charset="-79"/>
                <a:cs typeface="FrankRuehl" panose="020E0503060101010101" pitchFamily="34" charset="-79"/>
              </a:rPr>
              <a:t>Reconstructed</a:t>
            </a:r>
            <a:r>
              <a:rPr lang="es-ES" sz="2400" b="1" dirty="0">
                <a:latin typeface="FrankRuehl" panose="020E0503060101010101" pitchFamily="34" charset="-79"/>
                <a:cs typeface="FrankRuehl" panose="020E0503060101010101" pitchFamily="34" charset="-79"/>
              </a:rPr>
              <a:t> </a:t>
            </a:r>
            <a:r>
              <a:rPr lang="es-ES" sz="2400" b="1" dirty="0" err="1">
                <a:latin typeface="FrankRuehl" panose="020E0503060101010101" pitchFamily="34" charset="-79"/>
                <a:cs typeface="FrankRuehl" panose="020E0503060101010101" pitchFamily="34" charset="-79"/>
              </a:rPr>
              <a:t>Spectrum</a:t>
            </a:r>
            <a:endParaRPr lang="es-ES" sz="2400" b="1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3DEDEAE6-FD2E-64EC-C9B6-6C64B5812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63857" y="303729"/>
            <a:ext cx="5318697" cy="3174061"/>
          </a:xfrm>
          <a:prstGeom prst="rect">
            <a:avLst/>
          </a:prstGeo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FCF8D1BA-C389-9EC8-5584-F2AAE0B03A21}"/>
              </a:ext>
            </a:extLst>
          </p:cNvPr>
          <p:cNvSpPr/>
          <p:nvPr/>
        </p:nvSpPr>
        <p:spPr>
          <a:xfrm>
            <a:off x="6333868" y="7534645"/>
            <a:ext cx="778902" cy="778902"/>
          </a:xfrm>
          <a:prstGeom prst="ellipse">
            <a:avLst/>
          </a:prstGeom>
          <a:solidFill>
            <a:srgbClr val="E9C46A"/>
          </a:solidFill>
          <a:ln>
            <a:solidFill>
              <a:srgbClr val="E9C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aseline="-25000" dirty="0"/>
          </a:p>
        </p:txBody>
      </p:sp>
      <p:grpSp>
        <p:nvGrpSpPr>
          <p:cNvPr id="434" name="Grupo 433">
            <a:extLst>
              <a:ext uri="{FF2B5EF4-FFF2-40B4-BE49-F238E27FC236}">
                <a16:creationId xmlns:a16="http://schemas.microsoft.com/office/drawing/2014/main" id="{F95BB1E5-0D03-2711-CDDC-22E7F02E58F6}"/>
              </a:ext>
            </a:extLst>
          </p:cNvPr>
          <p:cNvGrpSpPr/>
          <p:nvPr/>
        </p:nvGrpSpPr>
        <p:grpSpPr>
          <a:xfrm>
            <a:off x="1471237" y="3251363"/>
            <a:ext cx="6694196" cy="4283282"/>
            <a:chOff x="1471237" y="3251363"/>
            <a:chExt cx="6694196" cy="4283282"/>
          </a:xfrm>
        </p:grpSpPr>
        <p:grpSp>
          <p:nvGrpSpPr>
            <p:cNvPr id="326" name="Grupo 325">
              <a:extLst>
                <a:ext uri="{FF2B5EF4-FFF2-40B4-BE49-F238E27FC236}">
                  <a16:creationId xmlns:a16="http://schemas.microsoft.com/office/drawing/2014/main" id="{0971E48B-AC9C-157C-B98E-A07AEF987208}"/>
                </a:ext>
              </a:extLst>
            </p:cNvPr>
            <p:cNvGrpSpPr/>
            <p:nvPr/>
          </p:nvGrpSpPr>
          <p:grpSpPr>
            <a:xfrm>
              <a:off x="1471237" y="3251363"/>
              <a:ext cx="6694196" cy="520700"/>
              <a:chOff x="1608994" y="2513944"/>
              <a:chExt cx="6694196" cy="520700"/>
            </a:xfrm>
          </p:grpSpPr>
          <p:sp>
            <p:nvSpPr>
              <p:cNvPr id="28" name="Elipse 27">
                <a:extLst>
                  <a:ext uri="{FF2B5EF4-FFF2-40B4-BE49-F238E27FC236}">
                    <a16:creationId xmlns:a16="http://schemas.microsoft.com/office/drawing/2014/main" id="{4302F408-EA4C-C71C-3F5A-D26C8C44AA50}"/>
                  </a:ext>
                </a:extLst>
              </p:cNvPr>
              <p:cNvSpPr/>
              <p:nvPr/>
            </p:nvSpPr>
            <p:spPr>
              <a:xfrm>
                <a:off x="1608994" y="2513944"/>
                <a:ext cx="520700" cy="520700"/>
              </a:xfrm>
              <a:prstGeom prst="ellipse">
                <a:avLst/>
              </a:prstGeom>
              <a:solidFill>
                <a:srgbClr val="E76F51"/>
              </a:solidFill>
              <a:ln>
                <a:solidFill>
                  <a:srgbClr val="E76F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29" name="Elipse 28">
                <a:extLst>
                  <a:ext uri="{FF2B5EF4-FFF2-40B4-BE49-F238E27FC236}">
                    <a16:creationId xmlns:a16="http://schemas.microsoft.com/office/drawing/2014/main" id="{E4275A78-E57B-3DFD-3890-E597B5428082}"/>
                  </a:ext>
                </a:extLst>
              </p:cNvPr>
              <p:cNvSpPr/>
              <p:nvPr/>
            </p:nvSpPr>
            <p:spPr>
              <a:xfrm>
                <a:off x="2637910" y="2513944"/>
                <a:ext cx="520700" cy="520700"/>
              </a:xfrm>
              <a:prstGeom prst="ellipse">
                <a:avLst/>
              </a:prstGeom>
              <a:solidFill>
                <a:srgbClr val="E76F51"/>
              </a:solidFill>
              <a:ln>
                <a:solidFill>
                  <a:srgbClr val="E76F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30" name="Elipse 29">
                <a:extLst>
                  <a:ext uri="{FF2B5EF4-FFF2-40B4-BE49-F238E27FC236}">
                    <a16:creationId xmlns:a16="http://schemas.microsoft.com/office/drawing/2014/main" id="{B3AAB51B-3B91-A0F2-6E30-346031CF4FCE}"/>
                  </a:ext>
                </a:extLst>
              </p:cNvPr>
              <p:cNvSpPr/>
              <p:nvPr/>
            </p:nvSpPr>
            <p:spPr>
              <a:xfrm>
                <a:off x="4695742" y="2513944"/>
                <a:ext cx="520700" cy="520700"/>
              </a:xfrm>
              <a:prstGeom prst="ellipse">
                <a:avLst/>
              </a:prstGeom>
              <a:solidFill>
                <a:srgbClr val="E76F51"/>
              </a:solidFill>
              <a:ln>
                <a:solidFill>
                  <a:srgbClr val="E76F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31" name="Elipse 30">
                <a:extLst>
                  <a:ext uri="{FF2B5EF4-FFF2-40B4-BE49-F238E27FC236}">
                    <a16:creationId xmlns:a16="http://schemas.microsoft.com/office/drawing/2014/main" id="{567485CE-1783-67AD-CB9C-8501E093D186}"/>
                  </a:ext>
                </a:extLst>
              </p:cNvPr>
              <p:cNvSpPr/>
              <p:nvPr/>
            </p:nvSpPr>
            <p:spPr>
              <a:xfrm>
                <a:off x="3666826" y="2513944"/>
                <a:ext cx="520700" cy="520700"/>
              </a:xfrm>
              <a:prstGeom prst="ellipse">
                <a:avLst/>
              </a:prstGeom>
              <a:solidFill>
                <a:srgbClr val="E76F51"/>
              </a:solidFill>
              <a:ln>
                <a:solidFill>
                  <a:srgbClr val="E76F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32" name="Elipse 31">
                <a:extLst>
                  <a:ext uri="{FF2B5EF4-FFF2-40B4-BE49-F238E27FC236}">
                    <a16:creationId xmlns:a16="http://schemas.microsoft.com/office/drawing/2014/main" id="{3597092E-6727-6606-895A-E777BD221790}"/>
                  </a:ext>
                </a:extLst>
              </p:cNvPr>
              <p:cNvSpPr/>
              <p:nvPr/>
            </p:nvSpPr>
            <p:spPr>
              <a:xfrm>
                <a:off x="5724658" y="2513944"/>
                <a:ext cx="520700" cy="520700"/>
              </a:xfrm>
              <a:prstGeom prst="ellipse">
                <a:avLst/>
              </a:prstGeom>
              <a:solidFill>
                <a:srgbClr val="E76F51"/>
              </a:solidFill>
              <a:ln>
                <a:solidFill>
                  <a:srgbClr val="E76F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34" name="Elipse 33">
                <a:extLst>
                  <a:ext uri="{FF2B5EF4-FFF2-40B4-BE49-F238E27FC236}">
                    <a16:creationId xmlns:a16="http://schemas.microsoft.com/office/drawing/2014/main" id="{24692424-EDDA-9A9E-1A5E-FE023012B8B9}"/>
                  </a:ext>
                </a:extLst>
              </p:cNvPr>
              <p:cNvSpPr/>
              <p:nvPr/>
            </p:nvSpPr>
            <p:spPr>
              <a:xfrm>
                <a:off x="6753574" y="2513944"/>
                <a:ext cx="520700" cy="520700"/>
              </a:xfrm>
              <a:prstGeom prst="ellipse">
                <a:avLst/>
              </a:prstGeom>
              <a:solidFill>
                <a:srgbClr val="E76F51"/>
              </a:solidFill>
              <a:ln>
                <a:solidFill>
                  <a:srgbClr val="E76F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35" name="Elipse 34">
                <a:extLst>
                  <a:ext uri="{FF2B5EF4-FFF2-40B4-BE49-F238E27FC236}">
                    <a16:creationId xmlns:a16="http://schemas.microsoft.com/office/drawing/2014/main" id="{64547E43-FD1B-99BA-6022-B4980C829C59}"/>
                  </a:ext>
                </a:extLst>
              </p:cNvPr>
              <p:cNvSpPr/>
              <p:nvPr/>
            </p:nvSpPr>
            <p:spPr>
              <a:xfrm>
                <a:off x="7782490" y="2513944"/>
                <a:ext cx="520700" cy="520700"/>
              </a:xfrm>
              <a:prstGeom prst="ellipse">
                <a:avLst/>
              </a:prstGeom>
              <a:solidFill>
                <a:srgbClr val="E76F51"/>
              </a:solidFill>
              <a:ln>
                <a:solidFill>
                  <a:srgbClr val="E76F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0D7C935A-9A40-323C-B273-B2A5435AEB97}"/>
                </a:ext>
              </a:extLst>
            </p:cNvPr>
            <p:cNvCxnSpPr>
              <a:cxnSpLocks/>
              <a:stCxn id="28" idx="4"/>
              <a:endCxn id="37" idx="0"/>
            </p:cNvCxnSpPr>
            <p:nvPr/>
          </p:nvCxnSpPr>
          <p:spPr>
            <a:xfrm>
              <a:off x="1731587" y="3772063"/>
              <a:ext cx="4839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77E01611-8DF2-33F7-EACB-C937829D92A7}"/>
                </a:ext>
              </a:extLst>
            </p:cNvPr>
            <p:cNvCxnSpPr>
              <a:cxnSpLocks/>
              <a:stCxn id="29" idx="4"/>
              <a:endCxn id="37" idx="0"/>
            </p:cNvCxnSpPr>
            <p:nvPr/>
          </p:nvCxnSpPr>
          <p:spPr>
            <a:xfrm flipH="1">
              <a:off x="2215577" y="3772063"/>
              <a:ext cx="54492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AAA77F75-9B77-DB15-0164-710CE730F3D2}"/>
                </a:ext>
              </a:extLst>
            </p:cNvPr>
            <p:cNvCxnSpPr>
              <a:cxnSpLocks/>
              <a:stCxn id="37" idx="0"/>
              <a:endCxn id="31" idx="4"/>
            </p:cNvCxnSpPr>
            <p:nvPr/>
          </p:nvCxnSpPr>
          <p:spPr>
            <a:xfrm flipV="1">
              <a:off x="2215577" y="3772063"/>
              <a:ext cx="157384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cto 65">
              <a:extLst>
                <a:ext uri="{FF2B5EF4-FFF2-40B4-BE49-F238E27FC236}">
                  <a16:creationId xmlns:a16="http://schemas.microsoft.com/office/drawing/2014/main" id="{2A38756F-EB7A-D6BB-BCF2-03A1BACDA058}"/>
                </a:ext>
              </a:extLst>
            </p:cNvPr>
            <p:cNvCxnSpPr>
              <a:cxnSpLocks/>
              <a:stCxn id="37" idx="0"/>
              <a:endCxn id="30" idx="4"/>
            </p:cNvCxnSpPr>
            <p:nvPr/>
          </p:nvCxnSpPr>
          <p:spPr>
            <a:xfrm flipV="1">
              <a:off x="2215577" y="3772063"/>
              <a:ext cx="260275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 recto 68">
              <a:extLst>
                <a:ext uri="{FF2B5EF4-FFF2-40B4-BE49-F238E27FC236}">
                  <a16:creationId xmlns:a16="http://schemas.microsoft.com/office/drawing/2014/main" id="{0F4365AF-0010-1BD3-090A-99293B99DB69}"/>
                </a:ext>
              </a:extLst>
            </p:cNvPr>
            <p:cNvCxnSpPr>
              <a:cxnSpLocks/>
              <a:stCxn id="37" idx="0"/>
              <a:endCxn id="32" idx="4"/>
            </p:cNvCxnSpPr>
            <p:nvPr/>
          </p:nvCxnSpPr>
          <p:spPr>
            <a:xfrm flipV="1">
              <a:off x="2215577" y="3772063"/>
              <a:ext cx="3631674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recto 70">
              <a:extLst>
                <a:ext uri="{FF2B5EF4-FFF2-40B4-BE49-F238E27FC236}">
                  <a16:creationId xmlns:a16="http://schemas.microsoft.com/office/drawing/2014/main" id="{996D6155-D367-6DC5-C35F-B55257A384E5}"/>
                </a:ext>
              </a:extLst>
            </p:cNvPr>
            <p:cNvCxnSpPr>
              <a:cxnSpLocks/>
              <a:stCxn id="37" idx="0"/>
              <a:endCxn id="34" idx="4"/>
            </p:cNvCxnSpPr>
            <p:nvPr/>
          </p:nvCxnSpPr>
          <p:spPr>
            <a:xfrm flipV="1">
              <a:off x="2215577" y="3772063"/>
              <a:ext cx="46605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8ECDC893-7229-70CF-3F74-9FC2D50A8B99}"/>
                </a:ext>
              </a:extLst>
            </p:cNvPr>
            <p:cNvCxnSpPr>
              <a:cxnSpLocks/>
              <a:stCxn id="37" idx="0"/>
              <a:endCxn id="35" idx="4"/>
            </p:cNvCxnSpPr>
            <p:nvPr/>
          </p:nvCxnSpPr>
          <p:spPr>
            <a:xfrm flipV="1">
              <a:off x="2215577" y="3772063"/>
              <a:ext cx="568950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cto 74">
              <a:extLst>
                <a:ext uri="{FF2B5EF4-FFF2-40B4-BE49-F238E27FC236}">
                  <a16:creationId xmlns:a16="http://schemas.microsoft.com/office/drawing/2014/main" id="{9B42D20C-3CFC-11C0-79C4-F793DA135174}"/>
                </a:ext>
              </a:extLst>
            </p:cNvPr>
            <p:cNvCxnSpPr>
              <a:cxnSpLocks/>
              <a:stCxn id="39" idx="0"/>
              <a:endCxn id="28" idx="4"/>
            </p:cNvCxnSpPr>
            <p:nvPr/>
          </p:nvCxnSpPr>
          <p:spPr>
            <a:xfrm flipH="1" flipV="1">
              <a:off x="1731587" y="3772063"/>
              <a:ext cx="151290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F7842CF7-1FBE-DD78-3501-A663B5336389}"/>
                </a:ext>
              </a:extLst>
            </p:cNvPr>
            <p:cNvCxnSpPr>
              <a:cxnSpLocks/>
              <a:stCxn id="39" idx="0"/>
              <a:endCxn id="29" idx="4"/>
            </p:cNvCxnSpPr>
            <p:nvPr/>
          </p:nvCxnSpPr>
          <p:spPr>
            <a:xfrm flipH="1" flipV="1">
              <a:off x="2760503" y="3772063"/>
              <a:ext cx="4839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517B2E48-4945-9636-F959-0C583DE644EC}"/>
                </a:ext>
              </a:extLst>
            </p:cNvPr>
            <p:cNvCxnSpPr>
              <a:cxnSpLocks/>
              <a:stCxn id="39" idx="0"/>
              <a:endCxn id="31" idx="4"/>
            </p:cNvCxnSpPr>
            <p:nvPr/>
          </p:nvCxnSpPr>
          <p:spPr>
            <a:xfrm flipV="1">
              <a:off x="3244493" y="3772063"/>
              <a:ext cx="54492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4F272B79-AAED-94AF-8C43-A86F8E362DBE}"/>
                </a:ext>
              </a:extLst>
            </p:cNvPr>
            <p:cNvCxnSpPr>
              <a:cxnSpLocks/>
              <a:stCxn id="39" idx="0"/>
              <a:endCxn id="30" idx="4"/>
            </p:cNvCxnSpPr>
            <p:nvPr/>
          </p:nvCxnSpPr>
          <p:spPr>
            <a:xfrm flipV="1">
              <a:off x="3244493" y="3772063"/>
              <a:ext cx="157384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82">
              <a:extLst>
                <a:ext uri="{FF2B5EF4-FFF2-40B4-BE49-F238E27FC236}">
                  <a16:creationId xmlns:a16="http://schemas.microsoft.com/office/drawing/2014/main" id="{78C82C9C-BC2C-6397-131A-DADDBB5BAF3B}"/>
                </a:ext>
              </a:extLst>
            </p:cNvPr>
            <p:cNvCxnSpPr>
              <a:cxnSpLocks/>
              <a:stCxn id="39" idx="0"/>
              <a:endCxn id="32" idx="4"/>
            </p:cNvCxnSpPr>
            <p:nvPr/>
          </p:nvCxnSpPr>
          <p:spPr>
            <a:xfrm flipV="1">
              <a:off x="3244493" y="3772063"/>
              <a:ext cx="260275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84">
              <a:extLst>
                <a:ext uri="{FF2B5EF4-FFF2-40B4-BE49-F238E27FC236}">
                  <a16:creationId xmlns:a16="http://schemas.microsoft.com/office/drawing/2014/main" id="{E2AFA891-7CB9-FD51-1683-9DDB35A85C85}"/>
                </a:ext>
              </a:extLst>
            </p:cNvPr>
            <p:cNvCxnSpPr>
              <a:cxnSpLocks/>
              <a:stCxn id="39" idx="0"/>
              <a:endCxn id="34" idx="4"/>
            </p:cNvCxnSpPr>
            <p:nvPr/>
          </p:nvCxnSpPr>
          <p:spPr>
            <a:xfrm flipV="1">
              <a:off x="3244493" y="3772063"/>
              <a:ext cx="3631674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55C7B070-2A52-42E1-57B6-8F08348366EA}"/>
                </a:ext>
              </a:extLst>
            </p:cNvPr>
            <p:cNvCxnSpPr>
              <a:cxnSpLocks/>
              <a:stCxn id="39" idx="0"/>
              <a:endCxn id="35" idx="4"/>
            </p:cNvCxnSpPr>
            <p:nvPr/>
          </p:nvCxnSpPr>
          <p:spPr>
            <a:xfrm flipV="1">
              <a:off x="3244493" y="3772063"/>
              <a:ext cx="46605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ector recto 88">
              <a:extLst>
                <a:ext uri="{FF2B5EF4-FFF2-40B4-BE49-F238E27FC236}">
                  <a16:creationId xmlns:a16="http://schemas.microsoft.com/office/drawing/2014/main" id="{9559EE76-C0A8-30C5-26E1-25A6996D148F}"/>
                </a:ext>
              </a:extLst>
            </p:cNvPr>
            <p:cNvCxnSpPr>
              <a:cxnSpLocks/>
              <a:stCxn id="38" idx="0"/>
              <a:endCxn id="28" idx="4"/>
            </p:cNvCxnSpPr>
            <p:nvPr/>
          </p:nvCxnSpPr>
          <p:spPr>
            <a:xfrm flipH="1" flipV="1">
              <a:off x="1731587" y="3772063"/>
              <a:ext cx="254182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ector recto 90">
              <a:extLst>
                <a:ext uri="{FF2B5EF4-FFF2-40B4-BE49-F238E27FC236}">
                  <a16:creationId xmlns:a16="http://schemas.microsoft.com/office/drawing/2014/main" id="{E664D567-4C58-601E-5B7B-7B92C87E8C0C}"/>
                </a:ext>
              </a:extLst>
            </p:cNvPr>
            <p:cNvCxnSpPr>
              <a:cxnSpLocks/>
              <a:stCxn id="38" idx="0"/>
              <a:endCxn id="29" idx="4"/>
            </p:cNvCxnSpPr>
            <p:nvPr/>
          </p:nvCxnSpPr>
          <p:spPr>
            <a:xfrm flipH="1" flipV="1">
              <a:off x="2760503" y="3772063"/>
              <a:ext cx="151290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ector recto 92">
              <a:extLst>
                <a:ext uri="{FF2B5EF4-FFF2-40B4-BE49-F238E27FC236}">
                  <a16:creationId xmlns:a16="http://schemas.microsoft.com/office/drawing/2014/main" id="{8DF9F04E-2F54-4CB4-5980-12BA084D88F4}"/>
                </a:ext>
              </a:extLst>
            </p:cNvPr>
            <p:cNvCxnSpPr>
              <a:cxnSpLocks/>
              <a:stCxn id="38" idx="0"/>
              <a:endCxn id="31" idx="4"/>
            </p:cNvCxnSpPr>
            <p:nvPr/>
          </p:nvCxnSpPr>
          <p:spPr>
            <a:xfrm flipH="1" flipV="1">
              <a:off x="3789419" y="3772063"/>
              <a:ext cx="4839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ector recto 94">
              <a:extLst>
                <a:ext uri="{FF2B5EF4-FFF2-40B4-BE49-F238E27FC236}">
                  <a16:creationId xmlns:a16="http://schemas.microsoft.com/office/drawing/2014/main" id="{2095369A-A553-842C-D3D1-F81761DA6D39}"/>
                </a:ext>
              </a:extLst>
            </p:cNvPr>
            <p:cNvCxnSpPr>
              <a:cxnSpLocks/>
              <a:stCxn id="38" idx="0"/>
              <a:endCxn id="30" idx="4"/>
            </p:cNvCxnSpPr>
            <p:nvPr/>
          </p:nvCxnSpPr>
          <p:spPr>
            <a:xfrm flipV="1">
              <a:off x="4273409" y="3772063"/>
              <a:ext cx="54492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ector recto 96">
              <a:extLst>
                <a:ext uri="{FF2B5EF4-FFF2-40B4-BE49-F238E27FC236}">
                  <a16:creationId xmlns:a16="http://schemas.microsoft.com/office/drawing/2014/main" id="{05ECA6FC-6F6B-323A-4170-9258FAEF1C62}"/>
                </a:ext>
              </a:extLst>
            </p:cNvPr>
            <p:cNvCxnSpPr>
              <a:cxnSpLocks/>
              <a:stCxn id="38" idx="0"/>
              <a:endCxn id="32" idx="4"/>
            </p:cNvCxnSpPr>
            <p:nvPr/>
          </p:nvCxnSpPr>
          <p:spPr>
            <a:xfrm flipV="1">
              <a:off x="4273409" y="3772063"/>
              <a:ext cx="157384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ector recto 98">
              <a:extLst>
                <a:ext uri="{FF2B5EF4-FFF2-40B4-BE49-F238E27FC236}">
                  <a16:creationId xmlns:a16="http://schemas.microsoft.com/office/drawing/2014/main" id="{D9EC2736-F891-A223-78BB-61A97C671CF0}"/>
                </a:ext>
              </a:extLst>
            </p:cNvPr>
            <p:cNvCxnSpPr>
              <a:cxnSpLocks/>
              <a:stCxn id="38" idx="0"/>
              <a:endCxn id="34" idx="4"/>
            </p:cNvCxnSpPr>
            <p:nvPr/>
          </p:nvCxnSpPr>
          <p:spPr>
            <a:xfrm flipV="1">
              <a:off x="4273409" y="3772063"/>
              <a:ext cx="260275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ector recto 100">
              <a:extLst>
                <a:ext uri="{FF2B5EF4-FFF2-40B4-BE49-F238E27FC236}">
                  <a16:creationId xmlns:a16="http://schemas.microsoft.com/office/drawing/2014/main" id="{B33887B7-5E04-A982-7D86-FE044BA8380E}"/>
                </a:ext>
              </a:extLst>
            </p:cNvPr>
            <p:cNvCxnSpPr>
              <a:cxnSpLocks/>
              <a:stCxn id="38" idx="0"/>
              <a:endCxn id="35" idx="4"/>
            </p:cNvCxnSpPr>
            <p:nvPr/>
          </p:nvCxnSpPr>
          <p:spPr>
            <a:xfrm flipV="1">
              <a:off x="4273409" y="3772063"/>
              <a:ext cx="3631674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ector recto 102">
              <a:extLst>
                <a:ext uri="{FF2B5EF4-FFF2-40B4-BE49-F238E27FC236}">
                  <a16:creationId xmlns:a16="http://schemas.microsoft.com/office/drawing/2014/main" id="{96C4A84A-0988-2A09-7D27-5526F3CD07D9}"/>
                </a:ext>
              </a:extLst>
            </p:cNvPr>
            <p:cNvCxnSpPr>
              <a:cxnSpLocks/>
              <a:stCxn id="40" idx="0"/>
              <a:endCxn id="28" idx="4"/>
            </p:cNvCxnSpPr>
            <p:nvPr/>
          </p:nvCxnSpPr>
          <p:spPr>
            <a:xfrm flipH="1" flipV="1">
              <a:off x="1731587" y="3772063"/>
              <a:ext cx="357073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ector recto 104">
              <a:extLst>
                <a:ext uri="{FF2B5EF4-FFF2-40B4-BE49-F238E27FC236}">
                  <a16:creationId xmlns:a16="http://schemas.microsoft.com/office/drawing/2014/main" id="{ECCF02E5-7D80-767D-C710-A1E295EBB769}"/>
                </a:ext>
              </a:extLst>
            </p:cNvPr>
            <p:cNvCxnSpPr>
              <a:cxnSpLocks/>
              <a:stCxn id="40" idx="0"/>
              <a:endCxn id="28" idx="4"/>
            </p:cNvCxnSpPr>
            <p:nvPr/>
          </p:nvCxnSpPr>
          <p:spPr>
            <a:xfrm flipH="1" flipV="1">
              <a:off x="1731587" y="3772063"/>
              <a:ext cx="357073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ector recto 108">
              <a:extLst>
                <a:ext uri="{FF2B5EF4-FFF2-40B4-BE49-F238E27FC236}">
                  <a16:creationId xmlns:a16="http://schemas.microsoft.com/office/drawing/2014/main" id="{D4A50310-C834-D3C9-3333-DEC984D1430F}"/>
                </a:ext>
              </a:extLst>
            </p:cNvPr>
            <p:cNvCxnSpPr>
              <a:cxnSpLocks/>
              <a:stCxn id="40" idx="0"/>
              <a:endCxn id="31" idx="4"/>
            </p:cNvCxnSpPr>
            <p:nvPr/>
          </p:nvCxnSpPr>
          <p:spPr>
            <a:xfrm flipH="1" flipV="1">
              <a:off x="3789419" y="3772063"/>
              <a:ext cx="151290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ector recto 110">
              <a:extLst>
                <a:ext uri="{FF2B5EF4-FFF2-40B4-BE49-F238E27FC236}">
                  <a16:creationId xmlns:a16="http://schemas.microsoft.com/office/drawing/2014/main" id="{61CB59DB-B4C5-6499-3167-C169A7409A31}"/>
                </a:ext>
              </a:extLst>
            </p:cNvPr>
            <p:cNvCxnSpPr>
              <a:cxnSpLocks/>
              <a:stCxn id="40" idx="0"/>
              <a:endCxn id="30" idx="4"/>
            </p:cNvCxnSpPr>
            <p:nvPr/>
          </p:nvCxnSpPr>
          <p:spPr>
            <a:xfrm flipH="1" flipV="1">
              <a:off x="4818335" y="3772063"/>
              <a:ext cx="4839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ector recto 112">
              <a:extLst>
                <a:ext uri="{FF2B5EF4-FFF2-40B4-BE49-F238E27FC236}">
                  <a16:creationId xmlns:a16="http://schemas.microsoft.com/office/drawing/2014/main" id="{761FB7EB-D8C0-2302-4F55-31C8E5DEF26E}"/>
                </a:ext>
              </a:extLst>
            </p:cNvPr>
            <p:cNvCxnSpPr>
              <a:cxnSpLocks/>
              <a:stCxn id="40" idx="0"/>
              <a:endCxn id="32" idx="4"/>
            </p:cNvCxnSpPr>
            <p:nvPr/>
          </p:nvCxnSpPr>
          <p:spPr>
            <a:xfrm flipV="1">
              <a:off x="5302325" y="3772063"/>
              <a:ext cx="54492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ector recto 114">
              <a:extLst>
                <a:ext uri="{FF2B5EF4-FFF2-40B4-BE49-F238E27FC236}">
                  <a16:creationId xmlns:a16="http://schemas.microsoft.com/office/drawing/2014/main" id="{3B77900A-0D92-CDE3-97E6-43704C0E666A}"/>
                </a:ext>
              </a:extLst>
            </p:cNvPr>
            <p:cNvCxnSpPr>
              <a:cxnSpLocks/>
              <a:stCxn id="40" idx="0"/>
              <a:endCxn id="34" idx="4"/>
            </p:cNvCxnSpPr>
            <p:nvPr/>
          </p:nvCxnSpPr>
          <p:spPr>
            <a:xfrm flipV="1">
              <a:off x="5302325" y="3772063"/>
              <a:ext cx="157384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ector recto 116">
              <a:extLst>
                <a:ext uri="{FF2B5EF4-FFF2-40B4-BE49-F238E27FC236}">
                  <a16:creationId xmlns:a16="http://schemas.microsoft.com/office/drawing/2014/main" id="{821C8574-BEA1-F0C2-2419-C23C42A184DB}"/>
                </a:ext>
              </a:extLst>
            </p:cNvPr>
            <p:cNvCxnSpPr>
              <a:cxnSpLocks/>
              <a:stCxn id="40" idx="0"/>
              <a:endCxn id="35" idx="4"/>
            </p:cNvCxnSpPr>
            <p:nvPr/>
          </p:nvCxnSpPr>
          <p:spPr>
            <a:xfrm flipV="1">
              <a:off x="5302325" y="3772063"/>
              <a:ext cx="260275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ector recto 119">
              <a:extLst>
                <a:ext uri="{FF2B5EF4-FFF2-40B4-BE49-F238E27FC236}">
                  <a16:creationId xmlns:a16="http://schemas.microsoft.com/office/drawing/2014/main" id="{9A651709-E48E-12C7-4D76-E290C72CDE5A}"/>
                </a:ext>
              </a:extLst>
            </p:cNvPr>
            <p:cNvCxnSpPr>
              <a:cxnSpLocks/>
              <a:stCxn id="41" idx="0"/>
              <a:endCxn id="28" idx="4"/>
            </p:cNvCxnSpPr>
            <p:nvPr/>
          </p:nvCxnSpPr>
          <p:spPr>
            <a:xfrm flipH="1" flipV="1">
              <a:off x="1731587" y="3772063"/>
              <a:ext cx="4599654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ector recto 121">
              <a:extLst>
                <a:ext uri="{FF2B5EF4-FFF2-40B4-BE49-F238E27FC236}">
                  <a16:creationId xmlns:a16="http://schemas.microsoft.com/office/drawing/2014/main" id="{0705F55A-74C1-3C7B-A1E4-83FE01D613AA}"/>
                </a:ext>
              </a:extLst>
            </p:cNvPr>
            <p:cNvCxnSpPr>
              <a:cxnSpLocks/>
              <a:stCxn id="41" idx="0"/>
              <a:endCxn id="29" idx="4"/>
            </p:cNvCxnSpPr>
            <p:nvPr/>
          </p:nvCxnSpPr>
          <p:spPr>
            <a:xfrm flipH="1" flipV="1">
              <a:off x="2760503" y="3772063"/>
              <a:ext cx="357073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ector recto 123">
              <a:extLst>
                <a:ext uri="{FF2B5EF4-FFF2-40B4-BE49-F238E27FC236}">
                  <a16:creationId xmlns:a16="http://schemas.microsoft.com/office/drawing/2014/main" id="{A8EB02AC-0358-A3B8-65D4-42EB61A0478D}"/>
                </a:ext>
              </a:extLst>
            </p:cNvPr>
            <p:cNvCxnSpPr>
              <a:cxnSpLocks/>
              <a:stCxn id="41" idx="0"/>
              <a:endCxn id="31" idx="4"/>
            </p:cNvCxnSpPr>
            <p:nvPr/>
          </p:nvCxnSpPr>
          <p:spPr>
            <a:xfrm flipH="1" flipV="1">
              <a:off x="3789419" y="3772063"/>
              <a:ext cx="254182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ector recto 125">
              <a:extLst>
                <a:ext uri="{FF2B5EF4-FFF2-40B4-BE49-F238E27FC236}">
                  <a16:creationId xmlns:a16="http://schemas.microsoft.com/office/drawing/2014/main" id="{D3A49634-6215-F9BB-DB45-C3E5B0ABEA68}"/>
                </a:ext>
              </a:extLst>
            </p:cNvPr>
            <p:cNvCxnSpPr>
              <a:cxnSpLocks/>
              <a:stCxn id="41" idx="0"/>
              <a:endCxn id="30" idx="4"/>
            </p:cNvCxnSpPr>
            <p:nvPr/>
          </p:nvCxnSpPr>
          <p:spPr>
            <a:xfrm flipH="1" flipV="1">
              <a:off x="4818335" y="3772063"/>
              <a:ext cx="151290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ector recto 127">
              <a:extLst>
                <a:ext uri="{FF2B5EF4-FFF2-40B4-BE49-F238E27FC236}">
                  <a16:creationId xmlns:a16="http://schemas.microsoft.com/office/drawing/2014/main" id="{1AFF6E12-FA23-6AD5-1F69-4BD60C281AB2}"/>
                </a:ext>
              </a:extLst>
            </p:cNvPr>
            <p:cNvCxnSpPr>
              <a:cxnSpLocks/>
              <a:stCxn id="41" idx="0"/>
              <a:endCxn id="32" idx="4"/>
            </p:cNvCxnSpPr>
            <p:nvPr/>
          </p:nvCxnSpPr>
          <p:spPr>
            <a:xfrm flipH="1" flipV="1">
              <a:off x="5847251" y="3772063"/>
              <a:ext cx="4839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ector recto 130">
              <a:extLst>
                <a:ext uri="{FF2B5EF4-FFF2-40B4-BE49-F238E27FC236}">
                  <a16:creationId xmlns:a16="http://schemas.microsoft.com/office/drawing/2014/main" id="{DA701153-516D-09A6-5148-BAD409BA9628}"/>
                </a:ext>
              </a:extLst>
            </p:cNvPr>
            <p:cNvCxnSpPr>
              <a:cxnSpLocks/>
              <a:stCxn id="41" idx="0"/>
              <a:endCxn id="34" idx="4"/>
            </p:cNvCxnSpPr>
            <p:nvPr/>
          </p:nvCxnSpPr>
          <p:spPr>
            <a:xfrm flipV="1">
              <a:off x="6331241" y="3772063"/>
              <a:ext cx="54492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ector recto 132">
              <a:extLst>
                <a:ext uri="{FF2B5EF4-FFF2-40B4-BE49-F238E27FC236}">
                  <a16:creationId xmlns:a16="http://schemas.microsoft.com/office/drawing/2014/main" id="{BB9B3DDD-3F00-F2E1-B399-D3BBDD27B5DE}"/>
                </a:ext>
              </a:extLst>
            </p:cNvPr>
            <p:cNvCxnSpPr>
              <a:cxnSpLocks/>
              <a:stCxn id="41" idx="0"/>
              <a:endCxn id="35" idx="4"/>
            </p:cNvCxnSpPr>
            <p:nvPr/>
          </p:nvCxnSpPr>
          <p:spPr>
            <a:xfrm flipV="1">
              <a:off x="6331241" y="3772063"/>
              <a:ext cx="157384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ector recto 134">
              <a:extLst>
                <a:ext uri="{FF2B5EF4-FFF2-40B4-BE49-F238E27FC236}">
                  <a16:creationId xmlns:a16="http://schemas.microsoft.com/office/drawing/2014/main" id="{4CD575FA-0B8F-F12D-847B-5264F75ECFD0}"/>
                </a:ext>
              </a:extLst>
            </p:cNvPr>
            <p:cNvCxnSpPr>
              <a:cxnSpLocks/>
              <a:stCxn id="42" idx="0"/>
              <a:endCxn id="28" idx="4"/>
            </p:cNvCxnSpPr>
            <p:nvPr/>
          </p:nvCxnSpPr>
          <p:spPr>
            <a:xfrm flipH="1" flipV="1">
              <a:off x="1731587" y="3772063"/>
              <a:ext cx="562857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ector recto 136">
              <a:extLst>
                <a:ext uri="{FF2B5EF4-FFF2-40B4-BE49-F238E27FC236}">
                  <a16:creationId xmlns:a16="http://schemas.microsoft.com/office/drawing/2014/main" id="{A621FB07-F127-1FD8-9B04-9ADB787A152B}"/>
                </a:ext>
              </a:extLst>
            </p:cNvPr>
            <p:cNvCxnSpPr>
              <a:cxnSpLocks/>
              <a:stCxn id="42" idx="0"/>
              <a:endCxn id="29" idx="4"/>
            </p:cNvCxnSpPr>
            <p:nvPr/>
          </p:nvCxnSpPr>
          <p:spPr>
            <a:xfrm flipH="1" flipV="1">
              <a:off x="2760503" y="3772063"/>
              <a:ext cx="4599654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ector recto 138">
              <a:extLst>
                <a:ext uri="{FF2B5EF4-FFF2-40B4-BE49-F238E27FC236}">
                  <a16:creationId xmlns:a16="http://schemas.microsoft.com/office/drawing/2014/main" id="{8FBFB605-2566-7429-B1F4-A4FA7497FAC7}"/>
                </a:ext>
              </a:extLst>
            </p:cNvPr>
            <p:cNvCxnSpPr>
              <a:cxnSpLocks/>
              <a:stCxn id="42" idx="0"/>
              <a:endCxn id="31" idx="4"/>
            </p:cNvCxnSpPr>
            <p:nvPr/>
          </p:nvCxnSpPr>
          <p:spPr>
            <a:xfrm flipH="1" flipV="1">
              <a:off x="3789419" y="3772063"/>
              <a:ext cx="357073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ector recto 140">
              <a:extLst>
                <a:ext uri="{FF2B5EF4-FFF2-40B4-BE49-F238E27FC236}">
                  <a16:creationId xmlns:a16="http://schemas.microsoft.com/office/drawing/2014/main" id="{B8789BA7-41F6-8A6D-858D-36B53115D064}"/>
                </a:ext>
              </a:extLst>
            </p:cNvPr>
            <p:cNvCxnSpPr>
              <a:cxnSpLocks/>
              <a:stCxn id="42" idx="0"/>
              <a:endCxn id="30" idx="4"/>
            </p:cNvCxnSpPr>
            <p:nvPr/>
          </p:nvCxnSpPr>
          <p:spPr>
            <a:xfrm flipH="1" flipV="1">
              <a:off x="4818335" y="3772063"/>
              <a:ext cx="254182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ector recto 143">
              <a:extLst>
                <a:ext uri="{FF2B5EF4-FFF2-40B4-BE49-F238E27FC236}">
                  <a16:creationId xmlns:a16="http://schemas.microsoft.com/office/drawing/2014/main" id="{80738B29-E734-C5B4-81CC-9B31FB278C04}"/>
                </a:ext>
              </a:extLst>
            </p:cNvPr>
            <p:cNvCxnSpPr>
              <a:cxnSpLocks/>
              <a:stCxn id="42" idx="0"/>
              <a:endCxn id="32" idx="4"/>
            </p:cNvCxnSpPr>
            <p:nvPr/>
          </p:nvCxnSpPr>
          <p:spPr>
            <a:xfrm flipH="1" flipV="1">
              <a:off x="5847251" y="3772063"/>
              <a:ext cx="151290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ector recto 145">
              <a:extLst>
                <a:ext uri="{FF2B5EF4-FFF2-40B4-BE49-F238E27FC236}">
                  <a16:creationId xmlns:a16="http://schemas.microsoft.com/office/drawing/2014/main" id="{85EF2D88-B967-197C-E7DE-26C57162482A}"/>
                </a:ext>
              </a:extLst>
            </p:cNvPr>
            <p:cNvCxnSpPr>
              <a:cxnSpLocks/>
              <a:stCxn id="42" idx="0"/>
              <a:endCxn id="34" idx="4"/>
            </p:cNvCxnSpPr>
            <p:nvPr/>
          </p:nvCxnSpPr>
          <p:spPr>
            <a:xfrm flipH="1" flipV="1">
              <a:off x="6876167" y="3772063"/>
              <a:ext cx="4839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ector recto 147">
              <a:extLst>
                <a:ext uri="{FF2B5EF4-FFF2-40B4-BE49-F238E27FC236}">
                  <a16:creationId xmlns:a16="http://schemas.microsoft.com/office/drawing/2014/main" id="{09947E9F-AFA7-95D6-12E8-68B5EA7B4529}"/>
                </a:ext>
              </a:extLst>
            </p:cNvPr>
            <p:cNvCxnSpPr>
              <a:cxnSpLocks/>
              <a:stCxn id="42" idx="0"/>
              <a:endCxn id="35" idx="4"/>
            </p:cNvCxnSpPr>
            <p:nvPr/>
          </p:nvCxnSpPr>
          <p:spPr>
            <a:xfrm flipV="1">
              <a:off x="7360157" y="3772063"/>
              <a:ext cx="54492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47243840-22BB-11E6-A323-2C78E962A883}"/>
                </a:ext>
              </a:extLst>
            </p:cNvPr>
            <p:cNvCxnSpPr>
              <a:cxnSpLocks/>
              <a:stCxn id="42" idx="4"/>
              <a:endCxn id="20" idx="0"/>
            </p:cNvCxnSpPr>
            <p:nvPr/>
          </p:nvCxnSpPr>
          <p:spPr>
            <a:xfrm flipH="1">
              <a:off x="5439168" y="5875439"/>
              <a:ext cx="1920989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87224729-C17A-D8A6-8B37-BD134C7FA41A}"/>
                </a:ext>
              </a:extLst>
            </p:cNvPr>
            <p:cNvCxnSpPr>
              <a:cxnSpLocks/>
              <a:stCxn id="41" idx="4"/>
              <a:endCxn id="20" idx="0"/>
            </p:cNvCxnSpPr>
            <p:nvPr/>
          </p:nvCxnSpPr>
          <p:spPr>
            <a:xfrm flipH="1">
              <a:off x="5439168" y="5875439"/>
              <a:ext cx="892073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F67F9AF7-0FD1-B304-AAD3-23AB37E73034}"/>
                </a:ext>
              </a:extLst>
            </p:cNvPr>
            <p:cNvCxnSpPr>
              <a:cxnSpLocks/>
              <a:stCxn id="40" idx="4"/>
              <a:endCxn id="23" idx="0"/>
            </p:cNvCxnSpPr>
            <p:nvPr/>
          </p:nvCxnSpPr>
          <p:spPr>
            <a:xfrm flipH="1">
              <a:off x="4155017" y="5875439"/>
              <a:ext cx="1147308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C74F1385-2782-4CFA-FEFE-0CA7DC71C163}"/>
                </a:ext>
              </a:extLst>
            </p:cNvPr>
            <p:cNvCxnSpPr>
              <a:cxnSpLocks/>
              <a:stCxn id="38" idx="4"/>
              <a:endCxn id="23" idx="0"/>
            </p:cNvCxnSpPr>
            <p:nvPr/>
          </p:nvCxnSpPr>
          <p:spPr>
            <a:xfrm flipH="1">
              <a:off x="4155017" y="5875439"/>
              <a:ext cx="118392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6F94142D-BE52-A2C1-1E7C-DB52BC6C7619}"/>
                </a:ext>
              </a:extLst>
            </p:cNvPr>
            <p:cNvCxnSpPr>
              <a:cxnSpLocks/>
              <a:stCxn id="39" idx="4"/>
              <a:endCxn id="22" idx="0"/>
            </p:cNvCxnSpPr>
            <p:nvPr/>
          </p:nvCxnSpPr>
          <p:spPr>
            <a:xfrm flipH="1">
              <a:off x="2870866" y="5875439"/>
              <a:ext cx="373627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F20D5D91-4C63-54F0-7B45-482BB0C90748}"/>
                </a:ext>
              </a:extLst>
            </p:cNvPr>
            <p:cNvCxnSpPr>
              <a:cxnSpLocks/>
              <a:stCxn id="37" idx="4"/>
              <a:endCxn id="23" idx="0"/>
            </p:cNvCxnSpPr>
            <p:nvPr/>
          </p:nvCxnSpPr>
          <p:spPr>
            <a:xfrm>
              <a:off x="2215577" y="5875439"/>
              <a:ext cx="1939440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7" name="Grupo 326">
              <a:extLst>
                <a:ext uri="{FF2B5EF4-FFF2-40B4-BE49-F238E27FC236}">
                  <a16:creationId xmlns:a16="http://schemas.microsoft.com/office/drawing/2014/main" id="{3E4AB194-D3A3-2FAE-E09A-1C3D7C7C1642}"/>
                </a:ext>
              </a:extLst>
            </p:cNvPr>
            <p:cNvGrpSpPr/>
            <p:nvPr/>
          </p:nvGrpSpPr>
          <p:grpSpPr>
            <a:xfrm>
              <a:off x="1955227" y="5354739"/>
              <a:ext cx="5665280" cy="520700"/>
              <a:chOff x="2092984" y="4617320"/>
              <a:chExt cx="5665280" cy="520700"/>
            </a:xfrm>
          </p:grpSpPr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1DE1558D-EBC5-5254-FDD9-D884F3BD0240}"/>
                  </a:ext>
                </a:extLst>
              </p:cNvPr>
              <p:cNvSpPr/>
              <p:nvPr/>
            </p:nvSpPr>
            <p:spPr>
              <a:xfrm>
                <a:off x="2092984" y="4617320"/>
                <a:ext cx="520700" cy="520700"/>
              </a:xfrm>
              <a:prstGeom prst="ellipse">
                <a:avLst/>
              </a:prstGeom>
              <a:solidFill>
                <a:srgbClr val="264653"/>
              </a:solidFill>
              <a:ln>
                <a:solidFill>
                  <a:srgbClr val="26465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38" name="Elipse 37">
                <a:extLst>
                  <a:ext uri="{FF2B5EF4-FFF2-40B4-BE49-F238E27FC236}">
                    <a16:creationId xmlns:a16="http://schemas.microsoft.com/office/drawing/2014/main" id="{78CDCEF2-193F-DC04-BE5E-7B950E23C78F}"/>
                  </a:ext>
                </a:extLst>
              </p:cNvPr>
              <p:cNvSpPr/>
              <p:nvPr/>
            </p:nvSpPr>
            <p:spPr>
              <a:xfrm>
                <a:off x="4150816" y="4617320"/>
                <a:ext cx="520700" cy="520700"/>
              </a:xfrm>
              <a:prstGeom prst="ellipse">
                <a:avLst/>
              </a:prstGeom>
              <a:solidFill>
                <a:srgbClr val="264653"/>
              </a:solidFill>
              <a:ln>
                <a:solidFill>
                  <a:srgbClr val="26465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39" name="Elipse 38">
                <a:extLst>
                  <a:ext uri="{FF2B5EF4-FFF2-40B4-BE49-F238E27FC236}">
                    <a16:creationId xmlns:a16="http://schemas.microsoft.com/office/drawing/2014/main" id="{07CE8242-AC3A-9BA7-2594-A06EDEEB7E72}"/>
                  </a:ext>
                </a:extLst>
              </p:cNvPr>
              <p:cNvSpPr/>
              <p:nvPr/>
            </p:nvSpPr>
            <p:spPr>
              <a:xfrm>
                <a:off x="3121900" y="4617320"/>
                <a:ext cx="520700" cy="520700"/>
              </a:xfrm>
              <a:prstGeom prst="ellipse">
                <a:avLst/>
              </a:prstGeom>
              <a:solidFill>
                <a:srgbClr val="264653"/>
              </a:solidFill>
              <a:ln>
                <a:solidFill>
                  <a:srgbClr val="26465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40" name="Elipse 39">
                <a:extLst>
                  <a:ext uri="{FF2B5EF4-FFF2-40B4-BE49-F238E27FC236}">
                    <a16:creationId xmlns:a16="http://schemas.microsoft.com/office/drawing/2014/main" id="{2B78CF50-DA45-B450-6E90-A88B682AADC4}"/>
                  </a:ext>
                </a:extLst>
              </p:cNvPr>
              <p:cNvSpPr/>
              <p:nvPr/>
            </p:nvSpPr>
            <p:spPr>
              <a:xfrm>
                <a:off x="5179732" y="4617320"/>
                <a:ext cx="520700" cy="520700"/>
              </a:xfrm>
              <a:prstGeom prst="ellipse">
                <a:avLst/>
              </a:prstGeom>
              <a:solidFill>
                <a:srgbClr val="264653"/>
              </a:solidFill>
              <a:ln>
                <a:solidFill>
                  <a:srgbClr val="26465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A9511473-B753-322E-1836-C9469147A63C}"/>
                  </a:ext>
                </a:extLst>
              </p:cNvPr>
              <p:cNvSpPr/>
              <p:nvPr/>
            </p:nvSpPr>
            <p:spPr>
              <a:xfrm>
                <a:off x="6208648" y="4617320"/>
                <a:ext cx="520700" cy="520700"/>
              </a:xfrm>
              <a:prstGeom prst="ellipse">
                <a:avLst/>
              </a:prstGeom>
              <a:solidFill>
                <a:srgbClr val="264653"/>
              </a:solidFill>
              <a:ln>
                <a:solidFill>
                  <a:srgbClr val="26465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42" name="Elipse 41">
                <a:extLst>
                  <a:ext uri="{FF2B5EF4-FFF2-40B4-BE49-F238E27FC236}">
                    <a16:creationId xmlns:a16="http://schemas.microsoft.com/office/drawing/2014/main" id="{E5D3ACF4-3D2C-BF1A-DD2F-185CB948F007}"/>
                  </a:ext>
                </a:extLst>
              </p:cNvPr>
              <p:cNvSpPr/>
              <p:nvPr/>
            </p:nvSpPr>
            <p:spPr>
              <a:xfrm>
                <a:off x="7237564" y="4617320"/>
                <a:ext cx="520700" cy="520700"/>
              </a:xfrm>
              <a:prstGeom prst="ellipse">
                <a:avLst/>
              </a:prstGeom>
              <a:solidFill>
                <a:srgbClr val="264653"/>
              </a:solidFill>
              <a:ln>
                <a:solidFill>
                  <a:srgbClr val="26465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cxnSp>
          <p:nvCxnSpPr>
            <p:cNvPr id="88" name="Conector recto 87">
              <a:extLst>
                <a:ext uri="{FF2B5EF4-FFF2-40B4-BE49-F238E27FC236}">
                  <a16:creationId xmlns:a16="http://schemas.microsoft.com/office/drawing/2014/main" id="{81EE8059-33E9-CB59-E3AB-2380159D54EC}"/>
                </a:ext>
              </a:extLst>
            </p:cNvPr>
            <p:cNvCxnSpPr>
              <a:cxnSpLocks/>
              <a:stCxn id="37" idx="4"/>
              <a:endCxn id="22" idx="0"/>
            </p:cNvCxnSpPr>
            <p:nvPr/>
          </p:nvCxnSpPr>
          <p:spPr>
            <a:xfrm>
              <a:off x="2215577" y="5875439"/>
              <a:ext cx="655289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ector recto 93">
              <a:extLst>
                <a:ext uri="{FF2B5EF4-FFF2-40B4-BE49-F238E27FC236}">
                  <a16:creationId xmlns:a16="http://schemas.microsoft.com/office/drawing/2014/main" id="{5A64FECA-AA23-35E6-58FC-7664688B53D2}"/>
                </a:ext>
              </a:extLst>
            </p:cNvPr>
            <p:cNvCxnSpPr>
              <a:cxnSpLocks/>
              <a:stCxn id="39" idx="4"/>
              <a:endCxn id="23" idx="0"/>
            </p:cNvCxnSpPr>
            <p:nvPr/>
          </p:nvCxnSpPr>
          <p:spPr>
            <a:xfrm>
              <a:off x="3244493" y="5875439"/>
              <a:ext cx="910524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ector recto 99">
              <a:extLst>
                <a:ext uri="{FF2B5EF4-FFF2-40B4-BE49-F238E27FC236}">
                  <a16:creationId xmlns:a16="http://schemas.microsoft.com/office/drawing/2014/main" id="{69CAAB84-F526-FAF1-A213-8A1A4923EC9F}"/>
                </a:ext>
              </a:extLst>
            </p:cNvPr>
            <p:cNvCxnSpPr>
              <a:cxnSpLocks/>
              <a:stCxn id="38" idx="4"/>
              <a:endCxn id="22" idx="0"/>
            </p:cNvCxnSpPr>
            <p:nvPr/>
          </p:nvCxnSpPr>
          <p:spPr>
            <a:xfrm flipH="1">
              <a:off x="2870866" y="5875439"/>
              <a:ext cx="1402543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ector recto 105">
              <a:extLst>
                <a:ext uri="{FF2B5EF4-FFF2-40B4-BE49-F238E27FC236}">
                  <a16:creationId xmlns:a16="http://schemas.microsoft.com/office/drawing/2014/main" id="{91537ED2-B568-A30B-5670-2FD6ABED21D5}"/>
                </a:ext>
              </a:extLst>
            </p:cNvPr>
            <p:cNvCxnSpPr>
              <a:cxnSpLocks/>
              <a:stCxn id="40" idx="4"/>
              <a:endCxn id="20" idx="0"/>
            </p:cNvCxnSpPr>
            <p:nvPr/>
          </p:nvCxnSpPr>
          <p:spPr>
            <a:xfrm>
              <a:off x="5302325" y="5875439"/>
              <a:ext cx="136843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ector recto 109">
              <a:extLst>
                <a:ext uri="{FF2B5EF4-FFF2-40B4-BE49-F238E27FC236}">
                  <a16:creationId xmlns:a16="http://schemas.microsoft.com/office/drawing/2014/main" id="{49F910C4-C228-0587-851A-E6E854128C62}"/>
                </a:ext>
              </a:extLst>
            </p:cNvPr>
            <p:cNvCxnSpPr>
              <a:cxnSpLocks/>
              <a:stCxn id="41" idx="4"/>
              <a:endCxn id="8" idx="0"/>
            </p:cNvCxnSpPr>
            <p:nvPr/>
          </p:nvCxnSpPr>
          <p:spPr>
            <a:xfrm>
              <a:off x="6331241" y="5875439"/>
              <a:ext cx="392078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ector recto 117">
              <a:extLst>
                <a:ext uri="{FF2B5EF4-FFF2-40B4-BE49-F238E27FC236}">
                  <a16:creationId xmlns:a16="http://schemas.microsoft.com/office/drawing/2014/main" id="{E163A546-5485-7F98-8B9F-BB6A1272F7CF}"/>
                </a:ext>
              </a:extLst>
            </p:cNvPr>
            <p:cNvCxnSpPr>
              <a:cxnSpLocks/>
              <a:stCxn id="42" idx="4"/>
              <a:endCxn id="8" idx="0"/>
            </p:cNvCxnSpPr>
            <p:nvPr/>
          </p:nvCxnSpPr>
          <p:spPr>
            <a:xfrm flipH="1">
              <a:off x="6723319" y="5875439"/>
              <a:ext cx="636838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Conector recto 390">
              <a:extLst>
                <a:ext uri="{FF2B5EF4-FFF2-40B4-BE49-F238E27FC236}">
                  <a16:creationId xmlns:a16="http://schemas.microsoft.com/office/drawing/2014/main" id="{D6EF49B4-DCE2-AFA5-C1A3-298F5EB7A44F}"/>
                </a:ext>
              </a:extLst>
            </p:cNvPr>
            <p:cNvCxnSpPr>
              <a:cxnSpLocks/>
              <a:stCxn id="37" idx="4"/>
              <a:endCxn id="20" idx="0"/>
            </p:cNvCxnSpPr>
            <p:nvPr/>
          </p:nvCxnSpPr>
          <p:spPr>
            <a:xfrm>
              <a:off x="2215577" y="5875439"/>
              <a:ext cx="3223591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Conector recto 393">
              <a:extLst>
                <a:ext uri="{FF2B5EF4-FFF2-40B4-BE49-F238E27FC236}">
                  <a16:creationId xmlns:a16="http://schemas.microsoft.com/office/drawing/2014/main" id="{31EA33A0-B913-04B5-3DD8-861851C301F7}"/>
                </a:ext>
              </a:extLst>
            </p:cNvPr>
            <p:cNvCxnSpPr>
              <a:cxnSpLocks/>
              <a:stCxn id="37" idx="4"/>
              <a:endCxn id="8" idx="0"/>
            </p:cNvCxnSpPr>
            <p:nvPr/>
          </p:nvCxnSpPr>
          <p:spPr>
            <a:xfrm>
              <a:off x="2215577" y="5875439"/>
              <a:ext cx="4507742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Conector recto 396">
              <a:extLst>
                <a:ext uri="{FF2B5EF4-FFF2-40B4-BE49-F238E27FC236}">
                  <a16:creationId xmlns:a16="http://schemas.microsoft.com/office/drawing/2014/main" id="{930DE600-5707-E68B-E988-965B3FB7D143}"/>
                </a:ext>
              </a:extLst>
            </p:cNvPr>
            <p:cNvCxnSpPr>
              <a:cxnSpLocks/>
              <a:stCxn id="39" idx="4"/>
              <a:endCxn id="20" idx="0"/>
            </p:cNvCxnSpPr>
            <p:nvPr/>
          </p:nvCxnSpPr>
          <p:spPr>
            <a:xfrm>
              <a:off x="3244493" y="5875439"/>
              <a:ext cx="2194675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Conector recto 401">
              <a:extLst>
                <a:ext uri="{FF2B5EF4-FFF2-40B4-BE49-F238E27FC236}">
                  <a16:creationId xmlns:a16="http://schemas.microsoft.com/office/drawing/2014/main" id="{2CC93273-DB40-B2D4-B385-642C9FCC20BA}"/>
                </a:ext>
              </a:extLst>
            </p:cNvPr>
            <p:cNvCxnSpPr>
              <a:cxnSpLocks/>
              <a:stCxn id="38" idx="4"/>
              <a:endCxn id="8" idx="0"/>
            </p:cNvCxnSpPr>
            <p:nvPr/>
          </p:nvCxnSpPr>
          <p:spPr>
            <a:xfrm>
              <a:off x="4273409" y="5875439"/>
              <a:ext cx="2449910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Conector recto 404">
              <a:extLst>
                <a:ext uri="{FF2B5EF4-FFF2-40B4-BE49-F238E27FC236}">
                  <a16:creationId xmlns:a16="http://schemas.microsoft.com/office/drawing/2014/main" id="{D53AB842-F4C3-2737-3F9D-23182BFA68A2}"/>
                </a:ext>
              </a:extLst>
            </p:cNvPr>
            <p:cNvCxnSpPr>
              <a:cxnSpLocks/>
              <a:stCxn id="40" idx="4"/>
              <a:endCxn id="8" idx="0"/>
            </p:cNvCxnSpPr>
            <p:nvPr/>
          </p:nvCxnSpPr>
          <p:spPr>
            <a:xfrm>
              <a:off x="5302325" y="5875439"/>
              <a:ext cx="1420994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Conector recto 407">
              <a:extLst>
                <a:ext uri="{FF2B5EF4-FFF2-40B4-BE49-F238E27FC236}">
                  <a16:creationId xmlns:a16="http://schemas.microsoft.com/office/drawing/2014/main" id="{05200718-CD46-749B-89EC-6E745092E12A}"/>
                </a:ext>
              </a:extLst>
            </p:cNvPr>
            <p:cNvCxnSpPr>
              <a:cxnSpLocks/>
              <a:stCxn id="42" idx="4"/>
              <a:endCxn id="8" idx="0"/>
            </p:cNvCxnSpPr>
            <p:nvPr/>
          </p:nvCxnSpPr>
          <p:spPr>
            <a:xfrm flipH="1">
              <a:off x="6723319" y="5875439"/>
              <a:ext cx="636838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Conector recto 411">
              <a:extLst>
                <a:ext uri="{FF2B5EF4-FFF2-40B4-BE49-F238E27FC236}">
                  <a16:creationId xmlns:a16="http://schemas.microsoft.com/office/drawing/2014/main" id="{F2D8CB94-8BC0-3B55-6FC5-76A7C6FEE03C}"/>
                </a:ext>
              </a:extLst>
            </p:cNvPr>
            <p:cNvCxnSpPr>
              <a:cxnSpLocks/>
              <a:stCxn id="42" idx="4"/>
              <a:endCxn id="22" idx="0"/>
            </p:cNvCxnSpPr>
            <p:nvPr/>
          </p:nvCxnSpPr>
          <p:spPr>
            <a:xfrm flipH="1">
              <a:off x="2870866" y="5875439"/>
              <a:ext cx="4489291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Conector recto 414">
              <a:extLst>
                <a:ext uri="{FF2B5EF4-FFF2-40B4-BE49-F238E27FC236}">
                  <a16:creationId xmlns:a16="http://schemas.microsoft.com/office/drawing/2014/main" id="{9F1E22E6-6F1B-D855-AE0B-31296F1A0DA6}"/>
                </a:ext>
              </a:extLst>
            </p:cNvPr>
            <p:cNvCxnSpPr>
              <a:cxnSpLocks/>
              <a:stCxn id="42" idx="4"/>
              <a:endCxn id="23" idx="0"/>
            </p:cNvCxnSpPr>
            <p:nvPr/>
          </p:nvCxnSpPr>
          <p:spPr>
            <a:xfrm flipH="1">
              <a:off x="4155017" y="5875439"/>
              <a:ext cx="3205140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Conector recto 417">
              <a:extLst>
                <a:ext uri="{FF2B5EF4-FFF2-40B4-BE49-F238E27FC236}">
                  <a16:creationId xmlns:a16="http://schemas.microsoft.com/office/drawing/2014/main" id="{035A2F29-F132-B361-F003-5F717C1A32AD}"/>
                </a:ext>
              </a:extLst>
            </p:cNvPr>
            <p:cNvCxnSpPr>
              <a:cxnSpLocks/>
              <a:stCxn id="41" idx="4"/>
              <a:endCxn id="22" idx="0"/>
            </p:cNvCxnSpPr>
            <p:nvPr/>
          </p:nvCxnSpPr>
          <p:spPr>
            <a:xfrm flipH="1">
              <a:off x="2870866" y="5875439"/>
              <a:ext cx="3460375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Conector recto 420">
              <a:extLst>
                <a:ext uri="{FF2B5EF4-FFF2-40B4-BE49-F238E27FC236}">
                  <a16:creationId xmlns:a16="http://schemas.microsoft.com/office/drawing/2014/main" id="{5E97140D-FAA9-280A-A3FC-E051C5C6B21E}"/>
                </a:ext>
              </a:extLst>
            </p:cNvPr>
            <p:cNvCxnSpPr>
              <a:cxnSpLocks/>
              <a:stCxn id="41" idx="4"/>
              <a:endCxn id="23" idx="0"/>
            </p:cNvCxnSpPr>
            <p:nvPr/>
          </p:nvCxnSpPr>
          <p:spPr>
            <a:xfrm flipH="1">
              <a:off x="4155017" y="5875439"/>
              <a:ext cx="2176224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Conector recto 423">
              <a:extLst>
                <a:ext uri="{FF2B5EF4-FFF2-40B4-BE49-F238E27FC236}">
                  <a16:creationId xmlns:a16="http://schemas.microsoft.com/office/drawing/2014/main" id="{028453C0-8436-330F-1CB0-75C0FF157725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 flipH="1">
              <a:off x="2870866" y="5888872"/>
              <a:ext cx="2431459" cy="1645773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Conector recto 426">
              <a:extLst>
                <a:ext uri="{FF2B5EF4-FFF2-40B4-BE49-F238E27FC236}">
                  <a16:creationId xmlns:a16="http://schemas.microsoft.com/office/drawing/2014/main" id="{7B5A1353-2F0B-86A4-D8E1-7498C8A8EB9F}"/>
                </a:ext>
              </a:extLst>
            </p:cNvPr>
            <p:cNvCxnSpPr>
              <a:cxnSpLocks/>
              <a:stCxn id="38" idx="4"/>
              <a:endCxn id="20" idx="0"/>
            </p:cNvCxnSpPr>
            <p:nvPr/>
          </p:nvCxnSpPr>
          <p:spPr>
            <a:xfrm>
              <a:off x="4273409" y="5875439"/>
              <a:ext cx="1165759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Conector recto 430">
              <a:extLst>
                <a:ext uri="{FF2B5EF4-FFF2-40B4-BE49-F238E27FC236}">
                  <a16:creationId xmlns:a16="http://schemas.microsoft.com/office/drawing/2014/main" id="{7576DB38-A819-C3DC-F680-312A196B742B}"/>
                </a:ext>
              </a:extLst>
            </p:cNvPr>
            <p:cNvCxnSpPr>
              <a:cxnSpLocks/>
              <a:stCxn id="39" idx="4"/>
              <a:endCxn id="8" idx="0"/>
            </p:cNvCxnSpPr>
            <p:nvPr/>
          </p:nvCxnSpPr>
          <p:spPr>
            <a:xfrm>
              <a:off x="3244493" y="5875439"/>
              <a:ext cx="3478826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0" name="Grupo 519">
            <a:extLst>
              <a:ext uri="{FF2B5EF4-FFF2-40B4-BE49-F238E27FC236}">
                <a16:creationId xmlns:a16="http://schemas.microsoft.com/office/drawing/2014/main" id="{DD42F1C9-62AE-B4DE-2414-7B4D4BC67220}"/>
              </a:ext>
            </a:extLst>
          </p:cNvPr>
          <p:cNvGrpSpPr/>
          <p:nvPr/>
        </p:nvGrpSpPr>
        <p:grpSpPr>
          <a:xfrm flipV="1">
            <a:off x="1500205" y="8313547"/>
            <a:ext cx="6694196" cy="4283282"/>
            <a:chOff x="1471237" y="3251363"/>
            <a:chExt cx="6694196" cy="4283282"/>
          </a:xfrm>
        </p:grpSpPr>
        <p:grpSp>
          <p:nvGrpSpPr>
            <p:cNvPr id="521" name="Grupo 520">
              <a:extLst>
                <a:ext uri="{FF2B5EF4-FFF2-40B4-BE49-F238E27FC236}">
                  <a16:creationId xmlns:a16="http://schemas.microsoft.com/office/drawing/2014/main" id="{8E60A9F5-7FA5-5E20-31CA-A1662001C98D}"/>
                </a:ext>
              </a:extLst>
            </p:cNvPr>
            <p:cNvGrpSpPr/>
            <p:nvPr/>
          </p:nvGrpSpPr>
          <p:grpSpPr>
            <a:xfrm>
              <a:off x="1471237" y="3251363"/>
              <a:ext cx="6694196" cy="520700"/>
              <a:chOff x="1608994" y="2513944"/>
              <a:chExt cx="6694196" cy="520700"/>
            </a:xfrm>
          </p:grpSpPr>
          <p:sp>
            <p:nvSpPr>
              <p:cNvPr id="596" name="Elipse 595">
                <a:extLst>
                  <a:ext uri="{FF2B5EF4-FFF2-40B4-BE49-F238E27FC236}">
                    <a16:creationId xmlns:a16="http://schemas.microsoft.com/office/drawing/2014/main" id="{C04C15A3-CAC4-42DA-3485-F8F565A6A149}"/>
                  </a:ext>
                </a:extLst>
              </p:cNvPr>
              <p:cNvSpPr/>
              <p:nvPr/>
            </p:nvSpPr>
            <p:spPr>
              <a:xfrm>
                <a:off x="1608994" y="2513944"/>
                <a:ext cx="520700" cy="520700"/>
              </a:xfrm>
              <a:prstGeom prst="ellipse">
                <a:avLst/>
              </a:prstGeom>
              <a:solidFill>
                <a:srgbClr val="E76F51"/>
              </a:solidFill>
              <a:ln>
                <a:solidFill>
                  <a:srgbClr val="E76F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597" name="Elipse 596">
                <a:extLst>
                  <a:ext uri="{FF2B5EF4-FFF2-40B4-BE49-F238E27FC236}">
                    <a16:creationId xmlns:a16="http://schemas.microsoft.com/office/drawing/2014/main" id="{FBDE66ED-9CB9-01E4-F8B8-7845011B9DE9}"/>
                  </a:ext>
                </a:extLst>
              </p:cNvPr>
              <p:cNvSpPr/>
              <p:nvPr/>
            </p:nvSpPr>
            <p:spPr>
              <a:xfrm>
                <a:off x="2637910" y="2513944"/>
                <a:ext cx="520700" cy="520700"/>
              </a:xfrm>
              <a:prstGeom prst="ellipse">
                <a:avLst/>
              </a:prstGeom>
              <a:solidFill>
                <a:srgbClr val="E76F51"/>
              </a:solidFill>
              <a:ln>
                <a:solidFill>
                  <a:srgbClr val="E76F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598" name="Elipse 597">
                <a:extLst>
                  <a:ext uri="{FF2B5EF4-FFF2-40B4-BE49-F238E27FC236}">
                    <a16:creationId xmlns:a16="http://schemas.microsoft.com/office/drawing/2014/main" id="{88588665-020E-7141-214E-7CBAE7723E9A}"/>
                  </a:ext>
                </a:extLst>
              </p:cNvPr>
              <p:cNvSpPr/>
              <p:nvPr/>
            </p:nvSpPr>
            <p:spPr>
              <a:xfrm>
                <a:off x="4695742" y="2513944"/>
                <a:ext cx="520700" cy="520700"/>
              </a:xfrm>
              <a:prstGeom prst="ellipse">
                <a:avLst/>
              </a:prstGeom>
              <a:solidFill>
                <a:srgbClr val="E76F51"/>
              </a:solidFill>
              <a:ln>
                <a:solidFill>
                  <a:srgbClr val="E76F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599" name="Elipse 598">
                <a:extLst>
                  <a:ext uri="{FF2B5EF4-FFF2-40B4-BE49-F238E27FC236}">
                    <a16:creationId xmlns:a16="http://schemas.microsoft.com/office/drawing/2014/main" id="{241DEBA0-1B4E-131C-4772-3F6A2DB1852D}"/>
                  </a:ext>
                </a:extLst>
              </p:cNvPr>
              <p:cNvSpPr/>
              <p:nvPr/>
            </p:nvSpPr>
            <p:spPr>
              <a:xfrm>
                <a:off x="3666826" y="2513944"/>
                <a:ext cx="520700" cy="520700"/>
              </a:xfrm>
              <a:prstGeom prst="ellipse">
                <a:avLst/>
              </a:prstGeom>
              <a:solidFill>
                <a:srgbClr val="E76F51"/>
              </a:solidFill>
              <a:ln>
                <a:solidFill>
                  <a:srgbClr val="E76F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600" name="Elipse 599">
                <a:extLst>
                  <a:ext uri="{FF2B5EF4-FFF2-40B4-BE49-F238E27FC236}">
                    <a16:creationId xmlns:a16="http://schemas.microsoft.com/office/drawing/2014/main" id="{FBEEF1F8-B231-0441-D1EC-8D8DC10D0217}"/>
                  </a:ext>
                </a:extLst>
              </p:cNvPr>
              <p:cNvSpPr/>
              <p:nvPr/>
            </p:nvSpPr>
            <p:spPr>
              <a:xfrm>
                <a:off x="5724658" y="2513944"/>
                <a:ext cx="520700" cy="520700"/>
              </a:xfrm>
              <a:prstGeom prst="ellipse">
                <a:avLst/>
              </a:prstGeom>
              <a:solidFill>
                <a:srgbClr val="E76F51"/>
              </a:solidFill>
              <a:ln>
                <a:solidFill>
                  <a:srgbClr val="E76F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601" name="Elipse 600">
                <a:extLst>
                  <a:ext uri="{FF2B5EF4-FFF2-40B4-BE49-F238E27FC236}">
                    <a16:creationId xmlns:a16="http://schemas.microsoft.com/office/drawing/2014/main" id="{62238120-1561-A791-A97A-130950CE4D57}"/>
                  </a:ext>
                </a:extLst>
              </p:cNvPr>
              <p:cNvSpPr/>
              <p:nvPr/>
            </p:nvSpPr>
            <p:spPr>
              <a:xfrm>
                <a:off x="6753574" y="2513944"/>
                <a:ext cx="520700" cy="520700"/>
              </a:xfrm>
              <a:prstGeom prst="ellipse">
                <a:avLst/>
              </a:prstGeom>
              <a:solidFill>
                <a:srgbClr val="E76F51"/>
              </a:solidFill>
              <a:ln>
                <a:solidFill>
                  <a:srgbClr val="E76F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602" name="Elipse 601">
                <a:extLst>
                  <a:ext uri="{FF2B5EF4-FFF2-40B4-BE49-F238E27FC236}">
                    <a16:creationId xmlns:a16="http://schemas.microsoft.com/office/drawing/2014/main" id="{6DD44CBB-C585-CAB3-6311-9BDF5912CE8E}"/>
                  </a:ext>
                </a:extLst>
              </p:cNvPr>
              <p:cNvSpPr/>
              <p:nvPr/>
            </p:nvSpPr>
            <p:spPr>
              <a:xfrm>
                <a:off x="7782490" y="2513944"/>
                <a:ext cx="520700" cy="520700"/>
              </a:xfrm>
              <a:prstGeom prst="ellipse">
                <a:avLst/>
              </a:prstGeom>
              <a:solidFill>
                <a:srgbClr val="E76F51"/>
              </a:solidFill>
              <a:ln>
                <a:solidFill>
                  <a:srgbClr val="E76F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cxnSp>
          <p:nvCxnSpPr>
            <p:cNvPr id="522" name="Conector recto 521">
              <a:extLst>
                <a:ext uri="{FF2B5EF4-FFF2-40B4-BE49-F238E27FC236}">
                  <a16:creationId xmlns:a16="http://schemas.microsoft.com/office/drawing/2014/main" id="{CDF8B144-F3A7-9371-91D6-79F012F0A067}"/>
                </a:ext>
              </a:extLst>
            </p:cNvPr>
            <p:cNvCxnSpPr>
              <a:cxnSpLocks/>
              <a:stCxn id="596" idx="4"/>
              <a:endCxn id="590" idx="0"/>
            </p:cNvCxnSpPr>
            <p:nvPr/>
          </p:nvCxnSpPr>
          <p:spPr>
            <a:xfrm>
              <a:off x="1731587" y="3772063"/>
              <a:ext cx="4839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Conector recto 522">
              <a:extLst>
                <a:ext uri="{FF2B5EF4-FFF2-40B4-BE49-F238E27FC236}">
                  <a16:creationId xmlns:a16="http://schemas.microsoft.com/office/drawing/2014/main" id="{7D18E84F-5725-9BD5-296E-B3C812FE9B6D}"/>
                </a:ext>
              </a:extLst>
            </p:cNvPr>
            <p:cNvCxnSpPr>
              <a:cxnSpLocks/>
              <a:stCxn id="597" idx="4"/>
              <a:endCxn id="590" idx="0"/>
            </p:cNvCxnSpPr>
            <p:nvPr/>
          </p:nvCxnSpPr>
          <p:spPr>
            <a:xfrm flipH="1">
              <a:off x="2215577" y="3772063"/>
              <a:ext cx="54492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Conector recto 523">
              <a:extLst>
                <a:ext uri="{FF2B5EF4-FFF2-40B4-BE49-F238E27FC236}">
                  <a16:creationId xmlns:a16="http://schemas.microsoft.com/office/drawing/2014/main" id="{1C68FAF0-952D-7D34-F7D8-5C487668E455}"/>
                </a:ext>
              </a:extLst>
            </p:cNvPr>
            <p:cNvCxnSpPr>
              <a:cxnSpLocks/>
              <a:stCxn id="590" idx="0"/>
              <a:endCxn id="599" idx="4"/>
            </p:cNvCxnSpPr>
            <p:nvPr/>
          </p:nvCxnSpPr>
          <p:spPr>
            <a:xfrm flipV="1">
              <a:off x="2215577" y="3772063"/>
              <a:ext cx="157384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Conector recto 524">
              <a:extLst>
                <a:ext uri="{FF2B5EF4-FFF2-40B4-BE49-F238E27FC236}">
                  <a16:creationId xmlns:a16="http://schemas.microsoft.com/office/drawing/2014/main" id="{01A75F90-90A3-612A-F18C-44F84ADF94ED}"/>
                </a:ext>
              </a:extLst>
            </p:cNvPr>
            <p:cNvCxnSpPr>
              <a:cxnSpLocks/>
              <a:stCxn id="590" idx="0"/>
              <a:endCxn id="598" idx="4"/>
            </p:cNvCxnSpPr>
            <p:nvPr/>
          </p:nvCxnSpPr>
          <p:spPr>
            <a:xfrm flipV="1">
              <a:off x="2215577" y="3772063"/>
              <a:ext cx="260275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Conector recto 525">
              <a:extLst>
                <a:ext uri="{FF2B5EF4-FFF2-40B4-BE49-F238E27FC236}">
                  <a16:creationId xmlns:a16="http://schemas.microsoft.com/office/drawing/2014/main" id="{185D6D01-77BF-BC06-F4C0-A895976BA07B}"/>
                </a:ext>
              </a:extLst>
            </p:cNvPr>
            <p:cNvCxnSpPr>
              <a:cxnSpLocks/>
              <a:stCxn id="590" idx="0"/>
              <a:endCxn id="600" idx="4"/>
            </p:cNvCxnSpPr>
            <p:nvPr/>
          </p:nvCxnSpPr>
          <p:spPr>
            <a:xfrm flipV="1">
              <a:off x="2215577" y="3772063"/>
              <a:ext cx="3631674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Conector recto 526">
              <a:extLst>
                <a:ext uri="{FF2B5EF4-FFF2-40B4-BE49-F238E27FC236}">
                  <a16:creationId xmlns:a16="http://schemas.microsoft.com/office/drawing/2014/main" id="{D29B5639-5468-18CA-C902-A7FEA4A4B64B}"/>
                </a:ext>
              </a:extLst>
            </p:cNvPr>
            <p:cNvCxnSpPr>
              <a:cxnSpLocks/>
              <a:stCxn id="590" idx="0"/>
              <a:endCxn id="601" idx="4"/>
            </p:cNvCxnSpPr>
            <p:nvPr/>
          </p:nvCxnSpPr>
          <p:spPr>
            <a:xfrm flipV="1">
              <a:off x="2215577" y="3772063"/>
              <a:ext cx="46605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Conector recto 527">
              <a:extLst>
                <a:ext uri="{FF2B5EF4-FFF2-40B4-BE49-F238E27FC236}">
                  <a16:creationId xmlns:a16="http://schemas.microsoft.com/office/drawing/2014/main" id="{1A988470-508A-4090-316F-C4C42A7F861B}"/>
                </a:ext>
              </a:extLst>
            </p:cNvPr>
            <p:cNvCxnSpPr>
              <a:cxnSpLocks/>
              <a:stCxn id="590" idx="0"/>
              <a:endCxn id="602" idx="4"/>
            </p:cNvCxnSpPr>
            <p:nvPr/>
          </p:nvCxnSpPr>
          <p:spPr>
            <a:xfrm flipV="1">
              <a:off x="2215577" y="3772063"/>
              <a:ext cx="568950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Conector recto 528">
              <a:extLst>
                <a:ext uri="{FF2B5EF4-FFF2-40B4-BE49-F238E27FC236}">
                  <a16:creationId xmlns:a16="http://schemas.microsoft.com/office/drawing/2014/main" id="{1AB87001-D484-1B14-4E4D-99095ECD03B4}"/>
                </a:ext>
              </a:extLst>
            </p:cNvPr>
            <p:cNvCxnSpPr>
              <a:cxnSpLocks/>
              <a:stCxn id="592" idx="0"/>
              <a:endCxn id="596" idx="4"/>
            </p:cNvCxnSpPr>
            <p:nvPr/>
          </p:nvCxnSpPr>
          <p:spPr>
            <a:xfrm flipH="1" flipV="1">
              <a:off x="1731587" y="3772063"/>
              <a:ext cx="151290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Conector recto 529">
              <a:extLst>
                <a:ext uri="{FF2B5EF4-FFF2-40B4-BE49-F238E27FC236}">
                  <a16:creationId xmlns:a16="http://schemas.microsoft.com/office/drawing/2014/main" id="{4D018828-BCEF-2F10-607E-4492BE0EFA82}"/>
                </a:ext>
              </a:extLst>
            </p:cNvPr>
            <p:cNvCxnSpPr>
              <a:cxnSpLocks/>
              <a:stCxn id="592" idx="0"/>
              <a:endCxn id="597" idx="4"/>
            </p:cNvCxnSpPr>
            <p:nvPr/>
          </p:nvCxnSpPr>
          <p:spPr>
            <a:xfrm flipH="1" flipV="1">
              <a:off x="2760503" y="3772063"/>
              <a:ext cx="4839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Conector recto 530">
              <a:extLst>
                <a:ext uri="{FF2B5EF4-FFF2-40B4-BE49-F238E27FC236}">
                  <a16:creationId xmlns:a16="http://schemas.microsoft.com/office/drawing/2014/main" id="{D4FD54C8-06DD-1673-7DC5-AF7271A36FA2}"/>
                </a:ext>
              </a:extLst>
            </p:cNvPr>
            <p:cNvCxnSpPr>
              <a:cxnSpLocks/>
              <a:stCxn id="592" idx="0"/>
              <a:endCxn id="599" idx="4"/>
            </p:cNvCxnSpPr>
            <p:nvPr/>
          </p:nvCxnSpPr>
          <p:spPr>
            <a:xfrm flipV="1">
              <a:off x="3244493" y="3772063"/>
              <a:ext cx="54492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Conector recto 531">
              <a:extLst>
                <a:ext uri="{FF2B5EF4-FFF2-40B4-BE49-F238E27FC236}">
                  <a16:creationId xmlns:a16="http://schemas.microsoft.com/office/drawing/2014/main" id="{61F53A7C-912A-DC9D-4E86-877A6F14926E}"/>
                </a:ext>
              </a:extLst>
            </p:cNvPr>
            <p:cNvCxnSpPr>
              <a:cxnSpLocks/>
              <a:stCxn id="592" idx="0"/>
              <a:endCxn id="598" idx="4"/>
            </p:cNvCxnSpPr>
            <p:nvPr/>
          </p:nvCxnSpPr>
          <p:spPr>
            <a:xfrm flipV="1">
              <a:off x="3244493" y="3772063"/>
              <a:ext cx="157384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Conector recto 532">
              <a:extLst>
                <a:ext uri="{FF2B5EF4-FFF2-40B4-BE49-F238E27FC236}">
                  <a16:creationId xmlns:a16="http://schemas.microsoft.com/office/drawing/2014/main" id="{02E24626-FD08-34DC-3FA1-759ACFD140F9}"/>
                </a:ext>
              </a:extLst>
            </p:cNvPr>
            <p:cNvCxnSpPr>
              <a:cxnSpLocks/>
              <a:stCxn id="592" idx="0"/>
              <a:endCxn id="600" idx="4"/>
            </p:cNvCxnSpPr>
            <p:nvPr/>
          </p:nvCxnSpPr>
          <p:spPr>
            <a:xfrm flipV="1">
              <a:off x="3244493" y="3772063"/>
              <a:ext cx="260275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Conector recto 533">
              <a:extLst>
                <a:ext uri="{FF2B5EF4-FFF2-40B4-BE49-F238E27FC236}">
                  <a16:creationId xmlns:a16="http://schemas.microsoft.com/office/drawing/2014/main" id="{D503E6DD-C270-03CE-3874-B5A4B481D875}"/>
                </a:ext>
              </a:extLst>
            </p:cNvPr>
            <p:cNvCxnSpPr>
              <a:cxnSpLocks/>
              <a:stCxn id="592" idx="0"/>
              <a:endCxn id="601" idx="4"/>
            </p:cNvCxnSpPr>
            <p:nvPr/>
          </p:nvCxnSpPr>
          <p:spPr>
            <a:xfrm flipV="1">
              <a:off x="3244493" y="3772063"/>
              <a:ext cx="3631674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Conector recto 534">
              <a:extLst>
                <a:ext uri="{FF2B5EF4-FFF2-40B4-BE49-F238E27FC236}">
                  <a16:creationId xmlns:a16="http://schemas.microsoft.com/office/drawing/2014/main" id="{2341A4B8-F2F7-D598-BEF6-FE45964BDB56}"/>
                </a:ext>
              </a:extLst>
            </p:cNvPr>
            <p:cNvCxnSpPr>
              <a:cxnSpLocks/>
              <a:stCxn id="592" idx="0"/>
              <a:endCxn id="602" idx="4"/>
            </p:cNvCxnSpPr>
            <p:nvPr/>
          </p:nvCxnSpPr>
          <p:spPr>
            <a:xfrm flipV="1">
              <a:off x="3244493" y="3772063"/>
              <a:ext cx="46605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Conector recto 535">
              <a:extLst>
                <a:ext uri="{FF2B5EF4-FFF2-40B4-BE49-F238E27FC236}">
                  <a16:creationId xmlns:a16="http://schemas.microsoft.com/office/drawing/2014/main" id="{A478E219-2986-D86E-5FC5-AC78C9FB3842}"/>
                </a:ext>
              </a:extLst>
            </p:cNvPr>
            <p:cNvCxnSpPr>
              <a:cxnSpLocks/>
              <a:stCxn id="591" idx="0"/>
              <a:endCxn id="596" idx="4"/>
            </p:cNvCxnSpPr>
            <p:nvPr/>
          </p:nvCxnSpPr>
          <p:spPr>
            <a:xfrm flipH="1" flipV="1">
              <a:off x="1731587" y="3772063"/>
              <a:ext cx="254182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Conector recto 536">
              <a:extLst>
                <a:ext uri="{FF2B5EF4-FFF2-40B4-BE49-F238E27FC236}">
                  <a16:creationId xmlns:a16="http://schemas.microsoft.com/office/drawing/2014/main" id="{C75E29F4-44FC-E8D6-7388-0965A70731CA}"/>
                </a:ext>
              </a:extLst>
            </p:cNvPr>
            <p:cNvCxnSpPr>
              <a:cxnSpLocks/>
              <a:stCxn id="591" idx="0"/>
              <a:endCxn id="597" idx="4"/>
            </p:cNvCxnSpPr>
            <p:nvPr/>
          </p:nvCxnSpPr>
          <p:spPr>
            <a:xfrm flipH="1" flipV="1">
              <a:off x="2760503" y="3772063"/>
              <a:ext cx="151290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Conector recto 537">
              <a:extLst>
                <a:ext uri="{FF2B5EF4-FFF2-40B4-BE49-F238E27FC236}">
                  <a16:creationId xmlns:a16="http://schemas.microsoft.com/office/drawing/2014/main" id="{313B3C42-7C98-176B-1ACC-523427030767}"/>
                </a:ext>
              </a:extLst>
            </p:cNvPr>
            <p:cNvCxnSpPr>
              <a:cxnSpLocks/>
              <a:stCxn id="591" idx="0"/>
              <a:endCxn id="599" idx="4"/>
            </p:cNvCxnSpPr>
            <p:nvPr/>
          </p:nvCxnSpPr>
          <p:spPr>
            <a:xfrm flipH="1" flipV="1">
              <a:off x="3789419" y="3772063"/>
              <a:ext cx="4839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Conector recto 538">
              <a:extLst>
                <a:ext uri="{FF2B5EF4-FFF2-40B4-BE49-F238E27FC236}">
                  <a16:creationId xmlns:a16="http://schemas.microsoft.com/office/drawing/2014/main" id="{C7DF480D-8760-2E70-5B9B-6F1F3091E1B7}"/>
                </a:ext>
              </a:extLst>
            </p:cNvPr>
            <p:cNvCxnSpPr>
              <a:cxnSpLocks/>
              <a:stCxn id="591" idx="0"/>
              <a:endCxn id="598" idx="4"/>
            </p:cNvCxnSpPr>
            <p:nvPr/>
          </p:nvCxnSpPr>
          <p:spPr>
            <a:xfrm flipV="1">
              <a:off x="4273409" y="3772063"/>
              <a:ext cx="54492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Conector recto 539">
              <a:extLst>
                <a:ext uri="{FF2B5EF4-FFF2-40B4-BE49-F238E27FC236}">
                  <a16:creationId xmlns:a16="http://schemas.microsoft.com/office/drawing/2014/main" id="{DE60C6A7-3F03-9440-718A-B54CE12CEB5C}"/>
                </a:ext>
              </a:extLst>
            </p:cNvPr>
            <p:cNvCxnSpPr>
              <a:cxnSpLocks/>
              <a:stCxn id="591" idx="0"/>
              <a:endCxn id="600" idx="4"/>
            </p:cNvCxnSpPr>
            <p:nvPr/>
          </p:nvCxnSpPr>
          <p:spPr>
            <a:xfrm flipV="1">
              <a:off x="4273409" y="3772063"/>
              <a:ext cx="157384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Conector recto 540">
              <a:extLst>
                <a:ext uri="{FF2B5EF4-FFF2-40B4-BE49-F238E27FC236}">
                  <a16:creationId xmlns:a16="http://schemas.microsoft.com/office/drawing/2014/main" id="{F8A96DE3-11D4-C7EC-B34D-C4A264652F9C}"/>
                </a:ext>
              </a:extLst>
            </p:cNvPr>
            <p:cNvCxnSpPr>
              <a:cxnSpLocks/>
              <a:stCxn id="591" idx="0"/>
              <a:endCxn id="601" idx="4"/>
            </p:cNvCxnSpPr>
            <p:nvPr/>
          </p:nvCxnSpPr>
          <p:spPr>
            <a:xfrm flipV="1">
              <a:off x="4273409" y="3772063"/>
              <a:ext cx="260275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Conector recto 541">
              <a:extLst>
                <a:ext uri="{FF2B5EF4-FFF2-40B4-BE49-F238E27FC236}">
                  <a16:creationId xmlns:a16="http://schemas.microsoft.com/office/drawing/2014/main" id="{E0E50BBF-AC83-B5E6-3BF8-DE055D66D009}"/>
                </a:ext>
              </a:extLst>
            </p:cNvPr>
            <p:cNvCxnSpPr>
              <a:cxnSpLocks/>
              <a:stCxn id="591" idx="0"/>
              <a:endCxn id="602" idx="4"/>
            </p:cNvCxnSpPr>
            <p:nvPr/>
          </p:nvCxnSpPr>
          <p:spPr>
            <a:xfrm flipV="1">
              <a:off x="4273409" y="3772063"/>
              <a:ext cx="3631674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Conector recto 542">
              <a:extLst>
                <a:ext uri="{FF2B5EF4-FFF2-40B4-BE49-F238E27FC236}">
                  <a16:creationId xmlns:a16="http://schemas.microsoft.com/office/drawing/2014/main" id="{9C9D364D-E62A-9846-0AC6-A1B5A7A17D59}"/>
                </a:ext>
              </a:extLst>
            </p:cNvPr>
            <p:cNvCxnSpPr>
              <a:cxnSpLocks/>
              <a:stCxn id="593" idx="0"/>
              <a:endCxn id="596" idx="4"/>
            </p:cNvCxnSpPr>
            <p:nvPr/>
          </p:nvCxnSpPr>
          <p:spPr>
            <a:xfrm flipH="1" flipV="1">
              <a:off x="1731587" y="3772063"/>
              <a:ext cx="357073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Conector recto 543">
              <a:extLst>
                <a:ext uri="{FF2B5EF4-FFF2-40B4-BE49-F238E27FC236}">
                  <a16:creationId xmlns:a16="http://schemas.microsoft.com/office/drawing/2014/main" id="{7E2E0CC4-9C25-2F60-8B9D-3682E5DA9890}"/>
                </a:ext>
              </a:extLst>
            </p:cNvPr>
            <p:cNvCxnSpPr>
              <a:cxnSpLocks/>
              <a:stCxn id="593" idx="0"/>
              <a:endCxn id="596" idx="4"/>
            </p:cNvCxnSpPr>
            <p:nvPr/>
          </p:nvCxnSpPr>
          <p:spPr>
            <a:xfrm flipH="1" flipV="1">
              <a:off x="1731587" y="3772063"/>
              <a:ext cx="357073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Conector recto 544">
              <a:extLst>
                <a:ext uri="{FF2B5EF4-FFF2-40B4-BE49-F238E27FC236}">
                  <a16:creationId xmlns:a16="http://schemas.microsoft.com/office/drawing/2014/main" id="{0F939B37-FF66-5B39-BF38-141304D7F4EE}"/>
                </a:ext>
              </a:extLst>
            </p:cNvPr>
            <p:cNvCxnSpPr>
              <a:cxnSpLocks/>
              <a:stCxn id="593" idx="0"/>
              <a:endCxn id="599" idx="4"/>
            </p:cNvCxnSpPr>
            <p:nvPr/>
          </p:nvCxnSpPr>
          <p:spPr>
            <a:xfrm flipH="1" flipV="1">
              <a:off x="3789419" y="3772063"/>
              <a:ext cx="151290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Conector recto 545">
              <a:extLst>
                <a:ext uri="{FF2B5EF4-FFF2-40B4-BE49-F238E27FC236}">
                  <a16:creationId xmlns:a16="http://schemas.microsoft.com/office/drawing/2014/main" id="{0291461C-9965-8FA9-276A-E8CD160C930A}"/>
                </a:ext>
              </a:extLst>
            </p:cNvPr>
            <p:cNvCxnSpPr>
              <a:cxnSpLocks/>
              <a:stCxn id="593" idx="0"/>
              <a:endCxn id="598" idx="4"/>
            </p:cNvCxnSpPr>
            <p:nvPr/>
          </p:nvCxnSpPr>
          <p:spPr>
            <a:xfrm flipH="1" flipV="1">
              <a:off x="4818335" y="3772063"/>
              <a:ext cx="4839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Conector recto 546">
              <a:extLst>
                <a:ext uri="{FF2B5EF4-FFF2-40B4-BE49-F238E27FC236}">
                  <a16:creationId xmlns:a16="http://schemas.microsoft.com/office/drawing/2014/main" id="{3E2B0786-6734-BDDF-8C00-276E365F9FB1}"/>
                </a:ext>
              </a:extLst>
            </p:cNvPr>
            <p:cNvCxnSpPr>
              <a:cxnSpLocks/>
              <a:stCxn id="593" idx="0"/>
              <a:endCxn id="600" idx="4"/>
            </p:cNvCxnSpPr>
            <p:nvPr/>
          </p:nvCxnSpPr>
          <p:spPr>
            <a:xfrm flipV="1">
              <a:off x="5302325" y="3772063"/>
              <a:ext cx="54492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Conector recto 547">
              <a:extLst>
                <a:ext uri="{FF2B5EF4-FFF2-40B4-BE49-F238E27FC236}">
                  <a16:creationId xmlns:a16="http://schemas.microsoft.com/office/drawing/2014/main" id="{A9E5FE54-9C47-6A5C-69EA-A53C53459612}"/>
                </a:ext>
              </a:extLst>
            </p:cNvPr>
            <p:cNvCxnSpPr>
              <a:cxnSpLocks/>
              <a:stCxn id="593" idx="0"/>
              <a:endCxn id="601" idx="4"/>
            </p:cNvCxnSpPr>
            <p:nvPr/>
          </p:nvCxnSpPr>
          <p:spPr>
            <a:xfrm flipV="1">
              <a:off x="5302325" y="3772063"/>
              <a:ext cx="157384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Conector recto 548">
              <a:extLst>
                <a:ext uri="{FF2B5EF4-FFF2-40B4-BE49-F238E27FC236}">
                  <a16:creationId xmlns:a16="http://schemas.microsoft.com/office/drawing/2014/main" id="{2F107190-A29B-0017-59DE-E47BED87D3F1}"/>
                </a:ext>
              </a:extLst>
            </p:cNvPr>
            <p:cNvCxnSpPr>
              <a:cxnSpLocks/>
              <a:stCxn id="593" idx="0"/>
              <a:endCxn id="602" idx="4"/>
            </p:cNvCxnSpPr>
            <p:nvPr/>
          </p:nvCxnSpPr>
          <p:spPr>
            <a:xfrm flipV="1">
              <a:off x="5302325" y="3772063"/>
              <a:ext cx="260275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Conector recto 549">
              <a:extLst>
                <a:ext uri="{FF2B5EF4-FFF2-40B4-BE49-F238E27FC236}">
                  <a16:creationId xmlns:a16="http://schemas.microsoft.com/office/drawing/2014/main" id="{92F9CF24-B445-C20F-4D88-C94CCC769F6A}"/>
                </a:ext>
              </a:extLst>
            </p:cNvPr>
            <p:cNvCxnSpPr>
              <a:cxnSpLocks/>
              <a:stCxn id="594" idx="0"/>
              <a:endCxn id="596" idx="4"/>
            </p:cNvCxnSpPr>
            <p:nvPr/>
          </p:nvCxnSpPr>
          <p:spPr>
            <a:xfrm flipH="1" flipV="1">
              <a:off x="1731587" y="3772063"/>
              <a:ext cx="4599654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Conector recto 550">
              <a:extLst>
                <a:ext uri="{FF2B5EF4-FFF2-40B4-BE49-F238E27FC236}">
                  <a16:creationId xmlns:a16="http://schemas.microsoft.com/office/drawing/2014/main" id="{2E4D0490-0AEF-D506-D335-575C25CA2CAD}"/>
                </a:ext>
              </a:extLst>
            </p:cNvPr>
            <p:cNvCxnSpPr>
              <a:cxnSpLocks/>
              <a:stCxn id="594" idx="0"/>
              <a:endCxn id="597" idx="4"/>
            </p:cNvCxnSpPr>
            <p:nvPr/>
          </p:nvCxnSpPr>
          <p:spPr>
            <a:xfrm flipH="1" flipV="1">
              <a:off x="2760503" y="3772063"/>
              <a:ext cx="357073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Conector recto 551">
              <a:extLst>
                <a:ext uri="{FF2B5EF4-FFF2-40B4-BE49-F238E27FC236}">
                  <a16:creationId xmlns:a16="http://schemas.microsoft.com/office/drawing/2014/main" id="{AB2EC37F-C088-3598-8950-50CE698BBDDB}"/>
                </a:ext>
              </a:extLst>
            </p:cNvPr>
            <p:cNvCxnSpPr>
              <a:cxnSpLocks/>
              <a:stCxn id="594" idx="0"/>
              <a:endCxn id="599" idx="4"/>
            </p:cNvCxnSpPr>
            <p:nvPr/>
          </p:nvCxnSpPr>
          <p:spPr>
            <a:xfrm flipH="1" flipV="1">
              <a:off x="3789419" y="3772063"/>
              <a:ext cx="254182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Conector recto 552">
              <a:extLst>
                <a:ext uri="{FF2B5EF4-FFF2-40B4-BE49-F238E27FC236}">
                  <a16:creationId xmlns:a16="http://schemas.microsoft.com/office/drawing/2014/main" id="{B5A981D0-D86B-F60B-FFC3-57D779141330}"/>
                </a:ext>
              </a:extLst>
            </p:cNvPr>
            <p:cNvCxnSpPr>
              <a:cxnSpLocks/>
              <a:stCxn id="594" idx="0"/>
              <a:endCxn id="598" idx="4"/>
            </p:cNvCxnSpPr>
            <p:nvPr/>
          </p:nvCxnSpPr>
          <p:spPr>
            <a:xfrm flipH="1" flipV="1">
              <a:off x="4818335" y="3772063"/>
              <a:ext cx="151290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Conector recto 553">
              <a:extLst>
                <a:ext uri="{FF2B5EF4-FFF2-40B4-BE49-F238E27FC236}">
                  <a16:creationId xmlns:a16="http://schemas.microsoft.com/office/drawing/2014/main" id="{9897780A-E9C8-0B10-8D1A-0D315EC98F64}"/>
                </a:ext>
              </a:extLst>
            </p:cNvPr>
            <p:cNvCxnSpPr>
              <a:cxnSpLocks/>
              <a:stCxn id="594" idx="0"/>
              <a:endCxn id="600" idx="4"/>
            </p:cNvCxnSpPr>
            <p:nvPr/>
          </p:nvCxnSpPr>
          <p:spPr>
            <a:xfrm flipH="1" flipV="1">
              <a:off x="5847251" y="3772063"/>
              <a:ext cx="4839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Conector recto 554">
              <a:extLst>
                <a:ext uri="{FF2B5EF4-FFF2-40B4-BE49-F238E27FC236}">
                  <a16:creationId xmlns:a16="http://schemas.microsoft.com/office/drawing/2014/main" id="{ED77AF49-0369-86A2-2BFC-A483F4E2362D}"/>
                </a:ext>
              </a:extLst>
            </p:cNvPr>
            <p:cNvCxnSpPr>
              <a:cxnSpLocks/>
              <a:stCxn id="594" idx="0"/>
              <a:endCxn id="601" idx="4"/>
            </p:cNvCxnSpPr>
            <p:nvPr/>
          </p:nvCxnSpPr>
          <p:spPr>
            <a:xfrm flipV="1">
              <a:off x="6331241" y="3772063"/>
              <a:ext cx="54492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Conector recto 555">
              <a:extLst>
                <a:ext uri="{FF2B5EF4-FFF2-40B4-BE49-F238E27FC236}">
                  <a16:creationId xmlns:a16="http://schemas.microsoft.com/office/drawing/2014/main" id="{8770E46D-422C-058C-EFDD-0DD2476E2348}"/>
                </a:ext>
              </a:extLst>
            </p:cNvPr>
            <p:cNvCxnSpPr>
              <a:cxnSpLocks/>
              <a:stCxn id="594" idx="0"/>
              <a:endCxn id="602" idx="4"/>
            </p:cNvCxnSpPr>
            <p:nvPr/>
          </p:nvCxnSpPr>
          <p:spPr>
            <a:xfrm flipV="1">
              <a:off x="6331241" y="3772063"/>
              <a:ext cx="157384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7" name="Conector recto 556">
              <a:extLst>
                <a:ext uri="{FF2B5EF4-FFF2-40B4-BE49-F238E27FC236}">
                  <a16:creationId xmlns:a16="http://schemas.microsoft.com/office/drawing/2014/main" id="{66D4046F-852B-B935-B73C-DC33C84B682C}"/>
                </a:ext>
              </a:extLst>
            </p:cNvPr>
            <p:cNvCxnSpPr>
              <a:cxnSpLocks/>
              <a:stCxn id="595" idx="0"/>
              <a:endCxn id="596" idx="4"/>
            </p:cNvCxnSpPr>
            <p:nvPr/>
          </p:nvCxnSpPr>
          <p:spPr>
            <a:xfrm flipH="1" flipV="1">
              <a:off x="1731587" y="3772063"/>
              <a:ext cx="562857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Conector recto 557">
              <a:extLst>
                <a:ext uri="{FF2B5EF4-FFF2-40B4-BE49-F238E27FC236}">
                  <a16:creationId xmlns:a16="http://schemas.microsoft.com/office/drawing/2014/main" id="{1066F46B-84A7-22EB-8AF5-85158D548D7A}"/>
                </a:ext>
              </a:extLst>
            </p:cNvPr>
            <p:cNvCxnSpPr>
              <a:cxnSpLocks/>
              <a:stCxn id="595" idx="0"/>
              <a:endCxn id="597" idx="4"/>
            </p:cNvCxnSpPr>
            <p:nvPr/>
          </p:nvCxnSpPr>
          <p:spPr>
            <a:xfrm flipH="1" flipV="1">
              <a:off x="2760503" y="3772063"/>
              <a:ext cx="4599654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Conector recto 558">
              <a:extLst>
                <a:ext uri="{FF2B5EF4-FFF2-40B4-BE49-F238E27FC236}">
                  <a16:creationId xmlns:a16="http://schemas.microsoft.com/office/drawing/2014/main" id="{9B36EBE3-0334-1AB7-F2D9-E5CAE532A242}"/>
                </a:ext>
              </a:extLst>
            </p:cNvPr>
            <p:cNvCxnSpPr>
              <a:cxnSpLocks/>
              <a:stCxn id="595" idx="0"/>
              <a:endCxn id="599" idx="4"/>
            </p:cNvCxnSpPr>
            <p:nvPr/>
          </p:nvCxnSpPr>
          <p:spPr>
            <a:xfrm flipH="1" flipV="1">
              <a:off x="3789419" y="3772063"/>
              <a:ext cx="3570738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Conector recto 559">
              <a:extLst>
                <a:ext uri="{FF2B5EF4-FFF2-40B4-BE49-F238E27FC236}">
                  <a16:creationId xmlns:a16="http://schemas.microsoft.com/office/drawing/2014/main" id="{4EC1EE1E-B623-F0FE-9EFB-31D583AFEC38}"/>
                </a:ext>
              </a:extLst>
            </p:cNvPr>
            <p:cNvCxnSpPr>
              <a:cxnSpLocks/>
              <a:stCxn id="595" idx="0"/>
              <a:endCxn id="598" idx="4"/>
            </p:cNvCxnSpPr>
            <p:nvPr/>
          </p:nvCxnSpPr>
          <p:spPr>
            <a:xfrm flipH="1" flipV="1">
              <a:off x="4818335" y="3772063"/>
              <a:ext cx="2541822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Conector recto 560">
              <a:extLst>
                <a:ext uri="{FF2B5EF4-FFF2-40B4-BE49-F238E27FC236}">
                  <a16:creationId xmlns:a16="http://schemas.microsoft.com/office/drawing/2014/main" id="{B15E4B63-9307-47DF-5B25-348C0D89663E}"/>
                </a:ext>
              </a:extLst>
            </p:cNvPr>
            <p:cNvCxnSpPr>
              <a:cxnSpLocks/>
              <a:stCxn id="595" idx="0"/>
              <a:endCxn id="600" idx="4"/>
            </p:cNvCxnSpPr>
            <p:nvPr/>
          </p:nvCxnSpPr>
          <p:spPr>
            <a:xfrm flipH="1" flipV="1">
              <a:off x="5847251" y="3772063"/>
              <a:ext cx="151290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Conector recto 561">
              <a:extLst>
                <a:ext uri="{FF2B5EF4-FFF2-40B4-BE49-F238E27FC236}">
                  <a16:creationId xmlns:a16="http://schemas.microsoft.com/office/drawing/2014/main" id="{2B8FA854-4EBF-FC0B-7BFE-A6C9D518ABA2}"/>
                </a:ext>
              </a:extLst>
            </p:cNvPr>
            <p:cNvCxnSpPr>
              <a:cxnSpLocks/>
              <a:stCxn id="595" idx="0"/>
              <a:endCxn id="601" idx="4"/>
            </p:cNvCxnSpPr>
            <p:nvPr/>
          </p:nvCxnSpPr>
          <p:spPr>
            <a:xfrm flipH="1" flipV="1">
              <a:off x="6876167" y="3772063"/>
              <a:ext cx="483990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Conector recto 562">
              <a:extLst>
                <a:ext uri="{FF2B5EF4-FFF2-40B4-BE49-F238E27FC236}">
                  <a16:creationId xmlns:a16="http://schemas.microsoft.com/office/drawing/2014/main" id="{0D1F92CD-F7C5-73CC-2F4C-0F4ADD942132}"/>
                </a:ext>
              </a:extLst>
            </p:cNvPr>
            <p:cNvCxnSpPr>
              <a:cxnSpLocks/>
              <a:stCxn id="595" idx="0"/>
              <a:endCxn id="602" idx="4"/>
            </p:cNvCxnSpPr>
            <p:nvPr/>
          </p:nvCxnSpPr>
          <p:spPr>
            <a:xfrm flipV="1">
              <a:off x="7360157" y="3772063"/>
              <a:ext cx="544926" cy="158267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Conector recto 563">
              <a:extLst>
                <a:ext uri="{FF2B5EF4-FFF2-40B4-BE49-F238E27FC236}">
                  <a16:creationId xmlns:a16="http://schemas.microsoft.com/office/drawing/2014/main" id="{3C565827-9B89-B1CE-9260-007C5A8F7306}"/>
                </a:ext>
              </a:extLst>
            </p:cNvPr>
            <p:cNvCxnSpPr>
              <a:cxnSpLocks/>
              <a:stCxn id="595" idx="4"/>
            </p:cNvCxnSpPr>
            <p:nvPr/>
          </p:nvCxnSpPr>
          <p:spPr>
            <a:xfrm flipH="1">
              <a:off x="5439168" y="5875439"/>
              <a:ext cx="1920989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Conector recto 564">
              <a:extLst>
                <a:ext uri="{FF2B5EF4-FFF2-40B4-BE49-F238E27FC236}">
                  <a16:creationId xmlns:a16="http://schemas.microsoft.com/office/drawing/2014/main" id="{9C6A19C5-5FAF-77C3-ED84-D5100C1EC83A}"/>
                </a:ext>
              </a:extLst>
            </p:cNvPr>
            <p:cNvCxnSpPr>
              <a:cxnSpLocks/>
              <a:stCxn id="594" idx="4"/>
            </p:cNvCxnSpPr>
            <p:nvPr/>
          </p:nvCxnSpPr>
          <p:spPr>
            <a:xfrm flipH="1">
              <a:off x="5439168" y="5875439"/>
              <a:ext cx="892073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Conector recto 565">
              <a:extLst>
                <a:ext uri="{FF2B5EF4-FFF2-40B4-BE49-F238E27FC236}">
                  <a16:creationId xmlns:a16="http://schemas.microsoft.com/office/drawing/2014/main" id="{B4E9752D-BCC8-8157-2390-E74797E4E301}"/>
                </a:ext>
              </a:extLst>
            </p:cNvPr>
            <p:cNvCxnSpPr>
              <a:cxnSpLocks/>
              <a:stCxn id="593" idx="4"/>
            </p:cNvCxnSpPr>
            <p:nvPr/>
          </p:nvCxnSpPr>
          <p:spPr>
            <a:xfrm flipH="1">
              <a:off x="4155017" y="5875439"/>
              <a:ext cx="1147308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Conector recto 566">
              <a:extLst>
                <a:ext uri="{FF2B5EF4-FFF2-40B4-BE49-F238E27FC236}">
                  <a16:creationId xmlns:a16="http://schemas.microsoft.com/office/drawing/2014/main" id="{F37386B1-D26A-4A67-5232-9924E32CBE0F}"/>
                </a:ext>
              </a:extLst>
            </p:cNvPr>
            <p:cNvCxnSpPr>
              <a:cxnSpLocks/>
              <a:stCxn id="591" idx="4"/>
            </p:cNvCxnSpPr>
            <p:nvPr/>
          </p:nvCxnSpPr>
          <p:spPr>
            <a:xfrm flipH="1">
              <a:off x="4155017" y="5875439"/>
              <a:ext cx="118392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8" name="Conector recto 567">
              <a:extLst>
                <a:ext uri="{FF2B5EF4-FFF2-40B4-BE49-F238E27FC236}">
                  <a16:creationId xmlns:a16="http://schemas.microsoft.com/office/drawing/2014/main" id="{8C49A428-6C98-EB2D-8663-622185DFC2FF}"/>
                </a:ext>
              </a:extLst>
            </p:cNvPr>
            <p:cNvCxnSpPr>
              <a:cxnSpLocks/>
              <a:stCxn id="592" idx="4"/>
            </p:cNvCxnSpPr>
            <p:nvPr/>
          </p:nvCxnSpPr>
          <p:spPr>
            <a:xfrm flipH="1">
              <a:off x="2870866" y="5875439"/>
              <a:ext cx="373627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Conector recto 568">
              <a:extLst>
                <a:ext uri="{FF2B5EF4-FFF2-40B4-BE49-F238E27FC236}">
                  <a16:creationId xmlns:a16="http://schemas.microsoft.com/office/drawing/2014/main" id="{D812B337-D6A9-66DD-F4C7-AECDC61E7E46}"/>
                </a:ext>
              </a:extLst>
            </p:cNvPr>
            <p:cNvCxnSpPr>
              <a:cxnSpLocks/>
              <a:stCxn id="590" idx="4"/>
            </p:cNvCxnSpPr>
            <p:nvPr/>
          </p:nvCxnSpPr>
          <p:spPr>
            <a:xfrm>
              <a:off x="2215577" y="5875439"/>
              <a:ext cx="1939440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0" name="Grupo 569">
              <a:extLst>
                <a:ext uri="{FF2B5EF4-FFF2-40B4-BE49-F238E27FC236}">
                  <a16:creationId xmlns:a16="http://schemas.microsoft.com/office/drawing/2014/main" id="{21FEF715-66A5-A842-36CB-9B278568CC94}"/>
                </a:ext>
              </a:extLst>
            </p:cNvPr>
            <p:cNvGrpSpPr/>
            <p:nvPr/>
          </p:nvGrpSpPr>
          <p:grpSpPr>
            <a:xfrm>
              <a:off x="1955227" y="5354739"/>
              <a:ext cx="5665280" cy="520700"/>
              <a:chOff x="2092984" y="4617320"/>
              <a:chExt cx="5665280" cy="520700"/>
            </a:xfrm>
          </p:grpSpPr>
          <p:sp>
            <p:nvSpPr>
              <p:cNvPr id="590" name="Elipse 589">
                <a:extLst>
                  <a:ext uri="{FF2B5EF4-FFF2-40B4-BE49-F238E27FC236}">
                    <a16:creationId xmlns:a16="http://schemas.microsoft.com/office/drawing/2014/main" id="{E29BE5CB-57E9-930E-5C16-B1AB3AE9E5EE}"/>
                  </a:ext>
                </a:extLst>
              </p:cNvPr>
              <p:cNvSpPr/>
              <p:nvPr/>
            </p:nvSpPr>
            <p:spPr>
              <a:xfrm>
                <a:off x="2092984" y="4617320"/>
                <a:ext cx="520700" cy="520700"/>
              </a:xfrm>
              <a:prstGeom prst="ellipse">
                <a:avLst/>
              </a:prstGeom>
              <a:solidFill>
                <a:srgbClr val="264653"/>
              </a:solidFill>
              <a:ln>
                <a:solidFill>
                  <a:srgbClr val="26465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591" name="Elipse 590">
                <a:extLst>
                  <a:ext uri="{FF2B5EF4-FFF2-40B4-BE49-F238E27FC236}">
                    <a16:creationId xmlns:a16="http://schemas.microsoft.com/office/drawing/2014/main" id="{9B40D017-6347-CAFA-0916-CB0783521C66}"/>
                  </a:ext>
                </a:extLst>
              </p:cNvPr>
              <p:cNvSpPr/>
              <p:nvPr/>
            </p:nvSpPr>
            <p:spPr>
              <a:xfrm>
                <a:off x="4150816" y="4617320"/>
                <a:ext cx="520700" cy="520700"/>
              </a:xfrm>
              <a:prstGeom prst="ellipse">
                <a:avLst/>
              </a:prstGeom>
              <a:solidFill>
                <a:srgbClr val="264653"/>
              </a:solidFill>
              <a:ln>
                <a:solidFill>
                  <a:srgbClr val="26465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592" name="Elipse 591">
                <a:extLst>
                  <a:ext uri="{FF2B5EF4-FFF2-40B4-BE49-F238E27FC236}">
                    <a16:creationId xmlns:a16="http://schemas.microsoft.com/office/drawing/2014/main" id="{3190B706-D39F-F44D-626B-26F3E9AFDFF4}"/>
                  </a:ext>
                </a:extLst>
              </p:cNvPr>
              <p:cNvSpPr/>
              <p:nvPr/>
            </p:nvSpPr>
            <p:spPr>
              <a:xfrm>
                <a:off x="3121900" y="4617320"/>
                <a:ext cx="520700" cy="520700"/>
              </a:xfrm>
              <a:prstGeom prst="ellipse">
                <a:avLst/>
              </a:prstGeom>
              <a:solidFill>
                <a:srgbClr val="264653"/>
              </a:solidFill>
              <a:ln>
                <a:solidFill>
                  <a:srgbClr val="26465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593" name="Elipse 592">
                <a:extLst>
                  <a:ext uri="{FF2B5EF4-FFF2-40B4-BE49-F238E27FC236}">
                    <a16:creationId xmlns:a16="http://schemas.microsoft.com/office/drawing/2014/main" id="{A37412C2-D632-D332-90C6-EAE2658D8A45}"/>
                  </a:ext>
                </a:extLst>
              </p:cNvPr>
              <p:cNvSpPr/>
              <p:nvPr/>
            </p:nvSpPr>
            <p:spPr>
              <a:xfrm>
                <a:off x="5179732" y="4617320"/>
                <a:ext cx="520700" cy="520700"/>
              </a:xfrm>
              <a:prstGeom prst="ellipse">
                <a:avLst/>
              </a:prstGeom>
              <a:solidFill>
                <a:srgbClr val="264653"/>
              </a:solidFill>
              <a:ln>
                <a:solidFill>
                  <a:srgbClr val="26465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594" name="Elipse 593">
                <a:extLst>
                  <a:ext uri="{FF2B5EF4-FFF2-40B4-BE49-F238E27FC236}">
                    <a16:creationId xmlns:a16="http://schemas.microsoft.com/office/drawing/2014/main" id="{8C74A67E-EF51-E924-FAB7-84EA080CB604}"/>
                  </a:ext>
                </a:extLst>
              </p:cNvPr>
              <p:cNvSpPr/>
              <p:nvPr/>
            </p:nvSpPr>
            <p:spPr>
              <a:xfrm>
                <a:off x="6208648" y="4617320"/>
                <a:ext cx="520700" cy="520700"/>
              </a:xfrm>
              <a:prstGeom prst="ellipse">
                <a:avLst/>
              </a:prstGeom>
              <a:solidFill>
                <a:srgbClr val="264653"/>
              </a:solidFill>
              <a:ln>
                <a:solidFill>
                  <a:srgbClr val="26465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595" name="Elipse 594">
                <a:extLst>
                  <a:ext uri="{FF2B5EF4-FFF2-40B4-BE49-F238E27FC236}">
                    <a16:creationId xmlns:a16="http://schemas.microsoft.com/office/drawing/2014/main" id="{8342B6F0-DE01-974E-2F78-B5DCC2332F04}"/>
                  </a:ext>
                </a:extLst>
              </p:cNvPr>
              <p:cNvSpPr/>
              <p:nvPr/>
            </p:nvSpPr>
            <p:spPr>
              <a:xfrm>
                <a:off x="7237564" y="4617320"/>
                <a:ext cx="520700" cy="520700"/>
              </a:xfrm>
              <a:prstGeom prst="ellipse">
                <a:avLst/>
              </a:prstGeom>
              <a:solidFill>
                <a:srgbClr val="264653"/>
              </a:solidFill>
              <a:ln>
                <a:solidFill>
                  <a:srgbClr val="26465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cxnSp>
          <p:nvCxnSpPr>
            <p:cNvPr id="571" name="Conector recto 570">
              <a:extLst>
                <a:ext uri="{FF2B5EF4-FFF2-40B4-BE49-F238E27FC236}">
                  <a16:creationId xmlns:a16="http://schemas.microsoft.com/office/drawing/2014/main" id="{27E8832C-B5D0-F5C6-E1D8-8C52BF2FD4D7}"/>
                </a:ext>
              </a:extLst>
            </p:cNvPr>
            <p:cNvCxnSpPr>
              <a:cxnSpLocks/>
              <a:stCxn id="590" idx="4"/>
            </p:cNvCxnSpPr>
            <p:nvPr/>
          </p:nvCxnSpPr>
          <p:spPr>
            <a:xfrm>
              <a:off x="2215577" y="5875439"/>
              <a:ext cx="655289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Conector recto 571">
              <a:extLst>
                <a:ext uri="{FF2B5EF4-FFF2-40B4-BE49-F238E27FC236}">
                  <a16:creationId xmlns:a16="http://schemas.microsoft.com/office/drawing/2014/main" id="{9E9BB09F-9F8B-569D-AC66-EC3BF98C2CAF}"/>
                </a:ext>
              </a:extLst>
            </p:cNvPr>
            <p:cNvCxnSpPr>
              <a:cxnSpLocks/>
              <a:stCxn id="592" idx="4"/>
            </p:cNvCxnSpPr>
            <p:nvPr/>
          </p:nvCxnSpPr>
          <p:spPr>
            <a:xfrm>
              <a:off x="3244493" y="5875439"/>
              <a:ext cx="910524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Conector recto 572">
              <a:extLst>
                <a:ext uri="{FF2B5EF4-FFF2-40B4-BE49-F238E27FC236}">
                  <a16:creationId xmlns:a16="http://schemas.microsoft.com/office/drawing/2014/main" id="{83F7974D-F577-BE85-DCC5-F8CCFF75FBEC}"/>
                </a:ext>
              </a:extLst>
            </p:cNvPr>
            <p:cNvCxnSpPr>
              <a:cxnSpLocks/>
              <a:stCxn id="591" idx="4"/>
            </p:cNvCxnSpPr>
            <p:nvPr/>
          </p:nvCxnSpPr>
          <p:spPr>
            <a:xfrm flipH="1">
              <a:off x="2870866" y="5875439"/>
              <a:ext cx="1402543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Conector recto 573">
              <a:extLst>
                <a:ext uri="{FF2B5EF4-FFF2-40B4-BE49-F238E27FC236}">
                  <a16:creationId xmlns:a16="http://schemas.microsoft.com/office/drawing/2014/main" id="{4F20A221-F72E-E9FD-3D46-52CCB51AAAE4}"/>
                </a:ext>
              </a:extLst>
            </p:cNvPr>
            <p:cNvCxnSpPr>
              <a:cxnSpLocks/>
              <a:stCxn id="593" idx="4"/>
            </p:cNvCxnSpPr>
            <p:nvPr/>
          </p:nvCxnSpPr>
          <p:spPr>
            <a:xfrm>
              <a:off x="5302325" y="5875439"/>
              <a:ext cx="136843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Conector recto 574">
              <a:extLst>
                <a:ext uri="{FF2B5EF4-FFF2-40B4-BE49-F238E27FC236}">
                  <a16:creationId xmlns:a16="http://schemas.microsoft.com/office/drawing/2014/main" id="{91A757F3-F565-3B42-4E53-D651A8A00FE8}"/>
                </a:ext>
              </a:extLst>
            </p:cNvPr>
            <p:cNvCxnSpPr>
              <a:cxnSpLocks/>
              <a:stCxn id="594" idx="4"/>
            </p:cNvCxnSpPr>
            <p:nvPr/>
          </p:nvCxnSpPr>
          <p:spPr>
            <a:xfrm>
              <a:off x="6331241" y="5875439"/>
              <a:ext cx="392078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Conector recto 575">
              <a:extLst>
                <a:ext uri="{FF2B5EF4-FFF2-40B4-BE49-F238E27FC236}">
                  <a16:creationId xmlns:a16="http://schemas.microsoft.com/office/drawing/2014/main" id="{E3D43CFF-6082-F254-E344-E2888B8BE875}"/>
                </a:ext>
              </a:extLst>
            </p:cNvPr>
            <p:cNvCxnSpPr>
              <a:cxnSpLocks/>
              <a:stCxn id="595" idx="4"/>
            </p:cNvCxnSpPr>
            <p:nvPr/>
          </p:nvCxnSpPr>
          <p:spPr>
            <a:xfrm flipH="1">
              <a:off x="6723319" y="5875439"/>
              <a:ext cx="636838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Conector recto 576">
              <a:extLst>
                <a:ext uri="{FF2B5EF4-FFF2-40B4-BE49-F238E27FC236}">
                  <a16:creationId xmlns:a16="http://schemas.microsoft.com/office/drawing/2014/main" id="{8D51AED8-08EF-885E-8B2A-4F455915D990}"/>
                </a:ext>
              </a:extLst>
            </p:cNvPr>
            <p:cNvCxnSpPr>
              <a:cxnSpLocks/>
              <a:stCxn id="590" idx="4"/>
            </p:cNvCxnSpPr>
            <p:nvPr/>
          </p:nvCxnSpPr>
          <p:spPr>
            <a:xfrm>
              <a:off x="2215577" y="5875439"/>
              <a:ext cx="3223591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Conector recto 577">
              <a:extLst>
                <a:ext uri="{FF2B5EF4-FFF2-40B4-BE49-F238E27FC236}">
                  <a16:creationId xmlns:a16="http://schemas.microsoft.com/office/drawing/2014/main" id="{0A38482B-CEAB-DCC5-55ED-B31893346CF9}"/>
                </a:ext>
              </a:extLst>
            </p:cNvPr>
            <p:cNvCxnSpPr>
              <a:cxnSpLocks/>
              <a:stCxn id="590" idx="4"/>
            </p:cNvCxnSpPr>
            <p:nvPr/>
          </p:nvCxnSpPr>
          <p:spPr>
            <a:xfrm>
              <a:off x="2215577" y="5875439"/>
              <a:ext cx="4507742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Conector recto 578">
              <a:extLst>
                <a:ext uri="{FF2B5EF4-FFF2-40B4-BE49-F238E27FC236}">
                  <a16:creationId xmlns:a16="http://schemas.microsoft.com/office/drawing/2014/main" id="{223A0110-E263-4F4E-2E41-60F7E04F7C0A}"/>
                </a:ext>
              </a:extLst>
            </p:cNvPr>
            <p:cNvCxnSpPr>
              <a:cxnSpLocks/>
              <a:stCxn id="592" idx="4"/>
            </p:cNvCxnSpPr>
            <p:nvPr/>
          </p:nvCxnSpPr>
          <p:spPr>
            <a:xfrm>
              <a:off x="3244493" y="5875439"/>
              <a:ext cx="2194675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Conector recto 579">
              <a:extLst>
                <a:ext uri="{FF2B5EF4-FFF2-40B4-BE49-F238E27FC236}">
                  <a16:creationId xmlns:a16="http://schemas.microsoft.com/office/drawing/2014/main" id="{D4DF7205-7DF3-96BD-CD1A-6F617A2362F6}"/>
                </a:ext>
              </a:extLst>
            </p:cNvPr>
            <p:cNvCxnSpPr>
              <a:cxnSpLocks/>
              <a:stCxn id="591" idx="4"/>
            </p:cNvCxnSpPr>
            <p:nvPr/>
          </p:nvCxnSpPr>
          <p:spPr>
            <a:xfrm>
              <a:off x="4273409" y="5875439"/>
              <a:ext cx="2449910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Conector recto 580">
              <a:extLst>
                <a:ext uri="{FF2B5EF4-FFF2-40B4-BE49-F238E27FC236}">
                  <a16:creationId xmlns:a16="http://schemas.microsoft.com/office/drawing/2014/main" id="{98F4A226-D729-B44C-52E7-E7F102F277CC}"/>
                </a:ext>
              </a:extLst>
            </p:cNvPr>
            <p:cNvCxnSpPr>
              <a:cxnSpLocks/>
              <a:stCxn id="593" idx="4"/>
            </p:cNvCxnSpPr>
            <p:nvPr/>
          </p:nvCxnSpPr>
          <p:spPr>
            <a:xfrm>
              <a:off x="5302325" y="5875439"/>
              <a:ext cx="1420994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Conector recto 581">
              <a:extLst>
                <a:ext uri="{FF2B5EF4-FFF2-40B4-BE49-F238E27FC236}">
                  <a16:creationId xmlns:a16="http://schemas.microsoft.com/office/drawing/2014/main" id="{D09C6835-1183-42FF-EF13-44F354396A95}"/>
                </a:ext>
              </a:extLst>
            </p:cNvPr>
            <p:cNvCxnSpPr>
              <a:cxnSpLocks/>
              <a:stCxn id="595" idx="4"/>
            </p:cNvCxnSpPr>
            <p:nvPr/>
          </p:nvCxnSpPr>
          <p:spPr>
            <a:xfrm flipH="1">
              <a:off x="6723319" y="5875439"/>
              <a:ext cx="636838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Conector recto 582">
              <a:extLst>
                <a:ext uri="{FF2B5EF4-FFF2-40B4-BE49-F238E27FC236}">
                  <a16:creationId xmlns:a16="http://schemas.microsoft.com/office/drawing/2014/main" id="{0DEB2CC2-4A92-3B65-BE58-363463EA4DD7}"/>
                </a:ext>
              </a:extLst>
            </p:cNvPr>
            <p:cNvCxnSpPr>
              <a:cxnSpLocks/>
              <a:stCxn id="595" idx="4"/>
            </p:cNvCxnSpPr>
            <p:nvPr/>
          </p:nvCxnSpPr>
          <p:spPr>
            <a:xfrm flipH="1">
              <a:off x="2870866" y="5875439"/>
              <a:ext cx="4489291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Conector recto 583">
              <a:extLst>
                <a:ext uri="{FF2B5EF4-FFF2-40B4-BE49-F238E27FC236}">
                  <a16:creationId xmlns:a16="http://schemas.microsoft.com/office/drawing/2014/main" id="{05922B2C-A278-AE0E-6826-982EAF058449}"/>
                </a:ext>
              </a:extLst>
            </p:cNvPr>
            <p:cNvCxnSpPr>
              <a:cxnSpLocks/>
              <a:stCxn id="595" idx="4"/>
            </p:cNvCxnSpPr>
            <p:nvPr/>
          </p:nvCxnSpPr>
          <p:spPr>
            <a:xfrm flipH="1">
              <a:off x="4155017" y="5875439"/>
              <a:ext cx="3205140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Conector recto 584">
              <a:extLst>
                <a:ext uri="{FF2B5EF4-FFF2-40B4-BE49-F238E27FC236}">
                  <a16:creationId xmlns:a16="http://schemas.microsoft.com/office/drawing/2014/main" id="{077C1BBA-8FC3-88A4-3E09-E7910624CD13}"/>
                </a:ext>
              </a:extLst>
            </p:cNvPr>
            <p:cNvCxnSpPr>
              <a:cxnSpLocks/>
              <a:stCxn id="594" idx="4"/>
            </p:cNvCxnSpPr>
            <p:nvPr/>
          </p:nvCxnSpPr>
          <p:spPr>
            <a:xfrm flipH="1">
              <a:off x="2870866" y="5875439"/>
              <a:ext cx="3460375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Conector recto 585">
              <a:extLst>
                <a:ext uri="{FF2B5EF4-FFF2-40B4-BE49-F238E27FC236}">
                  <a16:creationId xmlns:a16="http://schemas.microsoft.com/office/drawing/2014/main" id="{72EBCFB7-5ED6-93BC-E7D8-83493A67E51C}"/>
                </a:ext>
              </a:extLst>
            </p:cNvPr>
            <p:cNvCxnSpPr>
              <a:cxnSpLocks/>
              <a:stCxn id="594" idx="4"/>
            </p:cNvCxnSpPr>
            <p:nvPr/>
          </p:nvCxnSpPr>
          <p:spPr>
            <a:xfrm flipH="1">
              <a:off x="4155017" y="5875439"/>
              <a:ext cx="2176224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Conector recto 586">
              <a:extLst>
                <a:ext uri="{FF2B5EF4-FFF2-40B4-BE49-F238E27FC236}">
                  <a16:creationId xmlns:a16="http://schemas.microsoft.com/office/drawing/2014/main" id="{9F5E95A6-1C66-42BE-BD6C-806C3B3C34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0866" y="5888872"/>
              <a:ext cx="2431459" cy="1645773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Conector recto 587">
              <a:extLst>
                <a:ext uri="{FF2B5EF4-FFF2-40B4-BE49-F238E27FC236}">
                  <a16:creationId xmlns:a16="http://schemas.microsoft.com/office/drawing/2014/main" id="{9E119094-0174-EA83-79A9-05C16AAEED51}"/>
                </a:ext>
              </a:extLst>
            </p:cNvPr>
            <p:cNvCxnSpPr>
              <a:cxnSpLocks/>
              <a:stCxn id="591" idx="4"/>
            </p:cNvCxnSpPr>
            <p:nvPr/>
          </p:nvCxnSpPr>
          <p:spPr>
            <a:xfrm>
              <a:off x="4273409" y="5875439"/>
              <a:ext cx="1165759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Conector recto 588">
              <a:extLst>
                <a:ext uri="{FF2B5EF4-FFF2-40B4-BE49-F238E27FC236}">
                  <a16:creationId xmlns:a16="http://schemas.microsoft.com/office/drawing/2014/main" id="{9B2E8493-62D6-5754-9E9E-7E57E9E4C5CF}"/>
                </a:ext>
              </a:extLst>
            </p:cNvPr>
            <p:cNvCxnSpPr>
              <a:cxnSpLocks/>
              <a:stCxn id="592" idx="4"/>
            </p:cNvCxnSpPr>
            <p:nvPr/>
          </p:nvCxnSpPr>
          <p:spPr>
            <a:xfrm>
              <a:off x="3244493" y="5875439"/>
              <a:ext cx="3478826" cy="1659206"/>
            </a:xfrm>
            <a:prstGeom prst="line">
              <a:avLst/>
            </a:prstGeom>
            <a:ln>
              <a:solidFill>
                <a:srgbClr val="3F74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9009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áfico 12">
            <a:extLst>
              <a:ext uri="{FF2B5EF4-FFF2-40B4-BE49-F238E27FC236}">
                <a16:creationId xmlns:a16="http://schemas.microsoft.com/office/drawing/2014/main" id="{E23949AE-AC8F-CC0E-ED6E-A2F859AE3A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07586"/>
            <a:ext cx="4645658" cy="3097105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C93CE578-66A0-4D6A-1000-7A89FF4F11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10887418"/>
            <a:ext cx="4645658" cy="3097105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5107618E-B4E6-0FFA-9932-EC1A9D2EAD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14420745"/>
            <a:ext cx="4645658" cy="1548553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96C682C5-A5D3-70B1-68E3-49A08F7A8E6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67408" y="10887418"/>
            <a:ext cx="4645658" cy="3097105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6925576B-56E2-F2DE-9923-03FA1A0C180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67408" y="4207586"/>
            <a:ext cx="4645658" cy="3097105"/>
          </a:xfrm>
          <a:prstGeom prst="rect">
            <a:avLst/>
          </a:prstGeom>
        </p:spPr>
      </p:pic>
      <p:sp>
        <p:nvSpPr>
          <p:cNvPr id="24" name="Elipse 23">
            <a:extLst>
              <a:ext uri="{FF2B5EF4-FFF2-40B4-BE49-F238E27FC236}">
                <a16:creationId xmlns:a16="http://schemas.microsoft.com/office/drawing/2014/main" id="{61606C7C-C32D-AC25-EFF4-DE14B8B99BDD}"/>
              </a:ext>
            </a:extLst>
          </p:cNvPr>
          <p:cNvSpPr/>
          <p:nvPr/>
        </p:nvSpPr>
        <p:spPr>
          <a:xfrm>
            <a:off x="1048499" y="1448168"/>
            <a:ext cx="2548660" cy="2548660"/>
          </a:xfrm>
          <a:prstGeom prst="ellipse">
            <a:avLst/>
          </a:prstGeom>
          <a:gradFill flip="none" rotWithShape="1">
            <a:gsLst>
              <a:gs pos="16000">
                <a:srgbClr val="FF0000"/>
              </a:gs>
              <a:gs pos="57000">
                <a:srgbClr val="A62C09"/>
              </a:gs>
              <a:gs pos="100000">
                <a:srgbClr val="2E0E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41947E1-EA9F-DAF7-98E8-A83A26A775D0}"/>
              </a:ext>
            </a:extLst>
          </p:cNvPr>
          <p:cNvGrpSpPr/>
          <p:nvPr/>
        </p:nvGrpSpPr>
        <p:grpSpPr>
          <a:xfrm>
            <a:off x="1048498" y="8128000"/>
            <a:ext cx="2548661" cy="2548660"/>
            <a:chOff x="5695950" y="330401"/>
            <a:chExt cx="3009902" cy="3009900"/>
          </a:xfrm>
        </p:grpSpPr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3BB127A7-EE57-D09A-B225-D4803758730E}"/>
                </a:ext>
              </a:extLst>
            </p:cNvPr>
            <p:cNvSpPr/>
            <p:nvPr/>
          </p:nvSpPr>
          <p:spPr>
            <a:xfrm>
              <a:off x="5695952" y="330401"/>
              <a:ext cx="3009900" cy="3009900"/>
            </a:xfrm>
            <a:prstGeom prst="ellipse">
              <a:avLst/>
            </a:prstGeom>
            <a:gradFill flip="none" rotWithShape="1">
              <a:gsLst>
                <a:gs pos="16000">
                  <a:srgbClr val="FF0000"/>
                </a:gs>
                <a:gs pos="57000">
                  <a:srgbClr val="A62C09"/>
                </a:gs>
                <a:gs pos="100000">
                  <a:srgbClr val="2E0E00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7ECADD77-6539-A6F1-B3BE-116177697490}"/>
                </a:ext>
              </a:extLst>
            </p:cNvPr>
            <p:cNvSpPr/>
            <p:nvPr/>
          </p:nvSpPr>
          <p:spPr>
            <a:xfrm rot="19688209">
              <a:off x="6304363" y="2264668"/>
              <a:ext cx="438602" cy="813633"/>
            </a:xfrm>
            <a:prstGeom prst="ellipse">
              <a:avLst/>
            </a:prstGeom>
            <a:solidFill>
              <a:srgbClr val="E9C4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764AB25F-0B19-0713-0B58-51DC54E9D699}"/>
                </a:ext>
              </a:extLst>
            </p:cNvPr>
            <p:cNvSpPr/>
            <p:nvPr/>
          </p:nvSpPr>
          <p:spPr>
            <a:xfrm rot="19688209">
              <a:off x="7417654" y="724483"/>
              <a:ext cx="440871" cy="449114"/>
            </a:xfrm>
            <a:prstGeom prst="ellipse">
              <a:avLst/>
            </a:prstGeom>
            <a:solidFill>
              <a:srgbClr val="541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34AF8BBB-BF30-733A-0205-07C2656868AD}"/>
                </a:ext>
              </a:extLst>
            </p:cNvPr>
            <p:cNvSpPr/>
            <p:nvPr/>
          </p:nvSpPr>
          <p:spPr>
            <a:xfrm>
              <a:off x="5695950" y="1508326"/>
              <a:ext cx="3009900" cy="654050"/>
            </a:xfrm>
            <a:prstGeom prst="roundRect">
              <a:avLst>
                <a:gd name="adj" fmla="val 24393"/>
              </a:avLst>
            </a:prstGeom>
            <a:solidFill>
              <a:srgbClr val="00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5CF2FF54-AFEB-9BE3-3CC0-D26D17E8BECD}"/>
              </a:ext>
            </a:extLst>
          </p:cNvPr>
          <p:cNvGrpSpPr/>
          <p:nvPr/>
        </p:nvGrpSpPr>
        <p:grpSpPr>
          <a:xfrm>
            <a:off x="5615906" y="8128000"/>
            <a:ext cx="2548661" cy="2548660"/>
            <a:chOff x="6438898" y="7753149"/>
            <a:chExt cx="3009902" cy="3009900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843B5333-9183-13DB-F983-FE1DF5954CFD}"/>
                </a:ext>
              </a:extLst>
            </p:cNvPr>
            <p:cNvSpPr/>
            <p:nvPr/>
          </p:nvSpPr>
          <p:spPr>
            <a:xfrm>
              <a:off x="6438900" y="7753149"/>
              <a:ext cx="3009900" cy="3009900"/>
            </a:xfrm>
            <a:prstGeom prst="ellipse">
              <a:avLst/>
            </a:prstGeom>
            <a:gradFill flip="none" rotWithShape="1">
              <a:gsLst>
                <a:gs pos="16000">
                  <a:srgbClr val="FF0000"/>
                </a:gs>
                <a:gs pos="57000">
                  <a:srgbClr val="A62C09"/>
                </a:gs>
                <a:gs pos="100000">
                  <a:srgbClr val="2E0E00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229976F6-6D77-FBFF-4330-62C8DA123DCC}"/>
                </a:ext>
              </a:extLst>
            </p:cNvPr>
            <p:cNvSpPr/>
            <p:nvPr/>
          </p:nvSpPr>
          <p:spPr>
            <a:xfrm rot="19688209">
              <a:off x="7047311" y="9687416"/>
              <a:ext cx="438602" cy="813633"/>
            </a:xfrm>
            <a:prstGeom prst="ellipse">
              <a:avLst/>
            </a:prstGeom>
            <a:solidFill>
              <a:srgbClr val="E9C4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7FC2B830-53C5-63E7-4AE8-D1AFE1051017}"/>
                </a:ext>
              </a:extLst>
            </p:cNvPr>
            <p:cNvSpPr/>
            <p:nvPr/>
          </p:nvSpPr>
          <p:spPr>
            <a:xfrm rot="19688209">
              <a:off x="8160602" y="8147231"/>
              <a:ext cx="440871" cy="449114"/>
            </a:xfrm>
            <a:prstGeom prst="ellipse">
              <a:avLst/>
            </a:prstGeom>
            <a:solidFill>
              <a:srgbClr val="541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Rectángulo: esquinas redondeadas 33">
              <a:extLst>
                <a:ext uri="{FF2B5EF4-FFF2-40B4-BE49-F238E27FC236}">
                  <a16:creationId xmlns:a16="http://schemas.microsoft.com/office/drawing/2014/main" id="{EB6C2A14-F167-EFF7-8303-CFD604BED941}"/>
                </a:ext>
              </a:extLst>
            </p:cNvPr>
            <p:cNvSpPr/>
            <p:nvPr/>
          </p:nvSpPr>
          <p:spPr>
            <a:xfrm>
              <a:off x="6438898" y="8931074"/>
              <a:ext cx="3009900" cy="654050"/>
            </a:xfrm>
            <a:prstGeom prst="roundRect">
              <a:avLst>
                <a:gd name="adj" fmla="val 24393"/>
              </a:avLst>
            </a:prstGeom>
            <a:solidFill>
              <a:srgbClr val="00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9000430A-CC0D-35AE-838C-D6518427B708}"/>
                </a:ext>
              </a:extLst>
            </p:cNvPr>
            <p:cNvSpPr/>
            <p:nvPr/>
          </p:nvSpPr>
          <p:spPr>
            <a:xfrm>
              <a:off x="8451089" y="8927773"/>
              <a:ext cx="645286" cy="6573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90E7B39F-161B-843C-2211-B544032645A7}"/>
              </a:ext>
            </a:extLst>
          </p:cNvPr>
          <p:cNvGrpSpPr/>
          <p:nvPr/>
        </p:nvGrpSpPr>
        <p:grpSpPr>
          <a:xfrm>
            <a:off x="5615906" y="1448168"/>
            <a:ext cx="2548661" cy="2548660"/>
            <a:chOff x="1105858" y="7753149"/>
            <a:chExt cx="3009902" cy="3009900"/>
          </a:xfrm>
        </p:grpSpPr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862F7A1D-1E82-8646-E95D-9AC06A30C713}"/>
                </a:ext>
              </a:extLst>
            </p:cNvPr>
            <p:cNvSpPr/>
            <p:nvPr/>
          </p:nvSpPr>
          <p:spPr>
            <a:xfrm>
              <a:off x="1105860" y="7753149"/>
              <a:ext cx="3009900" cy="3009900"/>
            </a:xfrm>
            <a:prstGeom prst="ellipse">
              <a:avLst/>
            </a:prstGeom>
            <a:gradFill flip="none" rotWithShape="1">
              <a:gsLst>
                <a:gs pos="16000">
                  <a:srgbClr val="FF0000"/>
                </a:gs>
                <a:gs pos="57000">
                  <a:srgbClr val="A62C09"/>
                </a:gs>
                <a:gs pos="100000">
                  <a:srgbClr val="2E0E00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7" name="Rectángulo: esquinas redondeadas 36">
              <a:extLst>
                <a:ext uri="{FF2B5EF4-FFF2-40B4-BE49-F238E27FC236}">
                  <a16:creationId xmlns:a16="http://schemas.microsoft.com/office/drawing/2014/main" id="{6E45371D-860B-EFB6-0791-30CBDD34F2D1}"/>
                </a:ext>
              </a:extLst>
            </p:cNvPr>
            <p:cNvSpPr/>
            <p:nvPr/>
          </p:nvSpPr>
          <p:spPr>
            <a:xfrm>
              <a:off x="1105858" y="8931074"/>
              <a:ext cx="3009900" cy="654050"/>
            </a:xfrm>
            <a:prstGeom prst="roundRect">
              <a:avLst>
                <a:gd name="adj" fmla="val 24393"/>
              </a:avLst>
            </a:prstGeom>
            <a:solidFill>
              <a:srgbClr val="00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D8B7FDE0-7E8F-596E-E6D8-CF02D57BE34A}"/>
                </a:ext>
              </a:extLst>
            </p:cNvPr>
            <p:cNvSpPr/>
            <p:nvPr/>
          </p:nvSpPr>
          <p:spPr>
            <a:xfrm>
              <a:off x="3118049" y="8927773"/>
              <a:ext cx="645286" cy="6573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032D0BC3-4AA2-E62B-560E-B36C7C7EE92A}"/>
              </a:ext>
            </a:extLst>
          </p:cNvPr>
          <p:cNvSpPr txBox="1"/>
          <p:nvPr/>
        </p:nvSpPr>
        <p:spPr>
          <a:xfrm>
            <a:off x="1231349" y="761321"/>
            <a:ext cx="21829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Photosphere</a:t>
            </a:r>
            <a:endParaRPr lang="es-E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7A6E7B4-8CC2-9E80-ACE0-C7EF01AB110B}"/>
              </a:ext>
            </a:extLst>
          </p:cNvPr>
          <p:cNvSpPr txBox="1"/>
          <p:nvPr/>
        </p:nvSpPr>
        <p:spPr>
          <a:xfrm>
            <a:off x="5013975" y="734155"/>
            <a:ext cx="3752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Photosphere</a:t>
            </a:r>
            <a:r>
              <a:rPr lang="es-E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</a:t>
            </a:r>
            <a:r>
              <a:rPr lang="es-E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Transit</a:t>
            </a:r>
            <a:endParaRPr lang="es-E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DA84F6A-1DF9-B9A7-D889-27F98673C7E8}"/>
              </a:ext>
            </a:extLst>
          </p:cNvPr>
          <p:cNvSpPr txBox="1"/>
          <p:nvPr/>
        </p:nvSpPr>
        <p:spPr>
          <a:xfrm>
            <a:off x="1398282" y="4111414"/>
            <a:ext cx="2071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Stellar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Spectrum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B6486A3-6F17-F867-9754-454A29DFC1FC}"/>
              </a:ext>
            </a:extLst>
          </p:cNvPr>
          <p:cNvSpPr txBox="1"/>
          <p:nvPr/>
        </p:nvSpPr>
        <p:spPr>
          <a:xfrm>
            <a:off x="5854400" y="4111558"/>
            <a:ext cx="2071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Spectrum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F2B8CB8-D1B1-AA12-C290-0A1B0D548DFC}"/>
              </a:ext>
            </a:extLst>
          </p:cNvPr>
          <p:cNvSpPr txBox="1"/>
          <p:nvPr/>
        </p:nvSpPr>
        <p:spPr>
          <a:xfrm>
            <a:off x="1286993" y="7431435"/>
            <a:ext cx="2071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7A3E4E7-5174-323E-7B25-2A1E9A8AEF18}"/>
              </a:ext>
            </a:extLst>
          </p:cNvPr>
          <p:cNvSpPr txBox="1"/>
          <p:nvPr/>
        </p:nvSpPr>
        <p:spPr>
          <a:xfrm>
            <a:off x="5543885" y="7414489"/>
            <a:ext cx="2997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+</a:t>
            </a:r>
            <a:r>
              <a:rPr lang="es-E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Transit</a:t>
            </a:r>
            <a:endParaRPr lang="es-E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8623BCB-FFE0-4932-3897-8EFE7C0B2555}"/>
              </a:ext>
            </a:extLst>
          </p:cNvPr>
          <p:cNvSpPr txBox="1"/>
          <p:nvPr/>
        </p:nvSpPr>
        <p:spPr>
          <a:xfrm>
            <a:off x="1398282" y="10755660"/>
            <a:ext cx="2071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Stellar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Spectrum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9AB0D3B-B8F1-BDE6-A510-B89A0087F486}"/>
              </a:ext>
            </a:extLst>
          </p:cNvPr>
          <p:cNvSpPr txBox="1"/>
          <p:nvPr/>
        </p:nvSpPr>
        <p:spPr>
          <a:xfrm>
            <a:off x="5854400" y="10755804"/>
            <a:ext cx="2071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Transit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7151E1F-889C-2B47-2006-826A630D32A5}"/>
              </a:ext>
            </a:extLst>
          </p:cNvPr>
          <p:cNvSpPr txBox="1"/>
          <p:nvPr/>
        </p:nvSpPr>
        <p:spPr>
          <a:xfrm>
            <a:off x="3469949" y="14195281"/>
            <a:ext cx="2071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Residuals</a:t>
            </a:r>
            <a:endParaRPr lang="es-E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Imagen 38" descr="Imagen en blanco y negro&#10;&#10;El contenido generado por IA puede ser incorrecto.">
            <a:extLst>
              <a:ext uri="{FF2B5EF4-FFF2-40B4-BE49-F238E27FC236}">
                <a16:creationId xmlns:a16="http://schemas.microsoft.com/office/drawing/2014/main" id="{339519AF-FA35-59B5-16BE-F3942D91B0E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530" y="14707863"/>
            <a:ext cx="4247617" cy="138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8345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3829</TotalTime>
  <Words>93</Words>
  <Application>Microsoft Office PowerPoint</Application>
  <PresentationFormat>Personalizado</PresentationFormat>
  <Paragraphs>54</Paragraphs>
  <Slides>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FrankRuehl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SANTIAGO DUQUE CASTANO</dc:creator>
  <cp:lastModifiedBy>DAVID SANTIAGO DUQUE CASTANO</cp:lastModifiedBy>
  <cp:revision>12</cp:revision>
  <dcterms:created xsi:type="dcterms:W3CDTF">2025-07-23T04:35:58Z</dcterms:created>
  <dcterms:modified xsi:type="dcterms:W3CDTF">2025-10-05T19:59:50Z</dcterms:modified>
</cp:coreProperties>
</file>